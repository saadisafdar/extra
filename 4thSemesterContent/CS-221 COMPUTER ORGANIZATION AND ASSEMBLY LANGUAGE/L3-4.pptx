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1" r:id="rId6"/>
    <p:sldId id="293" r:id="rId7"/>
    <p:sldId id="275" r:id="rId8"/>
    <p:sldId id="262" r:id="rId9"/>
    <p:sldId id="292" r:id="rId10"/>
    <p:sldId id="266" r:id="rId11"/>
    <p:sldId id="267" r:id="rId12"/>
    <p:sldId id="268" r:id="rId13"/>
    <p:sldId id="291" r:id="rId14"/>
    <p:sldId id="263" r:id="rId15"/>
    <p:sldId id="264" r:id="rId16"/>
    <p:sldId id="294" r:id="rId17"/>
    <p:sldId id="265" r:id="rId18"/>
    <p:sldId id="269" r:id="rId19"/>
    <p:sldId id="270" r:id="rId20"/>
    <p:sldId id="297" r:id="rId21"/>
    <p:sldId id="271" r:id="rId22"/>
    <p:sldId id="272" r:id="rId23"/>
    <p:sldId id="298" r:id="rId24"/>
    <p:sldId id="276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7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D2CB6C-A6CB-4660-B279-3E6D040616AD}" v="12" dt="2026-03-09T04:24:00.899"/>
  </p1510:revLst>
</p1510:revInfo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79712" autoAdjust="0"/>
  </p:normalViewPr>
  <p:slideViewPr>
    <p:cSldViewPr snapToGrid="0">
      <p:cViewPr varScale="1">
        <p:scale>
          <a:sx n="55" d="100"/>
          <a:sy n="55" d="100"/>
        </p:scale>
        <p:origin x="10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esha shoaib" userId="cd5853ea8dfa5a75" providerId="LiveId" clId="{1B3D6EC9-C197-43DA-A17A-D9A48614B270}"/>
    <pc:docChg chg="undo custSel addSld delSld modSld">
      <pc:chgData name="ayesha shoaib" userId="cd5853ea8dfa5a75" providerId="LiveId" clId="{1B3D6EC9-C197-43DA-A17A-D9A48614B270}" dt="2026-03-09T04:24:22.001" v="122" actId="26606"/>
      <pc:docMkLst>
        <pc:docMk/>
      </pc:docMkLst>
      <pc:sldChg chg="modSp mod">
        <pc:chgData name="ayesha shoaib" userId="cd5853ea8dfa5a75" providerId="LiveId" clId="{1B3D6EC9-C197-43DA-A17A-D9A48614B270}" dt="2026-03-09T04:12:49.170" v="48" actId="1076"/>
        <pc:sldMkLst>
          <pc:docMk/>
          <pc:sldMk cId="2734719536" sldId="259"/>
        </pc:sldMkLst>
        <pc:spChg chg="mod">
          <ac:chgData name="ayesha shoaib" userId="cd5853ea8dfa5a75" providerId="LiveId" clId="{1B3D6EC9-C197-43DA-A17A-D9A48614B270}" dt="2026-03-09T04:12:45.423" v="47" actId="27636"/>
          <ac:spMkLst>
            <pc:docMk/>
            <pc:sldMk cId="2734719536" sldId="259"/>
            <ac:spMk id="3" creationId="{A1FF7016-820B-7377-C27D-FFBEDAB5B7DD}"/>
          </ac:spMkLst>
        </pc:spChg>
        <pc:picChg chg="mod">
          <ac:chgData name="ayesha shoaib" userId="cd5853ea8dfa5a75" providerId="LiveId" clId="{1B3D6EC9-C197-43DA-A17A-D9A48614B270}" dt="2026-03-09T04:12:49.170" v="48" actId="1076"/>
          <ac:picMkLst>
            <pc:docMk/>
            <pc:sldMk cId="2734719536" sldId="259"/>
            <ac:picMk id="7" creationId="{8A19A5CB-1EED-2FED-E464-41C7156022E7}"/>
          </ac:picMkLst>
        </pc:picChg>
      </pc:sldChg>
      <pc:sldChg chg="addSp delSp add del setBg delDesignElem">
        <pc:chgData name="ayesha shoaib" userId="cd5853ea8dfa5a75" providerId="LiveId" clId="{1B3D6EC9-C197-43DA-A17A-D9A48614B270}" dt="2026-03-09T04:19:32.769" v="102"/>
        <pc:sldMkLst>
          <pc:docMk/>
          <pc:sldMk cId="1291616046" sldId="266"/>
        </pc:sldMkLst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1291616046" sldId="266"/>
            <ac:spMk id="8" creationId="{1B15ED52-F352-441B-82BF-E0EA34836D08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1291616046" sldId="266"/>
            <ac:spMk id="10" creationId="{3B2E3793-BFE6-45A2-9B7B-E18844431C99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1291616046" sldId="266"/>
            <ac:spMk id="12" creationId="{BC4C4868-CB8F-4AF9-9CDB-8108F2C19B67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1291616046" sldId="266"/>
            <ac:spMk id="14" creationId="{375E0459-6403-40CD-989D-56A4407CA12E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1291616046" sldId="266"/>
            <ac:spMk id="16" creationId="{53E5B1A8-3AC9-4BD1-9BBC-78CA94F2D1BA}"/>
          </ac:spMkLst>
        </pc:spChg>
      </pc:sldChg>
      <pc:sldChg chg="addSp delSp modSp add mod setBg delDesignElem">
        <pc:chgData name="ayesha shoaib" userId="cd5853ea8dfa5a75" providerId="LiveId" clId="{1B3D6EC9-C197-43DA-A17A-D9A48614B270}" dt="2026-03-09T04:20:25.697" v="110" actId="26606"/>
        <pc:sldMkLst>
          <pc:docMk/>
          <pc:sldMk cId="2239094526" sldId="266"/>
        </pc:sldMkLst>
        <pc:spChg chg="mo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2" creationId="{5F8D6994-98FA-5B92-9536-C6F4DEFEFDE6}"/>
          </ac:spMkLst>
        </pc:spChg>
        <pc:spChg chg="mo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3" creationId="{AD518A0E-D80C-FF55-AD28-438942BF7294}"/>
          </ac:spMkLst>
        </pc:spChg>
        <pc:spChg chg="mod or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4" creationId="{47CE8D16-5149-1E9E-0D9B-BB8519CA9470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239094526" sldId="266"/>
            <ac:spMk id="8" creationId="{7E74FCBE-F61A-93C5-EFED-088AD1EC90F8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239094526" sldId="266"/>
            <ac:spMk id="10" creationId="{004F3EF4-9AB5-BAB8-0EA8-FE24160C3B11}"/>
          </ac:spMkLst>
        </pc:spChg>
        <pc:spChg chg="ad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11" creationId="{C4285719-470E-454C-AF62-8323075F1F5B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239094526" sldId="266"/>
            <ac:spMk id="12" creationId="{0F73B704-0361-40ED-8D28-94853D080536}"/>
          </ac:spMkLst>
        </pc:spChg>
        <pc:spChg chg="ad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13" creationId="{CD9FE4EF-C4D8-49A0-B2FF-81D8DB7D8A24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239094526" sldId="266"/>
            <ac:spMk id="14" creationId="{8B024C2C-CA04-2927-F4C4-F592A60C2942}"/>
          </ac:spMkLst>
        </pc:spChg>
        <pc:spChg chg="ad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15" creationId="{4300840D-0A0B-4512-BACA-B439D5B9C57C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239094526" sldId="266"/>
            <ac:spMk id="16" creationId="{9E85B57F-60CE-DCD7-FE37-B868387E37F1}"/>
          </ac:spMkLst>
        </pc:spChg>
        <pc:spChg chg="ad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17" creationId="{D2B78728-A580-49A7-84F9-6EF6F583ADE0}"/>
          </ac:spMkLst>
        </pc:spChg>
        <pc:spChg chg="ad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19" creationId="{38FAA1A1-D861-433F-88FA-1E9D6FD31D11}"/>
          </ac:spMkLst>
        </pc:spChg>
        <pc:spChg chg="add">
          <ac:chgData name="ayesha shoaib" userId="cd5853ea8dfa5a75" providerId="LiveId" clId="{1B3D6EC9-C197-43DA-A17A-D9A48614B270}" dt="2026-03-09T04:20:25.697" v="110" actId="26606"/>
          <ac:spMkLst>
            <pc:docMk/>
            <pc:sldMk cId="2239094526" sldId="266"/>
            <ac:spMk id="21" creationId="{8D71EDA1-87BF-4D5D-AB79-F346FD19278A}"/>
          </ac:spMkLst>
        </pc:spChg>
        <pc:picChg chg="mod">
          <ac:chgData name="ayesha shoaib" userId="cd5853ea8dfa5a75" providerId="LiveId" clId="{1B3D6EC9-C197-43DA-A17A-D9A48614B270}" dt="2026-03-09T04:20:25.697" v="110" actId="26606"/>
          <ac:picMkLst>
            <pc:docMk/>
            <pc:sldMk cId="2239094526" sldId="266"/>
            <ac:picMk id="6" creationId="{5419CE66-0CE5-E28C-DE8B-CB01C2FF8C94}"/>
          </ac:picMkLst>
        </pc:picChg>
      </pc:sldChg>
      <pc:sldChg chg="del">
        <pc:chgData name="ayesha shoaib" userId="cd5853ea8dfa5a75" providerId="LiveId" clId="{1B3D6EC9-C197-43DA-A17A-D9A48614B270}" dt="2026-03-09T04:19:16.598" v="96" actId="2696"/>
        <pc:sldMkLst>
          <pc:docMk/>
          <pc:sldMk cId="2751527575" sldId="266"/>
        </pc:sldMkLst>
      </pc:sldChg>
      <pc:sldChg chg="addSp delSp add del setBg delDesignElem">
        <pc:chgData name="ayesha shoaib" userId="cd5853ea8dfa5a75" providerId="LiveId" clId="{1B3D6EC9-C197-43DA-A17A-D9A48614B270}" dt="2026-03-09T04:19:32.769" v="102"/>
        <pc:sldMkLst>
          <pc:docMk/>
          <pc:sldMk cId="2928018500" sldId="267"/>
        </pc:sldMkLst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928018500" sldId="267"/>
            <ac:spMk id="8" creationId="{1B15ED52-F352-441B-82BF-E0EA34836D08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928018500" sldId="267"/>
            <ac:spMk id="10" creationId="{3B2E3793-BFE6-45A2-9B7B-E18844431C99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928018500" sldId="267"/>
            <ac:spMk id="12" creationId="{BC4C4868-CB8F-4AF9-9CDB-8108F2C19B67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928018500" sldId="267"/>
            <ac:spMk id="14" creationId="{375E0459-6403-40CD-989D-56A4407CA12E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928018500" sldId="267"/>
            <ac:spMk id="16" creationId="{53E5B1A8-3AC9-4BD1-9BBC-78CA94F2D1BA}"/>
          </ac:spMkLst>
        </pc:spChg>
      </pc:sldChg>
      <pc:sldChg chg="del">
        <pc:chgData name="ayesha shoaib" userId="cd5853ea8dfa5a75" providerId="LiveId" clId="{1B3D6EC9-C197-43DA-A17A-D9A48614B270}" dt="2026-03-09T04:19:16.598" v="96" actId="2696"/>
        <pc:sldMkLst>
          <pc:docMk/>
          <pc:sldMk cId="3751007790" sldId="267"/>
        </pc:sldMkLst>
      </pc:sldChg>
      <pc:sldChg chg="addSp delSp modSp add mod setBg delDesignElem">
        <pc:chgData name="ayesha shoaib" userId="cd5853ea8dfa5a75" providerId="LiveId" clId="{1B3D6EC9-C197-43DA-A17A-D9A48614B270}" dt="2026-03-09T04:20:19.916" v="109" actId="26606"/>
        <pc:sldMkLst>
          <pc:docMk/>
          <pc:sldMk cId="4015160161" sldId="267"/>
        </pc:sldMkLst>
        <pc:spChg chg="mo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2" creationId="{2B026B77-DC8E-F3A6-26AA-AC170BBFA68B}"/>
          </ac:spMkLst>
        </pc:spChg>
        <pc:spChg chg="mo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3" creationId="{11D3F30C-A4D4-BE23-B2DE-2A4182B8B217}"/>
          </ac:spMkLst>
        </pc:spChg>
        <pc:spChg chg="mod or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6" creationId="{1D60C87F-0210-A4D6-9A2D-5533084FB3DC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4015160161" sldId="267"/>
            <ac:spMk id="8" creationId="{5AC4A47C-26CC-2F67-167A-90BB23AEFB69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4015160161" sldId="267"/>
            <ac:spMk id="10" creationId="{ED5E875A-5DCD-B0E6-1815-87CB78A14349}"/>
          </ac:spMkLst>
        </pc:spChg>
        <pc:spChg chg="ad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11" creationId="{C4285719-470E-454C-AF62-8323075F1F5B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4015160161" sldId="267"/>
            <ac:spMk id="12" creationId="{DDCF4FB1-11A6-B4DC-F29E-0CC3C58BA4B4}"/>
          </ac:spMkLst>
        </pc:spChg>
        <pc:spChg chg="ad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13" creationId="{CD9FE4EF-C4D8-49A0-B2FF-81D8DB7D8A24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4015160161" sldId="267"/>
            <ac:spMk id="14" creationId="{F477CCCC-F783-3CBB-0622-6FEF53A2283A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4015160161" sldId="267"/>
            <ac:spMk id="16" creationId="{051BFA07-A53E-F9A2-BC3F-F712BA628100}"/>
          </ac:spMkLst>
        </pc:spChg>
        <pc:spChg chg="ad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18" creationId="{4300840D-0A0B-4512-BACA-B439D5B9C57C}"/>
          </ac:spMkLst>
        </pc:spChg>
        <pc:spChg chg="ad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20" creationId="{D2B78728-A580-49A7-84F9-6EF6F583ADE0}"/>
          </ac:spMkLst>
        </pc:spChg>
        <pc:spChg chg="ad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22" creationId="{38FAA1A1-D861-433F-88FA-1E9D6FD31D11}"/>
          </ac:spMkLst>
        </pc:spChg>
        <pc:spChg chg="add">
          <ac:chgData name="ayesha shoaib" userId="cd5853ea8dfa5a75" providerId="LiveId" clId="{1B3D6EC9-C197-43DA-A17A-D9A48614B270}" dt="2026-03-09T04:20:19.916" v="109" actId="26606"/>
          <ac:spMkLst>
            <pc:docMk/>
            <pc:sldMk cId="4015160161" sldId="267"/>
            <ac:spMk id="24" creationId="{8D71EDA1-87BF-4D5D-AB79-F346FD19278A}"/>
          </ac:spMkLst>
        </pc:spChg>
        <pc:picChg chg="mod">
          <ac:chgData name="ayesha shoaib" userId="cd5853ea8dfa5a75" providerId="LiveId" clId="{1B3D6EC9-C197-43DA-A17A-D9A48614B270}" dt="2026-03-09T04:20:19.916" v="109" actId="26606"/>
          <ac:picMkLst>
            <pc:docMk/>
            <pc:sldMk cId="4015160161" sldId="267"/>
            <ac:picMk id="9" creationId="{44485278-AA08-295E-0888-6A89BB4BE912}"/>
          </ac:picMkLst>
        </pc:picChg>
      </pc:sldChg>
      <pc:sldChg chg="addSp delSp add del setBg delDesignElem">
        <pc:chgData name="ayesha shoaib" userId="cd5853ea8dfa5a75" providerId="LiveId" clId="{1B3D6EC9-C197-43DA-A17A-D9A48614B270}" dt="2026-03-09T04:19:32.769" v="102"/>
        <pc:sldMkLst>
          <pc:docMk/>
          <pc:sldMk cId="759477255" sldId="268"/>
        </pc:sldMkLst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759477255" sldId="268"/>
            <ac:spMk id="9" creationId="{BACC6370-2D7E-4714-9D71-7542949D7D5D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759477255" sldId="268"/>
            <ac:spMk id="11" creationId="{F68B3F68-107C-434F-AA38-110D5EA91B85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759477255" sldId="268"/>
            <ac:spMk id="13" creationId="{AAD0DBB9-1A4B-4391-81D4-CB19F9AB918A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759477255" sldId="268"/>
            <ac:spMk id="15" creationId="{063BBA22-50EA-4C4D-BE05-F1CE4E63AA56}"/>
          </ac:spMkLst>
        </pc:spChg>
      </pc:sldChg>
      <pc:sldChg chg="del">
        <pc:chgData name="ayesha shoaib" userId="cd5853ea8dfa5a75" providerId="LiveId" clId="{1B3D6EC9-C197-43DA-A17A-D9A48614B270}" dt="2026-03-09T04:19:16.598" v="96" actId="2696"/>
        <pc:sldMkLst>
          <pc:docMk/>
          <pc:sldMk cId="2344761828" sldId="268"/>
        </pc:sldMkLst>
      </pc:sldChg>
      <pc:sldChg chg="addSp delSp modSp add mod setBg delDesignElem">
        <pc:chgData name="ayesha shoaib" userId="cd5853ea8dfa5a75" providerId="LiveId" clId="{1B3D6EC9-C197-43DA-A17A-D9A48614B270}" dt="2026-03-09T04:20:30.263" v="111" actId="26606"/>
        <pc:sldMkLst>
          <pc:docMk/>
          <pc:sldMk cId="2923169847" sldId="268"/>
        </pc:sldMkLst>
        <pc:spChg chg="mod">
          <ac:chgData name="ayesha shoaib" userId="cd5853ea8dfa5a75" providerId="LiveId" clId="{1B3D6EC9-C197-43DA-A17A-D9A48614B270}" dt="2026-03-09T04:20:30.263" v="111" actId="26606"/>
          <ac:spMkLst>
            <pc:docMk/>
            <pc:sldMk cId="2923169847" sldId="268"/>
            <ac:spMk id="5" creationId="{433638D7-06AA-E8BC-D17B-8A6F88821E51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923169847" sldId="268"/>
            <ac:spMk id="9" creationId="{3356FA86-8650-4B5A-33F4-13FF5F9CDF90}"/>
          </ac:spMkLst>
        </pc:spChg>
        <pc:spChg chg="add">
          <ac:chgData name="ayesha shoaib" userId="cd5853ea8dfa5a75" providerId="LiveId" clId="{1B3D6EC9-C197-43DA-A17A-D9A48614B270}" dt="2026-03-09T04:20:30.263" v="111" actId="26606"/>
          <ac:spMkLst>
            <pc:docMk/>
            <pc:sldMk cId="2923169847" sldId="268"/>
            <ac:spMk id="10" creationId="{BACC6370-2D7E-4714-9D71-7542949D7D5D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923169847" sldId="268"/>
            <ac:spMk id="11" creationId="{5C921D2E-030A-CF6E-8A66-ACE04AD88D7A}"/>
          </ac:spMkLst>
        </pc:spChg>
        <pc:spChg chg="add">
          <ac:chgData name="ayesha shoaib" userId="cd5853ea8dfa5a75" providerId="LiveId" clId="{1B3D6EC9-C197-43DA-A17A-D9A48614B270}" dt="2026-03-09T04:20:30.263" v="111" actId="26606"/>
          <ac:spMkLst>
            <pc:docMk/>
            <pc:sldMk cId="2923169847" sldId="268"/>
            <ac:spMk id="12" creationId="{F68B3F68-107C-434F-AA38-110D5EA91B85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923169847" sldId="268"/>
            <ac:spMk id="13" creationId="{B2E78502-83F8-0F03-66CD-AF732D6D9403}"/>
          </ac:spMkLst>
        </pc:spChg>
        <pc:spChg chg="add">
          <ac:chgData name="ayesha shoaib" userId="cd5853ea8dfa5a75" providerId="LiveId" clId="{1B3D6EC9-C197-43DA-A17A-D9A48614B270}" dt="2026-03-09T04:20:30.263" v="111" actId="26606"/>
          <ac:spMkLst>
            <pc:docMk/>
            <pc:sldMk cId="2923169847" sldId="268"/>
            <ac:spMk id="14" creationId="{AAD0DBB9-1A4B-4391-81D4-CB19F9AB918A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2923169847" sldId="268"/>
            <ac:spMk id="15" creationId="{BCFBA895-CAD2-46A4-BA0A-A280048EFDBF}"/>
          </ac:spMkLst>
        </pc:spChg>
        <pc:spChg chg="add">
          <ac:chgData name="ayesha shoaib" userId="cd5853ea8dfa5a75" providerId="LiveId" clId="{1B3D6EC9-C197-43DA-A17A-D9A48614B270}" dt="2026-03-09T04:20:30.263" v="111" actId="26606"/>
          <ac:spMkLst>
            <pc:docMk/>
            <pc:sldMk cId="2923169847" sldId="268"/>
            <ac:spMk id="16" creationId="{063BBA22-50EA-4C4D-BE05-F1CE4E63AA56}"/>
          </ac:spMkLst>
        </pc:spChg>
        <pc:graphicFrameChg chg="mod ord modGraphic">
          <ac:chgData name="ayesha shoaib" userId="cd5853ea8dfa5a75" providerId="LiveId" clId="{1B3D6EC9-C197-43DA-A17A-D9A48614B270}" dt="2026-03-09T04:20:30.263" v="111" actId="26606"/>
          <ac:graphicFrameMkLst>
            <pc:docMk/>
            <pc:sldMk cId="2923169847" sldId="268"/>
            <ac:graphicFrameMk id="4" creationId="{87AFE050-43B1-08F0-E800-A4A13A49B7E1}"/>
          </ac:graphicFrameMkLst>
        </pc:graphicFrameChg>
      </pc:sldChg>
      <pc:sldChg chg="addSp delSp modSp add mod setBg">
        <pc:chgData name="ayesha shoaib" userId="cd5853ea8dfa5a75" providerId="LiveId" clId="{1B3D6EC9-C197-43DA-A17A-D9A48614B270}" dt="2026-03-09T04:20:07.979" v="108" actId="26606"/>
        <pc:sldMkLst>
          <pc:docMk/>
          <pc:sldMk cId="1471394089" sldId="290"/>
        </pc:sldMkLst>
        <pc:spChg chg="mod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2" creationId="{4BF42C98-17B8-953E-D4A8-84E9C1185CC5}"/>
          </ac:spMkLst>
        </pc:spChg>
        <pc:spChg chg="del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3" creationId="{A7DD1C01-823C-2A38-A902-A35D837676B5}"/>
          </ac:spMkLst>
        </pc:spChg>
        <pc:spChg chg="mod ord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4" creationId="{CF3E7A92-52E0-87FC-C79E-A5FC34B3C7FC}"/>
          </ac:spMkLst>
        </pc:spChg>
        <pc:spChg chg="add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8199" creationId="{A8384FB5-9ADC-4DDC-881B-597D56F5B15D}"/>
          </ac:spMkLst>
        </pc:spChg>
        <pc:spChg chg="add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8201" creationId="{91E5A9A7-95C6-4F4F-B00E-C82E07FE62EF}"/>
          </ac:spMkLst>
        </pc:spChg>
        <pc:spChg chg="add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8203" creationId="{D07DD2DE-F619-49DD-B5E7-03A290FF4ED1}"/>
          </ac:spMkLst>
        </pc:spChg>
        <pc:spChg chg="add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8205" creationId="{85149191-5F60-4A28-AAFF-039F96B0F3EC}"/>
          </ac:spMkLst>
        </pc:spChg>
        <pc:spChg chg="add">
          <ac:chgData name="ayesha shoaib" userId="cd5853ea8dfa5a75" providerId="LiveId" clId="{1B3D6EC9-C197-43DA-A17A-D9A48614B270}" dt="2026-03-09T04:20:07.979" v="108" actId="26606"/>
          <ac:spMkLst>
            <pc:docMk/>
            <pc:sldMk cId="1471394089" sldId="290"/>
            <ac:spMk id="8207" creationId="{F8260ED5-17F7-4158-B241-D51DD4CF1B7E}"/>
          </ac:spMkLst>
        </pc:spChg>
        <pc:picChg chg="mod">
          <ac:chgData name="ayesha shoaib" userId="cd5853ea8dfa5a75" providerId="LiveId" clId="{1B3D6EC9-C197-43DA-A17A-D9A48614B270}" dt="2026-03-09T04:20:07.979" v="108" actId="26606"/>
          <ac:picMkLst>
            <pc:docMk/>
            <pc:sldMk cId="1471394089" sldId="290"/>
            <ac:picMk id="8194" creationId="{29DD62AD-2C73-2934-1950-7E091AB291D3}"/>
          </ac:picMkLst>
        </pc:picChg>
      </pc:sldChg>
      <pc:sldChg chg="add del">
        <pc:chgData name="ayesha shoaib" userId="cd5853ea8dfa5a75" providerId="LiveId" clId="{1B3D6EC9-C197-43DA-A17A-D9A48614B270}" dt="2026-03-09T04:19:32.769" v="102"/>
        <pc:sldMkLst>
          <pc:docMk/>
          <pc:sldMk cId="2322684034" sldId="290"/>
        </pc:sldMkLst>
      </pc:sldChg>
      <pc:sldChg chg="del">
        <pc:chgData name="ayesha shoaib" userId="cd5853ea8dfa5a75" providerId="LiveId" clId="{1B3D6EC9-C197-43DA-A17A-D9A48614B270}" dt="2026-03-09T04:19:16.598" v="96" actId="2696"/>
        <pc:sldMkLst>
          <pc:docMk/>
          <pc:sldMk cId="3595757822" sldId="290"/>
        </pc:sldMkLst>
      </pc:sldChg>
      <pc:sldChg chg="addSp delSp modSp add mod setBg delDesignElem">
        <pc:chgData name="ayesha shoaib" userId="cd5853ea8dfa5a75" providerId="LiveId" clId="{1B3D6EC9-C197-43DA-A17A-D9A48614B270}" dt="2026-03-09T04:20:34.846" v="112" actId="26606"/>
        <pc:sldMkLst>
          <pc:docMk/>
          <pc:sldMk cId="39186029" sldId="291"/>
        </pc:sldMkLst>
        <pc:spChg chg="add">
          <ac:chgData name="ayesha shoaib" userId="cd5853ea8dfa5a75" providerId="LiveId" clId="{1B3D6EC9-C197-43DA-A17A-D9A48614B270}" dt="2026-03-09T04:20:34.846" v="112" actId="26606"/>
          <ac:spMkLst>
            <pc:docMk/>
            <pc:sldMk cId="39186029" sldId="291"/>
            <ac:spMk id="7" creationId="{BACC6370-2D7E-4714-9D71-7542949D7D5D}"/>
          </ac:spMkLst>
        </pc:spChg>
        <pc:spChg chg="add">
          <ac:chgData name="ayesha shoaib" userId="cd5853ea8dfa5a75" providerId="LiveId" clId="{1B3D6EC9-C197-43DA-A17A-D9A48614B270}" dt="2026-03-09T04:20:34.846" v="112" actId="26606"/>
          <ac:spMkLst>
            <pc:docMk/>
            <pc:sldMk cId="39186029" sldId="291"/>
            <ac:spMk id="8" creationId="{F68B3F68-107C-434F-AA38-110D5EA91B85}"/>
          </ac:spMkLst>
        </pc:spChg>
        <pc:spChg chg="add">
          <ac:chgData name="ayesha shoaib" userId="cd5853ea8dfa5a75" providerId="LiveId" clId="{1B3D6EC9-C197-43DA-A17A-D9A48614B270}" dt="2026-03-09T04:20:34.846" v="112" actId="26606"/>
          <ac:spMkLst>
            <pc:docMk/>
            <pc:sldMk cId="39186029" sldId="291"/>
            <ac:spMk id="9" creationId="{AAD0DBB9-1A4B-4391-81D4-CB19F9AB918A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39186029" sldId="291"/>
            <ac:spMk id="10" creationId="{BA089E4B-C80B-8C53-DDAA-6C9CC98DF2C6}"/>
          </ac:spMkLst>
        </pc:spChg>
        <pc:spChg chg="add">
          <ac:chgData name="ayesha shoaib" userId="cd5853ea8dfa5a75" providerId="LiveId" clId="{1B3D6EC9-C197-43DA-A17A-D9A48614B270}" dt="2026-03-09T04:20:34.846" v="112" actId="26606"/>
          <ac:spMkLst>
            <pc:docMk/>
            <pc:sldMk cId="39186029" sldId="291"/>
            <ac:spMk id="11" creationId="{063BBA22-50EA-4C4D-BE05-F1CE4E63AA56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39186029" sldId="291"/>
            <ac:spMk id="12" creationId="{5295AA9A-6210-C8B5-B8BA-D45339038078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39186029" sldId="291"/>
            <ac:spMk id="14" creationId="{95AA1C2D-0AD3-0DE6-F02D-5D64757719E5}"/>
          </ac:spMkLst>
        </pc:spChg>
        <pc:spChg chg="del">
          <ac:chgData name="ayesha shoaib" userId="cd5853ea8dfa5a75" providerId="LiveId" clId="{1B3D6EC9-C197-43DA-A17A-D9A48614B270}" dt="2026-03-09T04:19:48.870" v="107"/>
          <ac:spMkLst>
            <pc:docMk/>
            <pc:sldMk cId="39186029" sldId="291"/>
            <ac:spMk id="16" creationId="{C3CC2CFA-550E-1F68-6556-3399A52EA26D}"/>
          </ac:spMkLst>
        </pc:spChg>
        <pc:graphicFrameChg chg="mod modGraphic">
          <ac:chgData name="ayesha shoaib" userId="cd5853ea8dfa5a75" providerId="LiveId" clId="{1B3D6EC9-C197-43DA-A17A-D9A48614B270}" dt="2026-03-09T04:20:34.846" v="112" actId="26606"/>
          <ac:graphicFrameMkLst>
            <pc:docMk/>
            <pc:sldMk cId="39186029" sldId="291"/>
            <ac:graphicFrameMk id="5" creationId="{7113D31A-2F1B-E8C2-3965-7F92A2BC6F2D}"/>
          </ac:graphicFrameMkLst>
        </pc:graphicFrameChg>
      </pc:sldChg>
      <pc:sldChg chg="addSp delSp modSp new del mod setBg">
        <pc:chgData name="ayesha shoaib" userId="cd5853ea8dfa5a75" providerId="LiveId" clId="{1B3D6EC9-C197-43DA-A17A-D9A48614B270}" dt="2026-03-09T04:19:16.598" v="96" actId="2696"/>
        <pc:sldMkLst>
          <pc:docMk/>
          <pc:sldMk cId="2328720528" sldId="291"/>
        </pc:sldMkLst>
        <pc:spChg chg="mod">
          <ac:chgData name="ayesha shoaib" userId="cd5853ea8dfa5a75" providerId="LiveId" clId="{1B3D6EC9-C197-43DA-A17A-D9A48614B270}" dt="2026-03-09T04:10:18.089" v="39" actId="26606"/>
          <ac:spMkLst>
            <pc:docMk/>
            <pc:sldMk cId="2328720528" sldId="291"/>
            <ac:spMk id="2" creationId="{F17AD689-F771-EF83-72A7-5FF54C7072C9}"/>
          </ac:spMkLst>
        </pc:spChg>
        <pc:spChg chg="del">
          <ac:chgData name="ayesha shoaib" userId="cd5853ea8dfa5a75" providerId="LiveId" clId="{1B3D6EC9-C197-43DA-A17A-D9A48614B270}" dt="2026-03-09T04:08:46.997" v="1"/>
          <ac:spMkLst>
            <pc:docMk/>
            <pc:sldMk cId="2328720528" sldId="291"/>
            <ac:spMk id="3" creationId="{7D2B78B8-4E31-00F9-9E2B-25AE10BCE49A}"/>
          </ac:spMkLst>
        </pc:spChg>
        <pc:spChg chg="mod">
          <ac:chgData name="ayesha shoaib" userId="cd5853ea8dfa5a75" providerId="LiveId" clId="{1B3D6EC9-C197-43DA-A17A-D9A48614B270}" dt="2026-03-09T04:10:18.089" v="39" actId="26606"/>
          <ac:spMkLst>
            <pc:docMk/>
            <pc:sldMk cId="2328720528" sldId="291"/>
            <ac:spMk id="4" creationId="{13BC42AB-96A4-659E-19E6-8A3107EDE180}"/>
          </ac:spMkLst>
        </pc:spChg>
        <pc:spChg chg="add">
          <ac:chgData name="ayesha shoaib" userId="cd5853ea8dfa5a75" providerId="LiveId" clId="{1B3D6EC9-C197-43DA-A17A-D9A48614B270}" dt="2026-03-09T04:10:18.089" v="39" actId="26606"/>
          <ac:spMkLst>
            <pc:docMk/>
            <pc:sldMk cId="2328720528" sldId="291"/>
            <ac:spMk id="10" creationId="{BACC6370-2D7E-4714-9D71-7542949D7D5D}"/>
          </ac:spMkLst>
        </pc:spChg>
        <pc:spChg chg="add">
          <ac:chgData name="ayesha shoaib" userId="cd5853ea8dfa5a75" providerId="LiveId" clId="{1B3D6EC9-C197-43DA-A17A-D9A48614B270}" dt="2026-03-09T04:10:18.089" v="39" actId="26606"/>
          <ac:spMkLst>
            <pc:docMk/>
            <pc:sldMk cId="2328720528" sldId="291"/>
            <ac:spMk id="12" creationId="{F68B3F68-107C-434F-AA38-110D5EA91B85}"/>
          </ac:spMkLst>
        </pc:spChg>
        <pc:spChg chg="add">
          <ac:chgData name="ayesha shoaib" userId="cd5853ea8dfa5a75" providerId="LiveId" clId="{1B3D6EC9-C197-43DA-A17A-D9A48614B270}" dt="2026-03-09T04:10:18.089" v="39" actId="26606"/>
          <ac:spMkLst>
            <pc:docMk/>
            <pc:sldMk cId="2328720528" sldId="291"/>
            <ac:spMk id="14" creationId="{AAD0DBB9-1A4B-4391-81D4-CB19F9AB918A}"/>
          </ac:spMkLst>
        </pc:spChg>
        <pc:spChg chg="add">
          <ac:chgData name="ayesha shoaib" userId="cd5853ea8dfa5a75" providerId="LiveId" clId="{1B3D6EC9-C197-43DA-A17A-D9A48614B270}" dt="2026-03-09T04:10:18.089" v="39" actId="26606"/>
          <ac:spMkLst>
            <pc:docMk/>
            <pc:sldMk cId="2328720528" sldId="291"/>
            <ac:spMk id="16" creationId="{063BBA22-50EA-4C4D-BE05-F1CE4E63AA56}"/>
          </ac:spMkLst>
        </pc:spChg>
        <pc:graphicFrameChg chg="add mod ord modGraphic">
          <ac:chgData name="ayesha shoaib" userId="cd5853ea8dfa5a75" providerId="LiveId" clId="{1B3D6EC9-C197-43DA-A17A-D9A48614B270}" dt="2026-03-09T04:10:36.854" v="40" actId="12385"/>
          <ac:graphicFrameMkLst>
            <pc:docMk/>
            <pc:sldMk cId="2328720528" sldId="291"/>
            <ac:graphicFrameMk id="5" creationId="{5747E456-5F85-45F2-8594-D9752B2F8691}"/>
          </ac:graphicFrameMkLst>
        </pc:graphicFrameChg>
        <pc:graphicFrameChg chg="add del mod">
          <ac:chgData name="ayesha shoaib" userId="cd5853ea8dfa5a75" providerId="LiveId" clId="{1B3D6EC9-C197-43DA-A17A-D9A48614B270}" dt="2026-03-09T04:09:56.365" v="22" actId="478"/>
          <ac:graphicFrameMkLst>
            <pc:docMk/>
            <pc:sldMk cId="2328720528" sldId="291"/>
            <ac:graphicFrameMk id="6" creationId="{BA7FE3CA-C902-1B6F-F2C6-501693B77CBB}"/>
          </ac:graphicFrameMkLst>
        </pc:graphicFrameChg>
        <pc:graphicFrameChg chg="add del mod modGraphic">
          <ac:chgData name="ayesha shoaib" userId="cd5853ea8dfa5a75" providerId="LiveId" clId="{1B3D6EC9-C197-43DA-A17A-D9A48614B270}" dt="2026-03-09T04:09:51.197" v="20" actId="478"/>
          <ac:graphicFrameMkLst>
            <pc:docMk/>
            <pc:sldMk cId="2328720528" sldId="291"/>
            <ac:graphicFrameMk id="7" creationId="{C13C4D68-A53F-38A0-7BC6-A980C5DBB238}"/>
          </ac:graphicFrameMkLst>
        </pc:graphicFrameChg>
      </pc:sldChg>
      <pc:sldChg chg="addSp delSp add del setBg delDesignElem">
        <pc:chgData name="ayesha shoaib" userId="cd5853ea8dfa5a75" providerId="LiveId" clId="{1B3D6EC9-C197-43DA-A17A-D9A48614B270}" dt="2026-03-09T04:19:32.769" v="102"/>
        <pc:sldMkLst>
          <pc:docMk/>
          <pc:sldMk cId="2841062366" sldId="291"/>
        </pc:sldMkLst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841062366" sldId="291"/>
            <ac:spMk id="10" creationId="{BACC6370-2D7E-4714-9D71-7542949D7D5D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841062366" sldId="291"/>
            <ac:spMk id="12" creationId="{F68B3F68-107C-434F-AA38-110D5EA91B85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841062366" sldId="291"/>
            <ac:spMk id="14" creationId="{AAD0DBB9-1A4B-4391-81D4-CB19F9AB918A}"/>
          </ac:spMkLst>
        </pc:spChg>
        <pc:spChg chg="add del">
          <ac:chgData name="ayesha shoaib" userId="cd5853ea8dfa5a75" providerId="LiveId" clId="{1B3D6EC9-C197-43DA-A17A-D9A48614B270}" dt="2026-03-09T04:19:32.769" v="102"/>
          <ac:spMkLst>
            <pc:docMk/>
            <pc:sldMk cId="2841062366" sldId="291"/>
            <ac:spMk id="16" creationId="{063BBA22-50EA-4C4D-BE05-F1CE4E63AA56}"/>
          </ac:spMkLst>
        </pc:spChg>
      </pc:sldChg>
      <pc:sldChg chg="addSp delSp modSp new mod setBg">
        <pc:chgData name="ayesha shoaib" userId="cd5853ea8dfa5a75" providerId="LiveId" clId="{1B3D6EC9-C197-43DA-A17A-D9A48614B270}" dt="2026-03-09T04:16:32.622" v="93" actId="26606"/>
        <pc:sldMkLst>
          <pc:docMk/>
          <pc:sldMk cId="2611466406" sldId="292"/>
        </pc:sldMkLst>
        <pc:spChg chg="mod">
          <ac:chgData name="ayesha shoaib" userId="cd5853ea8dfa5a75" providerId="LiveId" clId="{1B3D6EC9-C197-43DA-A17A-D9A48614B270}" dt="2026-03-09T04:16:32.622" v="93" actId="26606"/>
          <ac:spMkLst>
            <pc:docMk/>
            <pc:sldMk cId="2611466406" sldId="292"/>
            <ac:spMk id="2" creationId="{76F73DE0-58F2-1498-7249-915CAE319CBC}"/>
          </ac:spMkLst>
        </pc:spChg>
        <pc:spChg chg="del">
          <ac:chgData name="ayesha shoaib" userId="cd5853ea8dfa5a75" providerId="LiveId" clId="{1B3D6EC9-C197-43DA-A17A-D9A48614B270}" dt="2026-03-09T04:16:29.557" v="92"/>
          <ac:spMkLst>
            <pc:docMk/>
            <pc:sldMk cId="2611466406" sldId="292"/>
            <ac:spMk id="3" creationId="{FF6CC629-761D-2A71-AE47-F641290E383D}"/>
          </ac:spMkLst>
        </pc:spChg>
        <pc:spChg chg="mod">
          <ac:chgData name="ayesha shoaib" userId="cd5853ea8dfa5a75" providerId="LiveId" clId="{1B3D6EC9-C197-43DA-A17A-D9A48614B270}" dt="2026-03-09T04:16:32.622" v="93" actId="26606"/>
          <ac:spMkLst>
            <pc:docMk/>
            <pc:sldMk cId="2611466406" sldId="292"/>
            <ac:spMk id="4" creationId="{4BA20111-7F94-BE49-90A9-1B17B03CBDE8}"/>
          </ac:spMkLst>
        </pc:spChg>
        <pc:spChg chg="add">
          <ac:chgData name="ayesha shoaib" userId="cd5853ea8dfa5a75" providerId="LiveId" clId="{1B3D6EC9-C197-43DA-A17A-D9A48614B270}" dt="2026-03-09T04:16:32.622" v="93" actId="26606"/>
          <ac:spMkLst>
            <pc:docMk/>
            <pc:sldMk cId="2611466406" sldId="292"/>
            <ac:spMk id="10" creationId="{BACC6370-2D7E-4714-9D71-7542949D7D5D}"/>
          </ac:spMkLst>
        </pc:spChg>
        <pc:spChg chg="add">
          <ac:chgData name="ayesha shoaib" userId="cd5853ea8dfa5a75" providerId="LiveId" clId="{1B3D6EC9-C197-43DA-A17A-D9A48614B270}" dt="2026-03-09T04:16:32.622" v="93" actId="26606"/>
          <ac:spMkLst>
            <pc:docMk/>
            <pc:sldMk cId="2611466406" sldId="292"/>
            <ac:spMk id="12" creationId="{F68B3F68-107C-434F-AA38-110D5EA91B85}"/>
          </ac:spMkLst>
        </pc:spChg>
        <pc:spChg chg="add">
          <ac:chgData name="ayesha shoaib" userId="cd5853ea8dfa5a75" providerId="LiveId" clId="{1B3D6EC9-C197-43DA-A17A-D9A48614B270}" dt="2026-03-09T04:16:32.622" v="93" actId="26606"/>
          <ac:spMkLst>
            <pc:docMk/>
            <pc:sldMk cId="2611466406" sldId="292"/>
            <ac:spMk id="14" creationId="{AAD0DBB9-1A4B-4391-81D4-CB19F9AB918A}"/>
          </ac:spMkLst>
        </pc:spChg>
        <pc:spChg chg="add">
          <ac:chgData name="ayesha shoaib" userId="cd5853ea8dfa5a75" providerId="LiveId" clId="{1B3D6EC9-C197-43DA-A17A-D9A48614B270}" dt="2026-03-09T04:16:32.622" v="93" actId="26606"/>
          <ac:spMkLst>
            <pc:docMk/>
            <pc:sldMk cId="2611466406" sldId="292"/>
            <ac:spMk id="16" creationId="{063BBA22-50EA-4C4D-BE05-F1CE4E63AA56}"/>
          </ac:spMkLst>
        </pc:spChg>
        <pc:graphicFrameChg chg="add mod ord modGraphic">
          <ac:chgData name="ayesha shoaib" userId="cd5853ea8dfa5a75" providerId="LiveId" clId="{1B3D6EC9-C197-43DA-A17A-D9A48614B270}" dt="2026-03-09T04:16:32.622" v="93" actId="26606"/>
          <ac:graphicFrameMkLst>
            <pc:docMk/>
            <pc:sldMk cId="2611466406" sldId="292"/>
            <ac:graphicFrameMk id="5" creationId="{1A5BD6E3-BD31-3252-C33D-6B83615A0052}"/>
          </ac:graphicFrameMkLst>
        </pc:graphicFrameChg>
      </pc:sldChg>
      <pc:sldChg chg="addSp modSp new mod setBg">
        <pc:chgData name="ayesha shoaib" userId="cd5853ea8dfa5a75" providerId="LiveId" clId="{1B3D6EC9-C197-43DA-A17A-D9A48614B270}" dt="2026-03-09T04:15:12.760" v="65" actId="26606"/>
        <pc:sldMkLst>
          <pc:docMk/>
          <pc:sldMk cId="553737691" sldId="293"/>
        </pc:sldMkLst>
        <pc:spChg chg="mo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2" creationId="{3B4A8732-5692-68D6-53AF-3BA934077939}"/>
          </ac:spMkLst>
        </pc:spChg>
        <pc:spChg chg="mo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3" creationId="{3D67A9D6-0688-6B5A-BF55-65FCD033F2F1}"/>
          </ac:spMkLst>
        </pc:spChg>
        <pc:spChg chg="mo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4" creationId="{12D8F285-C269-9DD3-F4CA-DE5DAC7A49CA}"/>
          </ac:spMkLst>
        </pc:spChg>
        <pc:spChg chg="ad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9" creationId="{1B15ED52-F352-441B-82BF-E0EA34836D08}"/>
          </ac:spMkLst>
        </pc:spChg>
        <pc:spChg chg="ad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11" creationId="{3B2E3793-BFE6-45A2-9B7B-E18844431C99}"/>
          </ac:spMkLst>
        </pc:spChg>
        <pc:spChg chg="ad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13" creationId="{BC4C4868-CB8F-4AF9-9CDB-8108F2C19B67}"/>
          </ac:spMkLst>
        </pc:spChg>
        <pc:spChg chg="ad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15" creationId="{375E0459-6403-40CD-989D-56A4407CA12E}"/>
          </ac:spMkLst>
        </pc:spChg>
        <pc:spChg chg="add">
          <ac:chgData name="ayesha shoaib" userId="cd5853ea8dfa5a75" providerId="LiveId" clId="{1B3D6EC9-C197-43DA-A17A-D9A48614B270}" dt="2026-03-09T04:15:12.760" v="65" actId="26606"/>
          <ac:spMkLst>
            <pc:docMk/>
            <pc:sldMk cId="553737691" sldId="293"/>
            <ac:spMk id="17" creationId="{53E5B1A8-3AC9-4BD1-9BBC-78CA94F2D1BA}"/>
          </ac:spMkLst>
        </pc:spChg>
      </pc:sldChg>
      <pc:sldChg chg="new del">
        <pc:chgData name="ayesha shoaib" userId="cd5853ea8dfa5a75" providerId="LiveId" clId="{1B3D6EC9-C197-43DA-A17A-D9A48614B270}" dt="2026-03-09T04:18:57.611" v="95" actId="47"/>
        <pc:sldMkLst>
          <pc:docMk/>
          <pc:sldMk cId="1802757650" sldId="294"/>
        </pc:sldMkLst>
      </pc:sldChg>
      <pc:sldChg chg="addSp modSp new mod setBg">
        <pc:chgData name="ayesha shoaib" userId="cd5853ea8dfa5a75" providerId="LiveId" clId="{1B3D6EC9-C197-43DA-A17A-D9A48614B270}" dt="2026-03-09T04:24:22.001" v="122" actId="26606"/>
        <pc:sldMkLst>
          <pc:docMk/>
          <pc:sldMk cId="4187085196" sldId="294"/>
        </pc:sldMkLst>
        <pc:spChg chg="mo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2" creationId="{5DFD36DF-FF0C-7AFB-55E9-4FDDB54754B1}"/>
          </ac:spMkLst>
        </pc:spChg>
        <pc:spChg chg="mo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3" creationId="{66EB5056-0D53-7E4A-8242-52FB827313C9}"/>
          </ac:spMkLst>
        </pc:spChg>
        <pc:spChg chg="mo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4" creationId="{A6C5016B-07D6-0F8C-0041-08FBCAA0E2AA}"/>
          </ac:spMkLst>
        </pc:spChg>
        <pc:spChg chg="ad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9" creationId="{1B15ED52-F352-441B-82BF-E0EA34836D08}"/>
          </ac:spMkLst>
        </pc:spChg>
        <pc:spChg chg="ad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11" creationId="{3B2E3793-BFE6-45A2-9B7B-E18844431C99}"/>
          </ac:spMkLst>
        </pc:spChg>
        <pc:spChg chg="ad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13" creationId="{BC4C4868-CB8F-4AF9-9CDB-8108F2C19B67}"/>
          </ac:spMkLst>
        </pc:spChg>
        <pc:spChg chg="ad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15" creationId="{375E0459-6403-40CD-989D-56A4407CA12E}"/>
          </ac:spMkLst>
        </pc:spChg>
        <pc:spChg chg="add">
          <ac:chgData name="ayesha shoaib" userId="cd5853ea8dfa5a75" providerId="LiveId" clId="{1B3D6EC9-C197-43DA-A17A-D9A48614B270}" dt="2026-03-09T04:24:22.001" v="122" actId="26606"/>
          <ac:spMkLst>
            <pc:docMk/>
            <pc:sldMk cId="4187085196" sldId="294"/>
            <ac:spMk id="17" creationId="{53E5B1A8-3AC9-4BD1-9BBC-78CA94F2D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1DD15-FBED-4C04-B3B8-BAFC6FE7873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CA26E-BF07-4C24-8267-5EE648A8D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92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35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ISA is the interface between software and hardware because software uses ISA instructions and the hardware is designed to execute those instructions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CA26E-BF07-4C24-8267-5EE648A8D4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53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CA26E-BF07-4C24-8267-5EE648A8D4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CA26E-BF07-4C24-8267-5EE648A8D4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19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MIPS:</a:t>
            </a:r>
          </a:p>
          <a:p>
            <a:r>
              <a:rPr lang="en-US" b="1" dirty="0" smtClean="0"/>
              <a:t>ALU operations work only on registers</a:t>
            </a:r>
            <a:endParaRPr lang="en-US" dirty="0" smtClean="0"/>
          </a:p>
          <a:p>
            <a:r>
              <a:rPr lang="en-US" b="1" dirty="0" smtClean="0"/>
              <a:t>Memory cannot be used directly in arithmetic operations</a:t>
            </a:r>
            <a:endParaRPr lang="en-US" dirty="0" smtClean="0"/>
          </a:p>
          <a:p>
            <a:r>
              <a:rPr lang="en-US" dirty="0" smtClean="0"/>
              <a:t>So data must first be </a:t>
            </a:r>
            <a:r>
              <a:rPr lang="en-US" b="1" dirty="0" smtClean="0"/>
              <a:t>loaded from memory to registers</a:t>
            </a:r>
            <a:r>
              <a:rPr lang="en-US" dirty="0" smtClean="0"/>
              <a:t>, then the ALU performs operations.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CA26E-BF07-4C24-8267-5EE648A8D4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10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MIPS:</a:t>
            </a:r>
          </a:p>
          <a:p>
            <a:r>
              <a:rPr lang="en-US" b="1" dirty="0" smtClean="0"/>
              <a:t>ALU operations work only on registers</a:t>
            </a:r>
            <a:endParaRPr lang="en-US" dirty="0" smtClean="0"/>
          </a:p>
          <a:p>
            <a:r>
              <a:rPr lang="en-US" b="1" dirty="0" smtClean="0"/>
              <a:t>Memory cannot be used directly in arithmetic operations</a:t>
            </a:r>
            <a:endParaRPr lang="en-US" dirty="0" smtClean="0"/>
          </a:p>
          <a:p>
            <a:r>
              <a:rPr lang="en-US" dirty="0" smtClean="0"/>
              <a:t>So data must first be </a:t>
            </a:r>
            <a:r>
              <a:rPr lang="en-US" b="1" dirty="0" smtClean="0"/>
              <a:t>loaded from memory to registers</a:t>
            </a:r>
            <a:r>
              <a:rPr lang="en-US" dirty="0" smtClean="0"/>
              <a:t>, then the ALU performs operations.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CA26E-BF07-4C24-8267-5EE648A8D41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9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Opcode → Arithmetic instruction</a:t>
            </a:r>
          </a:p>
          <a:p>
            <a:r>
              <a:rPr lang="en-US" dirty="0" err="1" smtClean="0"/>
              <a:t>Funct</a:t>
            </a:r>
            <a:r>
              <a:rPr lang="en-US" dirty="0" smtClean="0"/>
              <a:t> → ADD / SUB / 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CA26E-BF07-4C24-8267-5EE648A8D41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71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MIPS, </a:t>
            </a:r>
            <a:r>
              <a:rPr lang="en-US" b="1" dirty="0" smtClean="0"/>
              <a:t>each instruction is 4 bytes</a:t>
            </a:r>
            <a:r>
              <a:rPr lang="en-US" dirty="0" smtClean="0"/>
              <a:t> (1 word = 4 bytes).</a:t>
            </a:r>
          </a:p>
          <a:p>
            <a:r>
              <a:rPr lang="en-US" dirty="0" smtClean="0"/>
              <a:t>This means the </a:t>
            </a:r>
            <a:r>
              <a:rPr lang="en-US" b="1" dirty="0" smtClean="0"/>
              <a:t>memory address of any instruction is divisible by 4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CA26E-BF07-4C24-8267-5EE648A8D41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5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A11B-2A77-5E85-EA67-FA956187C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DF5C0-72CF-CF74-1B01-15F35D96F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7661-D5D7-EC68-12D2-8E49E4A3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5297-9F28-43DC-86C7-E008DB094F6E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97FF-AF42-91CF-E1A3-60149A31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A17D8-493E-6002-6F88-66F73D78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8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442C-CDD5-2098-713B-6617000F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A2CA-E484-A307-8A4C-9CFE9A170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AB2EA-67F1-B1FC-6505-646E3145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F495-5D9A-4AA9-BE3D-43728476E739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45FA0-22BE-F69A-0DD6-4BB2C757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5BC3B-DE03-6A89-EF04-2E4AA4E1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5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5AD5-2578-4CE4-0CF3-6662CBB12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3AFF1-675C-9869-E576-2A6BBCF2F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91E2A-825D-9F0C-2B69-42B08AD4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82690-1228-4A7A-AAA5-9E09AB7FAFA1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7237-3508-A9D3-EEC2-039CD669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8A50-BCE6-DCA3-3ADE-5068D616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8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30B2-A298-19D3-46BB-5755545D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57B6-D877-15C0-449D-E0E93F5AC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0CB57-CF5F-8704-040E-DD3B34960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2A464-9AD0-8BF2-74BC-44140997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2A73-0EA5-412F-99CE-A8A87B7A1997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D66FF-7DF6-D7BB-D821-62A5C687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0EBF0-5320-53F1-98A9-6A46599D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9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124E-47D3-59B6-D697-5CFBF29C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D6738-47DF-DDB9-CBF6-9BCEE5827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43A01-CA3C-5838-218F-91E8F3B33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D5542-DCC8-612E-1080-2A98CD5C4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773DDA-8A2C-4FAB-2D4B-BF19A91E5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DF863-6DC2-4898-3297-65FFF59D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C454A-FD32-4054-A2D1-BACC77D41F42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279B5C-FAEE-DBC8-AB79-AEE104B1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4231A-E14B-3CC3-4A88-2EFD25E5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5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9587-53E0-B33E-8803-EF422855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18883-80FB-877F-00FB-D5DF28E9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E940-3163-4AB2-A563-6A2688C59A3F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0FF5B-4F0C-7438-9D2E-62DE7D0E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81394-817F-6B2A-3C77-96A172BC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52F435-B2C7-F277-7CF0-8B6A0124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AF2D-4C0C-4C5F-AC49-DD0876A01B53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4F2EF-5E6A-E1EF-12D3-4F840DE0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C8F3A-A017-E5C1-6E10-31961942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1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6040-663B-109A-0BCA-819EF244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6C62E-36D2-CDB1-0665-906D19812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218BF-30FC-8596-2648-2F88AE6E3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BC4BF-427C-931A-39A5-B6E09C63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F868-3734-4262-9740-47E504E440B9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EBE37-4AB7-A5C6-6958-A5CFFB08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8ADE5-0446-A6F0-037F-9CC811C1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5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C8F5-DBAD-9E0D-A4E0-FA7B8440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B51CC-1989-C7F8-6608-EF05D6F7D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43D6E-B9DD-E6CC-1FE2-BCD36730D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B0EAF-9DD5-2EF4-A476-90D53756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F62D-6F11-4B60-9393-9C1E51D39BA7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75E45-39BE-B6DD-EE50-EAB86F6D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DEB59-9962-398D-0600-8A826571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1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BCF8-FD35-0980-1760-8D022F9F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B6A6-C584-D304-D622-1992E73C4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AFDFC-1204-7C38-D758-49235949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5DE71-50D4-4E84-88E8-39790BC3281B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AB28-29F9-68BB-D737-64B3F35C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D85C-266E-B643-2047-FF6B2B76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1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DF18B-5335-6FFD-2C6C-8B302E601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378F0-7925-6674-968A-06C10B8D4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B34CF-2D87-B46E-4370-0140F4DD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743A-00F0-4D8A-A46E-4F598FBAF71A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A768-00CC-5F18-2131-F27EEFF8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F558D-0145-1EF5-3A9E-AD945115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7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23439-D2B1-DD9E-EADB-42A073B0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76D7-A389-0491-8972-F8D6DF038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5C67-F59A-9797-57CB-8076EC79F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08D10-27DC-4C7F-ACCC-6ED6BD140590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D9523-0FC7-5BE3-27AE-C95CE79CA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90056-8F12-DCDD-3676-543BF99E4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CA589-FF0E-40FF-9971-66C969045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130710" y="2667000"/>
            <a:ext cx="10333703" cy="1524000"/>
          </a:xfrm>
        </p:spPr>
        <p:txBody>
          <a:bodyPr/>
          <a:lstStyle/>
          <a:p>
            <a:pPr eaLnBrk="1" hangingPunct="1"/>
            <a:endParaRPr lang="en-US" sz="4267" dirty="0"/>
          </a:p>
          <a:p>
            <a:pPr eaLnBrk="1" hangingPunct="1"/>
            <a:r>
              <a:rPr lang="en-US" sz="2667" dirty="0"/>
              <a:t>Instructor: </a:t>
            </a:r>
            <a:r>
              <a:rPr lang="en-US" sz="2667" dirty="0" smtClean="0"/>
              <a:t>Aqsa </a:t>
            </a:r>
            <a:r>
              <a:rPr lang="en-US" sz="2667" dirty="0" err="1" smtClean="0"/>
              <a:t>Safdar</a:t>
            </a:r>
            <a:endParaRPr lang="en-US" sz="2667" dirty="0"/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2"/>
            <a:ext cx="58674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9" tIns="45719" rIns="91439" bIns="45719">
            <a:spAutoFit/>
          </a:bodyPr>
          <a:lstStyle/>
          <a:p>
            <a:pPr>
              <a:spcBef>
                <a:spcPct val="50000"/>
              </a:spcBef>
            </a:pPr>
            <a:endParaRPr lang="en-US" sz="2400"/>
          </a:p>
        </p:txBody>
      </p:sp>
      <p:pic>
        <p:nvPicPr>
          <p:cNvPr id="26625" name="Picture 1" descr="C:\Temp\ketrina\Lecture1-Introduc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4576" y="3789315"/>
            <a:ext cx="6022848" cy="268991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B1A2797-49EB-BE24-9447-8251F826F90E}"/>
              </a:ext>
            </a:extLst>
          </p:cNvPr>
          <p:cNvSpPr txBox="1">
            <a:spLocks/>
          </p:cNvSpPr>
          <p:nvPr/>
        </p:nvSpPr>
        <p:spPr bwMode="auto">
          <a:xfrm>
            <a:off x="2089751" y="414778"/>
            <a:ext cx="8883048" cy="2559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9" tIns="45719" rIns="91439" bIns="45719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5pPr>
            <a:lvl6pPr marL="342892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6pPr>
            <a:lvl7pPr marL="685783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7pPr>
            <a:lvl8pPr marL="1028675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8pPr>
            <a:lvl9pPr marL="1371566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4400" kern="0" dirty="0"/>
              <a:t/>
            </a:r>
            <a:br>
              <a:rPr lang="en-US" sz="4400" kern="0" dirty="0"/>
            </a:br>
            <a:r>
              <a:rPr lang="en-US" sz="4400" kern="0" dirty="0"/>
              <a:t>Computer Organization and Assembly Language</a:t>
            </a:r>
          </a:p>
          <a:p>
            <a:r>
              <a:rPr lang="en-US" sz="4400" kern="0" dirty="0"/>
              <a:t> Week 2</a:t>
            </a:r>
            <a:br>
              <a:rPr lang="en-US" sz="4400" kern="0" dirty="0"/>
            </a:br>
            <a:endParaRPr lang="en-US" sz="4400" kern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8C5385-0D1E-DE3D-9E60-BD7C15D9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E62938-84EC-488D-9CA4-E38E8D42E52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EA3E8-D1DA-E5AB-B702-8007137A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D08145-B4D3-B2B6-D69C-E0C91D2325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 of ISA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Role of ISA in computer organization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Hardware–software relationship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MIPS architecture overview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RISC vs CISC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MIPS instruction formats (R, I, J)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13350-3235-9E8F-3A02-71B92A6D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841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A4C46-A3E6-FA21-A464-E0F4B9C3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Instruction Set Architecture (ISA)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7016-820B-7377-C27D-FFBEDAB5B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045" y="1872056"/>
            <a:ext cx="11588658" cy="4711320"/>
          </a:xfrm>
        </p:spPr>
        <p:txBody>
          <a:bodyPr anchor="ctr"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instructions and rules that define how software communicates with computer hardware.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is like the communication language between the brain and body, allowing software to control computer hardware.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defines: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(add, load, store, jump, etc.</a:t>
            </a:r>
            <a:r>
              <a:rPr lang="en-US" sz="2200" dirty="0"/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in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(byte, word, etc.)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 methods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code: a = b + 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 ISA instruction: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specifies how this operation is executed by hardware</a:t>
            </a:r>
            <a:r>
              <a:rPr lang="en-US" sz="2200" dirty="0"/>
              <a:t>.</a:t>
            </a:r>
          </a:p>
          <a:p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4A6DC-4CD0-1BB3-8711-8DED04957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19A5CB-1EED-2FED-E464-41C715602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885" y="2959510"/>
            <a:ext cx="4598670" cy="35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1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47455-EDE2-1702-2F1F-18CF04F3A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Contd….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5EC25-5C6E-9441-59AA-2D0EF7F9B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885279"/>
            <a:ext cx="11415251" cy="4116276"/>
          </a:xfrm>
        </p:spPr>
        <p:txBody>
          <a:bodyPr anchor="ctr"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provides a standard interface between programs and hardware.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compatibility across processors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independence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instruction execution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written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 ISA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run on different MIPS processors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 is the interface between software and hardware because software uses ISA instructions and the hardware is designed to execute those instructions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9FF93-7F5D-F360-7B74-6D5B1C45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4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77FC2-BCE5-1022-5268-D6CD1B3C6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Contd</a:t>
            </a:r>
            <a:r>
              <a:rPr lang="en-US" sz="4000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1A536-3524-E421-2600-C5DB4AD6D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1622746"/>
            <a:ext cx="10933471" cy="4945202"/>
          </a:xfrm>
        </p:spPr>
        <p:txBody>
          <a:bodyPr anchor="ctr">
            <a:noAutofit/>
          </a:bodyPr>
          <a:lstStyle/>
          <a:p>
            <a:pPr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bridge between architecture and organization. It determines: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formats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usage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</a:p>
          <a:p>
            <a:pPr marL="457200" lvl="1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the ISA (Instruction Set Architecture)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computer can do from the programmer’s point of view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then implements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using: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 path through which data moves inside the CPU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controls and coordinates operations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 (Arithmetic Logic Unit)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performs arithmetic and logical operations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D34B-4AFF-F8E4-B057-9E69AE7B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72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A8732-5692-68D6-53AF-3BA93407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Why ISA is Important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A9D6-0688-6B5A-BF55-65FCD033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406" y="1885279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acts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architecture and organization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defines what operations are possible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defines how those operations are carried out in 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8F285-C269-9DD3-F4CA-DE5DAC7A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73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B2854-1AD9-8A71-B5E1-5869886C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74C4EF-EA76-8CA3-D6A1-82B915831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93" y="1027906"/>
            <a:ext cx="10794123" cy="54920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634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7B16A-A2D1-39E8-B81A-D2E8220BE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152" y="55387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written in high-level languages are translated into ISA instructions.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code)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y + z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(MIPS)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$t1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y + z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executes this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928E3-39EA-BCAF-085A-2AB3B160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78BA4-1875-AFFB-4AE6-34AEF32E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85" y="2584993"/>
            <a:ext cx="6029179" cy="36816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08" y="4466897"/>
            <a:ext cx="3321654" cy="215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90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73DE0-58F2-1498-7249-915CAE31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Computer System Equivalent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20111-7F94-BE49-90A9-1B17B03C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5BD6E3-BD31-3252-C33D-6B83615A0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012919"/>
              </p:ext>
            </p:extLst>
          </p:nvPr>
        </p:nvGraphicFramePr>
        <p:xfrm>
          <a:off x="863003" y="2112579"/>
          <a:ext cx="10489936" cy="4192807"/>
        </p:xfrm>
        <a:graphic>
          <a:graphicData uri="http://schemas.openxmlformats.org/drawingml/2006/table">
            <a:tbl>
              <a:tblPr/>
              <a:tblGrid>
                <a:gridCol w="3838651">
                  <a:extLst>
                    <a:ext uri="{9D8B030D-6E8A-4147-A177-3AD203B41FA5}">
                      <a16:colId xmlns:a16="http://schemas.microsoft.com/office/drawing/2014/main" val="858859044"/>
                    </a:ext>
                  </a:extLst>
                </a:gridCol>
                <a:gridCol w="6651285">
                  <a:extLst>
                    <a:ext uri="{9D8B030D-6E8A-4147-A177-3AD203B41FA5}">
                      <a16:colId xmlns:a16="http://schemas.microsoft.com/office/drawing/2014/main" val="1975560085"/>
                    </a:ext>
                  </a:extLst>
                </a:gridCol>
              </a:tblGrid>
              <a:tr h="6274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Human Body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Computer System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593546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Brain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CPU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347208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Nervous system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Instruction Set Architecture (ISA)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14153"/>
                  </a:ext>
                </a:extLst>
              </a:tr>
              <a:tr h="1055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Muscles/organs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Hardware components (ALU, registers, memory)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601189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Command from brain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Program instruction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130362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Action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 dirty="0">
                          <a:effectLst/>
                          <a:latin typeface="Arial" panose="020B0604020202020204" pitchFamily="34" charset="0"/>
                        </a:rPr>
                        <a:t>Instruction execution</a:t>
                      </a:r>
                    </a:p>
                  </a:txBody>
                  <a:tcPr marL="142612" marR="142612" marT="71306" marB="71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270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46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768F5-2953-C5A2-E788-7F719819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D6994-98FA-5B92-9536-C6F4DEFE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 (Reduced Instruction Set Computer)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8A0E-D80C-FF55-AD28-438942BF7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390914" cy="5546047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instructions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instruction length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Load/store architecture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processors: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9CE66-0CE5-E28C-DE8B-CB01C2FF8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011228"/>
            <a:ext cx="3615776" cy="28474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E8D16-5149-1E9E-0D9B-BB8519CA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094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1F13C-C528-3C6B-2B53-30E40AB8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26B77-DC8E-F3A6-26AA-AC170BBF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 (Complex Instruction Set 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F30C-A4D4-BE23-B2DE-2A4182B8B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158029" cy="5546047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instructions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instruction length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addressing modes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processors: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x86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processors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485278-AA08-295E-0888-6A89BB4BE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137780"/>
            <a:ext cx="3615776" cy="259431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0C87F-0210-A4D6-9A2D-5533084F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6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9903F-3960-3382-F3A9-920C0443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A6CCB-3635-E867-33BE-1E0D68A9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RISC vs CISC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638D7-06AA-E8BC-D17B-8A6F8882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AFE050-43B1-08F0-E800-A4A13A49B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35573"/>
              </p:ext>
            </p:extLst>
          </p:nvPr>
        </p:nvGraphicFramePr>
        <p:xfrm>
          <a:off x="644056" y="2525738"/>
          <a:ext cx="10927830" cy="336649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600677">
                  <a:extLst>
                    <a:ext uri="{9D8B030D-6E8A-4147-A177-3AD203B41FA5}">
                      <a16:colId xmlns:a16="http://schemas.microsoft.com/office/drawing/2014/main" val="482527460"/>
                    </a:ext>
                  </a:extLst>
                </a:gridCol>
                <a:gridCol w="2449969">
                  <a:extLst>
                    <a:ext uri="{9D8B030D-6E8A-4147-A177-3AD203B41FA5}">
                      <a16:colId xmlns:a16="http://schemas.microsoft.com/office/drawing/2014/main" val="3762470877"/>
                    </a:ext>
                  </a:extLst>
                </a:gridCol>
                <a:gridCol w="2877184">
                  <a:extLst>
                    <a:ext uri="{9D8B030D-6E8A-4147-A177-3AD203B41FA5}">
                      <a16:colId xmlns:a16="http://schemas.microsoft.com/office/drawing/2014/main" val="3035028242"/>
                    </a:ext>
                  </a:extLst>
                </a:gridCol>
              </a:tblGrid>
              <a:tr h="673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RISC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</a:t>
                      </a:r>
                    </a:p>
                  </a:txBody>
                  <a:tcPr marL="159618" marR="159618" marT="79809" marB="79809" anchor="ctr"/>
                </a:tc>
                <a:extLst>
                  <a:ext uri="{0D108BD9-81ED-4DB2-BD59-A6C34878D82A}">
                    <a16:rowId xmlns:a16="http://schemas.microsoft.com/office/drawing/2014/main" val="734520399"/>
                  </a:ext>
                </a:extLst>
              </a:tr>
              <a:tr h="673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complexity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</a:p>
                  </a:txBody>
                  <a:tcPr marL="159618" marR="159618" marT="79809" marB="79809" anchor="ctr"/>
                </a:tc>
                <a:extLst>
                  <a:ext uri="{0D108BD9-81ED-4DB2-BD59-A6C34878D82A}">
                    <a16:rowId xmlns:a16="http://schemas.microsoft.com/office/drawing/2014/main" val="3772197973"/>
                  </a:ext>
                </a:extLst>
              </a:tr>
              <a:tr h="673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length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</a:txBody>
                  <a:tcPr marL="159618" marR="159618" marT="79809" marB="79809" anchor="ctr"/>
                </a:tc>
                <a:extLst>
                  <a:ext uri="{0D108BD9-81ED-4DB2-BD59-A6C34878D82A}">
                    <a16:rowId xmlns:a16="http://schemas.microsoft.com/office/drawing/2014/main" val="2925941784"/>
                  </a:ext>
                </a:extLst>
              </a:tr>
              <a:tr h="673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 speed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</a:t>
                      </a:r>
                    </a:p>
                  </a:txBody>
                  <a:tcPr marL="159618" marR="159618" marT="79809" marB="79809" anchor="ctr"/>
                </a:tc>
                <a:extLst>
                  <a:ext uri="{0D108BD9-81ED-4DB2-BD59-A6C34878D82A}">
                    <a16:rowId xmlns:a16="http://schemas.microsoft.com/office/drawing/2014/main" val="3864199620"/>
                  </a:ext>
                </a:extLst>
              </a:tr>
              <a:tr h="673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MIPS</a:t>
                      </a:r>
                    </a:p>
                  </a:txBody>
                  <a:tcPr marL="159618" marR="159618" marT="79809" marB="798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x86</a:t>
                      </a:r>
                    </a:p>
                  </a:txBody>
                  <a:tcPr marL="159618" marR="159618" marT="79809" marB="79809" anchor="ctr"/>
                </a:tc>
                <a:extLst>
                  <a:ext uri="{0D108BD9-81ED-4DB2-BD59-A6C34878D82A}">
                    <a16:rowId xmlns:a16="http://schemas.microsoft.com/office/drawing/2014/main" val="1873426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169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46FC7-6F4D-AFAC-622A-A12B8A71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7B687-742F-74AA-2C5A-3FA00ED4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RISC vs CISC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3A661-1C3E-9E67-44B9-253B3515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113D31A-2F1B-E8C2-3965-7F92A2BC6F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56112"/>
              </p:ext>
            </p:extLst>
          </p:nvPr>
        </p:nvGraphicFramePr>
        <p:xfrm>
          <a:off x="357352" y="1744720"/>
          <a:ext cx="11424745" cy="500071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897847">
                  <a:extLst>
                    <a:ext uri="{9D8B030D-6E8A-4147-A177-3AD203B41FA5}">
                      <a16:colId xmlns:a16="http://schemas.microsoft.com/office/drawing/2014/main" val="1354084086"/>
                    </a:ext>
                  </a:extLst>
                </a:gridCol>
                <a:gridCol w="4252464">
                  <a:extLst>
                    <a:ext uri="{9D8B030D-6E8A-4147-A177-3AD203B41FA5}">
                      <a16:colId xmlns:a16="http://schemas.microsoft.com/office/drawing/2014/main" val="2307002018"/>
                    </a:ext>
                  </a:extLst>
                </a:gridCol>
                <a:gridCol w="4274434">
                  <a:extLst>
                    <a:ext uri="{9D8B030D-6E8A-4147-A177-3AD203B41FA5}">
                      <a16:colId xmlns:a16="http://schemas.microsoft.com/office/drawing/2014/main" val="2018249892"/>
                    </a:ext>
                  </a:extLst>
                </a:gridCol>
              </a:tblGrid>
              <a:tr h="535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 (Complex Instruction Set Computer)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RISC (Reduced Instruction Set Computer)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3220148442"/>
                  </a:ext>
                </a:extLst>
              </a:tr>
              <a:tr h="359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Instruction Set Computer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Instruction Set Computer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1517531014"/>
                  </a:ext>
                </a:extLst>
              </a:tr>
              <a:tr h="359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Instructions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number of instructions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Fewer number of instructions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1584396710"/>
                  </a:ext>
                </a:extLst>
              </a:tr>
              <a:tr h="359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Format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 length instruction format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length instruction format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2202153870"/>
                  </a:ext>
                </a:extLst>
              </a:tr>
              <a:tr h="359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Addressing Modes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number of addressing modes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 addressing modes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2703984074"/>
                  </a:ext>
                </a:extLst>
              </a:tr>
              <a:tr h="359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cost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cost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119818418"/>
                  </a:ext>
                </a:extLst>
              </a:tr>
              <a:tr h="535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Power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powerful instructions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powerful individual instructions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2556745430"/>
                  </a:ext>
                </a:extLst>
              </a:tr>
              <a:tr h="535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Execution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clock cycles per instruction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single clock cycle per instruction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3478823221"/>
                  </a:ext>
                </a:extLst>
              </a:tr>
              <a:tr h="535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Access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Instructions can directly manipulate memory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Operations performed mainly in registers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643420099"/>
                  </a:ext>
                </a:extLst>
              </a:tr>
              <a:tr h="359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Unit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Microprogrammed control unit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Hardwired control unit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3525453526"/>
                  </a:ext>
                </a:extLst>
              </a:tr>
              <a:tr h="596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x86, Motorola 68000, Mainframe processors</a:t>
                      </a:r>
                    </a:p>
                  </a:txBody>
                  <a:tcPr marL="69053" marR="69053" marT="34526" marB="345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MIPS, ARM, SPARC, Fujitsu</a:t>
                      </a:r>
                    </a:p>
                  </a:txBody>
                  <a:tcPr marL="69053" marR="69053" marT="34526" marB="34526" anchor="ctr"/>
                </a:tc>
                <a:extLst>
                  <a:ext uri="{0D108BD9-81ED-4DB2-BD59-A6C34878D82A}">
                    <a16:rowId xmlns:a16="http://schemas.microsoft.com/office/drawing/2014/main" val="117438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F2234-8D2E-F346-D55F-DAE483C8D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52859-04E4-7170-1BA4-664358706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 stands for Microprocessor without Interlocked Pipeline Stages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 architecture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instruction format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Load/store architecture: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length (32 bits)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186D-A1B3-658F-D8E7-CA30D6A9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56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D41EE-BE70-DDCD-B2E4-8C70E184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Common Registers in MIPS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45AE37-1F51-A8F5-CD95-2C3901C21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176703"/>
              </p:ext>
            </p:extLst>
          </p:nvPr>
        </p:nvGraphicFramePr>
        <p:xfrm>
          <a:off x="644056" y="2383273"/>
          <a:ext cx="10927829" cy="381863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342870">
                  <a:extLst>
                    <a:ext uri="{9D8B030D-6E8A-4147-A177-3AD203B41FA5}">
                      <a16:colId xmlns:a16="http://schemas.microsoft.com/office/drawing/2014/main" val="3641423771"/>
                    </a:ext>
                  </a:extLst>
                </a:gridCol>
                <a:gridCol w="6584959">
                  <a:extLst>
                    <a:ext uri="{9D8B030D-6E8A-4147-A177-3AD203B41FA5}">
                      <a16:colId xmlns:a16="http://schemas.microsoft.com/office/drawing/2014/main" val="1139954371"/>
                    </a:ext>
                  </a:extLst>
                </a:gridCol>
              </a:tblGrid>
              <a:tr h="730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marL="165974" marR="165974" marT="82987" marB="829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165974" marR="165974" marT="82987" marB="82987" anchor="ctr"/>
                </a:tc>
                <a:extLst>
                  <a:ext uri="{0D108BD9-81ED-4DB2-BD59-A6C34878D82A}">
                    <a16:rowId xmlns:a16="http://schemas.microsoft.com/office/drawing/2014/main" val="3058084461"/>
                  </a:ext>
                </a:extLst>
              </a:tr>
              <a:tr h="730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$t0–$t9</a:t>
                      </a:r>
                    </a:p>
                  </a:txBody>
                  <a:tcPr marL="165974" marR="165974" marT="82987" marB="829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temporary</a:t>
                      </a:r>
                    </a:p>
                  </a:txBody>
                  <a:tcPr marL="165974" marR="165974" marT="82987" marB="82987" anchor="ctr"/>
                </a:tc>
                <a:extLst>
                  <a:ext uri="{0D108BD9-81ED-4DB2-BD59-A6C34878D82A}">
                    <a16:rowId xmlns:a16="http://schemas.microsoft.com/office/drawing/2014/main" val="3467315472"/>
                  </a:ext>
                </a:extLst>
              </a:tr>
              <a:tr h="730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$s0–$s7</a:t>
                      </a:r>
                    </a:p>
                  </a:txBody>
                  <a:tcPr marL="165974" marR="165974" marT="82987" marB="829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saved</a:t>
                      </a:r>
                    </a:p>
                  </a:txBody>
                  <a:tcPr marL="165974" marR="165974" marT="82987" marB="82987" anchor="ctr"/>
                </a:tc>
                <a:extLst>
                  <a:ext uri="{0D108BD9-81ED-4DB2-BD59-A6C34878D82A}">
                    <a16:rowId xmlns:a16="http://schemas.microsoft.com/office/drawing/2014/main" val="3821746949"/>
                  </a:ext>
                </a:extLst>
              </a:tr>
              <a:tr h="730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$zero</a:t>
                      </a:r>
                    </a:p>
                  </a:txBody>
                  <a:tcPr marL="165974" marR="165974" marT="82987" marB="829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special register in MIPS that always holds the value 0.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5974" marR="165974" marT="82987" marB="82987" anchor="ctr"/>
                </a:tc>
                <a:extLst>
                  <a:ext uri="{0D108BD9-81ED-4DB2-BD59-A6C34878D82A}">
                    <a16:rowId xmlns:a16="http://schemas.microsoft.com/office/drawing/2014/main" val="2520928829"/>
                  </a:ext>
                </a:extLst>
              </a:tr>
              <a:tr h="730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sz="3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</a:t>
                      </a:r>
                      <a:endParaRPr lang="en-US" sz="3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5974" marR="165974" marT="82987" marB="829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address</a:t>
                      </a:r>
                    </a:p>
                  </a:txBody>
                  <a:tcPr marL="165974" marR="165974" marT="82987" marB="82987" anchor="ctr"/>
                </a:tc>
                <a:extLst>
                  <a:ext uri="{0D108BD9-81ED-4DB2-BD59-A6C34878D82A}">
                    <a16:rowId xmlns:a16="http://schemas.microsoft.com/office/drawing/2014/main" val="192893468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6A83-6BE5-EECF-D38A-73395C36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82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D36DF-FF0C-7AFB-55E9-4FDDB5475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Instruction Formats in MIPS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5056-0D53-7E4A-8242-52FB82731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Instruction Format?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format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bits within an instruction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specifies: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to perform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operands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operand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values or addresses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5016B-07D6-0F8C-0041-08FBCAA0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085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7DEBE-96B1-FF45-AB6A-AD9FEF7D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296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1CE21-4EE6-FF46-628A-217D012B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86" y="1918765"/>
            <a:ext cx="10516896" cy="4620147"/>
          </a:xfrm>
        </p:spPr>
        <p:txBody>
          <a:bodyPr anchor="ctr"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 follows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Load/Store architecture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Only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store instructions access memory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 use registers only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$t0, 0($t1)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$t2, $t0, $t3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t2, 0($t1)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value from memory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computation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result back to memory</a:t>
            </a:r>
          </a:p>
          <a:p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02705-ABE3-B922-2D53-47B0C0CDB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67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4D96E-9822-4110-188D-31DA879FB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MIPS 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4DD4A-0199-D398-5CFE-323E2738D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MIPS instruction has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bits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formats: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(Register)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I-type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(Immediate)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J-type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(Jump)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 Instruction (32 bits)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|---- R-Type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|---- I-Type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|---- J-Type</a:t>
            </a:r>
          </a:p>
          <a:p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1ABE6-1D35-D6AE-7318-D02DB757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53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2A097-B084-BEEB-655B-45BCDF45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R-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5317-7B87-6733-8042-5AF96E8E7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1885278"/>
            <a:ext cx="10636280" cy="4723865"/>
          </a:xfrm>
        </p:spPr>
        <p:txBody>
          <a:bodyPr anchor="ctr">
            <a:normAutofit fontScale="700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register-to-register </a:t>
            </a:r>
            <a:r>
              <a:rPr lang="en-US" sz="3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means: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from registers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is performed in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is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back in a </a:t>
            </a:r>
            <a:r>
              <a:rPr lang="en-US" sz="3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t2 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 =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$t1 + $t2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</a:p>
          <a:p>
            <a:pPr marL="0" indent="0">
              <a:buNone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| opcode |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source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target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destination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shamt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Diagram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6|5|5|5|5|6|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shamt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C59F1-DC7C-A4DC-E44F-52266B4FB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5C8675-6971-04B3-6B60-0F02B41F6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046" y="3911707"/>
            <a:ext cx="6745114" cy="61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33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2A097-B084-BEEB-655B-45BCDF45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R- Type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6209046"/>
              </p:ext>
            </p:extLst>
          </p:nvPr>
        </p:nvGraphicFramePr>
        <p:xfrm>
          <a:off x="751950" y="2417739"/>
          <a:ext cx="10515600" cy="4058584"/>
        </p:xfrm>
        <a:graphic>
          <a:graphicData uri="http://schemas.openxmlformats.org/drawingml/2006/table">
            <a:tbl>
              <a:tblPr/>
              <a:tblGrid>
                <a:gridCol w="1979675">
                  <a:extLst>
                    <a:ext uri="{9D8B030D-6E8A-4147-A177-3AD203B41FA5}">
                      <a16:colId xmlns:a16="http://schemas.microsoft.com/office/drawing/2014/main" val="3188018540"/>
                    </a:ext>
                  </a:extLst>
                </a:gridCol>
                <a:gridCol w="2280213">
                  <a:extLst>
                    <a:ext uri="{9D8B030D-6E8A-4147-A177-3AD203B41FA5}">
                      <a16:colId xmlns:a16="http://schemas.microsoft.com/office/drawing/2014/main" val="15552509"/>
                    </a:ext>
                  </a:extLst>
                </a:gridCol>
                <a:gridCol w="6255712">
                  <a:extLst>
                    <a:ext uri="{9D8B030D-6E8A-4147-A177-3AD203B41FA5}">
                      <a16:colId xmlns:a16="http://schemas.microsoft.com/office/drawing/2014/main" val="1654012641"/>
                    </a:ext>
                  </a:extLst>
                </a:gridCol>
              </a:tblGrid>
              <a:tr h="33033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247863"/>
                  </a:ext>
                </a:extLst>
              </a:tr>
              <a:tr h="82584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opcode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instruction type (for R-type usually 000000)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13840"/>
                  </a:ext>
                </a:extLst>
              </a:tr>
              <a:tr h="330339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source register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85410"/>
                  </a:ext>
                </a:extLst>
              </a:tr>
              <a:tr h="330339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source register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750811"/>
                  </a:ext>
                </a:extLst>
              </a:tr>
              <a:tr h="330339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 register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980645"/>
                  </a:ext>
                </a:extLst>
              </a:tr>
              <a:tr h="578092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shamt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 amount (used in shift instructions)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054398"/>
                  </a:ext>
                </a:extLst>
              </a:tr>
              <a:tr h="825846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Specifies the exact operation (add, sub, and,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3624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C59F1-DC7C-A4DC-E44F-52266B4FB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BCA589-FF0E-40FF-9971-66C969045C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5C8675-6971-04B3-6B60-0F02B41F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50" y="1698873"/>
            <a:ext cx="6745114" cy="61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53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16AE5-402D-505B-2A1C-AA095BA5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I-Type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6E35-4E96-D051-36A9-7360C827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78"/>
            <a:ext cx="9724031" cy="4677567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 with offset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instructions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$t0, 4($t1)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Load value from memory.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3844-BC74-E9E3-E656-E17AF3A0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675325-397B-5E05-EF4D-D1A4015CC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463" y="3092093"/>
            <a:ext cx="7501533" cy="6858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904" y="5546123"/>
            <a:ext cx="8212001" cy="81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93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08B27-2C5D-E2EF-B26D-ACDEF858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J-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B2EE9-4BBE-2E78-3920-E0D39126F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5"/>
            <a:ext cx="9724031" cy="5098730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instructions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j loop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0x00400010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Jump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instruction labeled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opcode | address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(6 bits)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tells the CPU it’s a jump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(26 bits)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target address to jump to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146AD-FBEF-19D5-7650-94099382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D8CE1-6D02-756E-C7B9-F457ECED8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47" y="2626867"/>
            <a:ext cx="6631992" cy="66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11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EC5ED-3778-363E-FB74-AB7FA1D7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B99DBD-0EB9-9DDA-5331-E245B04AA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256" y="3833199"/>
            <a:ext cx="8332826" cy="11199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85750" marR="0" lvl="0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Instruction:</a:t>
            </a:r>
          </a:p>
          <a:p>
            <a:pPr marL="742950" marR="0" lvl="1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pPr marL="285750" marR="0" lvl="0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tells the CPU:</a:t>
            </a:r>
          </a:p>
          <a:p>
            <a:pPr marL="742950" marR="0" lvl="1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$t0 = $t1 + $t2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47DA22-27F8-48D9-0993-531C91F10A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359549"/>
              </p:ext>
            </p:extLst>
          </p:nvPr>
        </p:nvGraphicFramePr>
        <p:xfrm>
          <a:off x="2348358" y="402571"/>
          <a:ext cx="7495283" cy="29405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10722">
                  <a:extLst>
                    <a:ext uri="{9D8B030D-6E8A-4147-A177-3AD203B41FA5}">
                      <a16:colId xmlns:a16="http://schemas.microsoft.com/office/drawing/2014/main" val="4068549222"/>
                    </a:ext>
                  </a:extLst>
                </a:gridCol>
                <a:gridCol w="3384561">
                  <a:extLst>
                    <a:ext uri="{9D8B030D-6E8A-4147-A177-3AD203B41FA5}">
                      <a16:colId xmlns:a16="http://schemas.microsoft.com/office/drawing/2014/main" val="3044754007"/>
                    </a:ext>
                  </a:extLst>
                </a:gridCol>
              </a:tblGrid>
              <a:tr h="491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</a:p>
                  </a:txBody>
                  <a:tcPr marL="146149" marR="146149" marT="73074" marB="73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146149" marR="146149" marT="73074" marB="73074" anchor="ctr"/>
                </a:tc>
                <a:extLst>
                  <a:ext uri="{0D108BD9-81ED-4DB2-BD59-A6C34878D82A}">
                    <a16:rowId xmlns:a16="http://schemas.microsoft.com/office/drawing/2014/main" val="1668196646"/>
                  </a:ext>
                </a:extLst>
              </a:tr>
              <a:tr h="491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opcode</a:t>
                      </a:r>
                    </a:p>
                  </a:txBody>
                  <a:tcPr marL="146149" marR="146149" marT="73074" marB="73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</a:p>
                  </a:txBody>
                  <a:tcPr marL="146149" marR="146149" marT="73074" marB="73074" anchor="ctr"/>
                </a:tc>
                <a:extLst>
                  <a:ext uri="{0D108BD9-81ED-4DB2-BD59-A6C34878D82A}">
                    <a16:rowId xmlns:a16="http://schemas.microsoft.com/office/drawing/2014/main" val="3007836923"/>
                  </a:ext>
                </a:extLst>
              </a:tr>
              <a:tr h="491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146149" marR="146149" marT="73074" marB="73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$t1</a:t>
                      </a:r>
                    </a:p>
                  </a:txBody>
                  <a:tcPr marL="146149" marR="146149" marT="73074" marB="73074" anchor="ctr"/>
                </a:tc>
                <a:extLst>
                  <a:ext uri="{0D108BD9-81ED-4DB2-BD59-A6C34878D82A}">
                    <a16:rowId xmlns:a16="http://schemas.microsoft.com/office/drawing/2014/main" val="3605321932"/>
                  </a:ext>
                </a:extLst>
              </a:tr>
              <a:tr h="491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146149" marR="146149" marT="73074" marB="73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$t2</a:t>
                      </a:r>
                    </a:p>
                  </a:txBody>
                  <a:tcPr marL="146149" marR="146149" marT="73074" marB="73074" anchor="ctr"/>
                </a:tc>
                <a:extLst>
                  <a:ext uri="{0D108BD9-81ED-4DB2-BD59-A6C34878D82A}">
                    <a16:rowId xmlns:a16="http://schemas.microsoft.com/office/drawing/2014/main" val="666608367"/>
                  </a:ext>
                </a:extLst>
              </a:tr>
              <a:tr h="491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  <a:endParaRPr lang="en-US" sz="2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6149" marR="146149" marT="73074" marB="73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$t0</a:t>
                      </a:r>
                    </a:p>
                  </a:txBody>
                  <a:tcPr marL="146149" marR="146149" marT="73074" marB="73074" anchor="ctr"/>
                </a:tc>
                <a:extLst>
                  <a:ext uri="{0D108BD9-81ED-4DB2-BD59-A6C34878D82A}">
                    <a16:rowId xmlns:a16="http://schemas.microsoft.com/office/drawing/2014/main" val="2091174076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28DA35-7633-7F9D-D223-A36F11F0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BCA589-FF0E-40FF-9971-66C969045C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694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FEF26-D4F3-6012-4BE1-8A4756B8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Opcode (Operation Code)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E82B8-5860-8E3B-058C-4E7B7ABE5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79"/>
            <a:ext cx="9724031" cy="4836195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bits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Tells the processor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type of instruction it 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R-format instructions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opcode is usually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= 000000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operation will be determined by the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C2CE7-A83A-CF48-7C3A-D0AC4DCE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49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2820F-BD41-9960-6EA4-E043117F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rs (Source Register)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E7591-4AF9-B8F3-37A9-4EC498EFA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781" y="1759352"/>
            <a:ext cx="10354850" cy="4962123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bits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Specifies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source register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data.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$t1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first operand from register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$t1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9EE76-0503-E24A-469D-2E66E8E9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00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043A0-B7D5-3EA3-83EC-62983B14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rt (Target Register)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E9C09-333F-7AFE-5AF1-A5B3CF3A4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699" y="1891970"/>
            <a:ext cx="10134931" cy="4464379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bits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Specifies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source register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 = $t2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 the second operand from register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$t2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02EC9-0636-7E04-EF48-FAF0CFC3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82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8B7FB5-CAEF-DF1C-D91A-9C7B46F43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rd (Destination Register)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B28AC-86C7-81BA-2B57-125ACF4CE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5"/>
            <a:ext cx="9724031" cy="5098730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bits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Specifies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where the result will be stored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$t0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result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45CE-8D08-0CF8-50FD-BB77CBB8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82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D0540F-8797-7C61-820F-DC60345A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shamt (Shift Amount)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6E44F-AA70-464A-C51C-576B098B5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682450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bits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for shift instructions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indicate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positions to shift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$t0, $t1, 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the value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left by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result store in $t0.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most other instructions (like add, sub),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00000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71B7-4948-F560-6757-7C1BD4B9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403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59876-952E-4024-89B0-71E4EDCB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77933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(Function Code)</a:t>
            </a:r>
            <a:endParaRPr lang="en-US" sz="4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5DB25B-0553-E3E1-30D4-F2BF3462A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6502" y="2417468"/>
            <a:ext cx="5754896" cy="31974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1143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 bits</a:t>
            </a:r>
          </a:p>
          <a:p>
            <a:pPr marL="1143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Specifies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 operation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opcode = 000000.</a:t>
            </a:r>
          </a:p>
          <a:p>
            <a:pPr marL="1143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1143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the processor checks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field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know which operation to perform.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616B-13E8-A329-360C-19815102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 sz="1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796CA26-E1A8-6D2E-E6CC-FA331BF559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083215"/>
              </p:ext>
            </p:extLst>
          </p:nvPr>
        </p:nvGraphicFramePr>
        <p:xfrm>
          <a:off x="254643" y="1535599"/>
          <a:ext cx="4689653" cy="335511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083443">
                  <a:extLst>
                    <a:ext uri="{9D8B030D-6E8A-4147-A177-3AD203B41FA5}">
                      <a16:colId xmlns:a16="http://schemas.microsoft.com/office/drawing/2014/main" val="444913408"/>
                    </a:ext>
                  </a:extLst>
                </a:gridCol>
                <a:gridCol w="2606210">
                  <a:extLst>
                    <a:ext uri="{9D8B030D-6E8A-4147-A177-3AD203B41FA5}">
                      <a16:colId xmlns:a16="http://schemas.microsoft.com/office/drawing/2014/main" val="3565090241"/>
                    </a:ext>
                  </a:extLst>
                </a:gridCol>
              </a:tblGrid>
              <a:tr h="5591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</a:t>
                      </a:r>
                      <a:endParaRPr lang="en-US" sz="2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</a:t>
                      </a:r>
                      <a:r>
                        <a:rPr lang="en-US" sz="25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endParaRPr lang="en-US" sz="2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extLst>
                  <a:ext uri="{0D108BD9-81ED-4DB2-BD59-A6C34878D82A}">
                    <a16:rowId xmlns:a16="http://schemas.microsoft.com/office/drawing/2014/main" val="4151295141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100000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extLst>
                  <a:ext uri="{0D108BD9-81ED-4DB2-BD59-A6C34878D82A}">
                    <a16:rowId xmlns:a16="http://schemas.microsoft.com/office/drawing/2014/main" val="3045817197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100010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extLst>
                  <a:ext uri="{0D108BD9-81ED-4DB2-BD59-A6C34878D82A}">
                    <a16:rowId xmlns:a16="http://schemas.microsoft.com/office/drawing/2014/main" val="2075398148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100100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extLst>
                  <a:ext uri="{0D108BD9-81ED-4DB2-BD59-A6C34878D82A}">
                    <a16:rowId xmlns:a16="http://schemas.microsoft.com/office/drawing/2014/main" val="813641901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100101</a:t>
                      </a:r>
                      <a:endParaRPr lang="en-US" sz="2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extLst>
                  <a:ext uri="{0D108BD9-81ED-4DB2-BD59-A6C34878D82A}">
                    <a16:rowId xmlns:a16="http://schemas.microsoft.com/office/drawing/2014/main" val="2917170748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</a:t>
                      </a:r>
                      <a:endParaRPr lang="en-US" sz="2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101010</a:t>
                      </a:r>
                      <a:endParaRPr lang="en-US" sz="2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87" marR="127087" marT="63544" marB="63544" anchor="ctr"/>
                </a:tc>
                <a:extLst>
                  <a:ext uri="{0D108BD9-81ED-4DB2-BD59-A6C34878D82A}">
                    <a16:rowId xmlns:a16="http://schemas.microsoft.com/office/drawing/2014/main" val="3649213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305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BFD68-F584-EA6A-3717-9A9B482B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15268F-90FA-5EB0-BBA4-D9923F8561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AE63E-54E5-41C6-3706-F48109CB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fontAlgn="base">
              <a:spcAft>
                <a:spcPts val="600"/>
              </a:spcAft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C58FC5-DC7F-3583-0F09-A153CCDA1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6502" y="2405894"/>
            <a:ext cx="5754896" cy="31974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1143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Instruction:</a:t>
            </a:r>
          </a:p>
          <a:p>
            <a:pPr marL="571500" lvl="1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DB324C-7265-6C66-3835-DFD5F27F2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273972-17D7-BECA-55C3-539C65E69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C53E9-13D2-A266-7ADA-8A5B46B0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30</a:t>
            </a:fld>
            <a:endParaRPr lang="en-US" sz="1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95901CB-F3A0-975A-3E7F-99A0C440E4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727226"/>
              </p:ext>
            </p:extLst>
          </p:nvPr>
        </p:nvGraphicFramePr>
        <p:xfrm>
          <a:off x="1068130" y="1535599"/>
          <a:ext cx="3876166" cy="335511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02781">
                  <a:extLst>
                    <a:ext uri="{9D8B030D-6E8A-4147-A177-3AD203B41FA5}">
                      <a16:colId xmlns:a16="http://schemas.microsoft.com/office/drawing/2014/main" val="444913408"/>
                    </a:ext>
                  </a:extLst>
                </a:gridCol>
                <a:gridCol w="1973385">
                  <a:extLst>
                    <a:ext uri="{9D8B030D-6E8A-4147-A177-3AD203B41FA5}">
                      <a16:colId xmlns:a16="http://schemas.microsoft.com/office/drawing/2014/main" val="3565090241"/>
                    </a:ext>
                  </a:extLst>
                </a:gridCol>
              </a:tblGrid>
              <a:tr h="559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cap="none" spc="6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</a:p>
                  </a:txBody>
                  <a:tcPr marL="125336" marR="125336" marT="125336" marB="62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cap="none" spc="6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125336" marR="125336" marT="125336" marB="62668" anchor="ctr"/>
                </a:tc>
                <a:extLst>
                  <a:ext uri="{0D108BD9-81ED-4DB2-BD59-A6C34878D82A}">
                    <a16:rowId xmlns:a16="http://schemas.microsoft.com/office/drawing/2014/main" val="4151295141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opcode</a:t>
                      </a:r>
                    </a:p>
                  </a:txBody>
                  <a:tcPr marL="125336" marR="125336" marT="125336" marB="62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125336" marR="125336" marT="125336" marB="62668" anchor="ctr"/>
                </a:tc>
                <a:extLst>
                  <a:ext uri="{0D108BD9-81ED-4DB2-BD59-A6C34878D82A}">
                    <a16:rowId xmlns:a16="http://schemas.microsoft.com/office/drawing/2014/main" val="3045817197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125336" marR="125336" marT="125336" marB="62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$t1</a:t>
                      </a:r>
                    </a:p>
                  </a:txBody>
                  <a:tcPr marL="125336" marR="125336" marT="125336" marB="62668" anchor="ctr"/>
                </a:tc>
                <a:extLst>
                  <a:ext uri="{0D108BD9-81ED-4DB2-BD59-A6C34878D82A}">
                    <a16:rowId xmlns:a16="http://schemas.microsoft.com/office/drawing/2014/main" val="2075398148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</a:p>
                  </a:txBody>
                  <a:tcPr marL="125336" marR="125336" marT="125336" marB="62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$t2</a:t>
                      </a:r>
                    </a:p>
                  </a:txBody>
                  <a:tcPr marL="125336" marR="125336" marT="125336" marB="62668" anchor="ctr"/>
                </a:tc>
                <a:extLst>
                  <a:ext uri="{0D108BD9-81ED-4DB2-BD59-A6C34878D82A}">
                    <a16:rowId xmlns:a16="http://schemas.microsoft.com/office/drawing/2014/main" val="813641901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</a:p>
                  </a:txBody>
                  <a:tcPr marL="125336" marR="125336" marT="125336" marB="62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$t0</a:t>
                      </a:r>
                    </a:p>
                  </a:txBody>
                  <a:tcPr marL="125336" marR="125336" marT="125336" marB="62668" anchor="ctr"/>
                </a:tc>
                <a:extLst>
                  <a:ext uri="{0D108BD9-81ED-4DB2-BD59-A6C34878D82A}">
                    <a16:rowId xmlns:a16="http://schemas.microsoft.com/office/drawing/2014/main" val="2917170748"/>
                  </a:ext>
                </a:extLst>
              </a:tr>
              <a:tr h="559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shamt</a:t>
                      </a:r>
                    </a:p>
                  </a:txBody>
                  <a:tcPr marL="125336" marR="125336" marT="125336" marB="62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125336" marR="125336" marT="125336" marB="62668" anchor="ctr"/>
                </a:tc>
                <a:extLst>
                  <a:ext uri="{0D108BD9-81ED-4DB2-BD59-A6C34878D82A}">
                    <a16:rowId xmlns:a16="http://schemas.microsoft.com/office/drawing/2014/main" val="3649213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460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48DBF-D766-8999-E810-BE11ACE0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Immediate Field in I-Type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8C668-26C4-BEF4-CEF7-93DBFE622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05" y="1759352"/>
            <a:ext cx="10366425" cy="4930815"/>
          </a:xfrm>
        </p:spPr>
        <p:txBody>
          <a:bodyPr anchor="ctr"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I-Type Format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opcode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immediate |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bits    5    5       16 bits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Immediate?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field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constant 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included directly inside the instruction.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taking the value from another register, the processor uses this constant value during execution.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immediate value is used for: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instructions</a:t>
            </a:r>
          </a:p>
          <a:p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B6628-E584-529F-C254-2375A664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859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04F38-3FE3-040B-01EB-E0C52568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Example 1: Arithmetic Immediate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7402-08B5-55F2-7087-D10EDEB4A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6"/>
            <a:ext cx="9724031" cy="5235254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$t0, $t1, 5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$t0 = $t1 + 5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$t1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$t0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= 5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processor adds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directly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value in $t1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269EB-A53E-6DF7-4856-966F3714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465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CE75D-B94F-F0D9-963E-DCECB293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Example 2: Memory Access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5776C-8444-5033-96EE-9559A40A2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79"/>
            <a:ext cx="9724031" cy="4570152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$t0, 8($t1)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$t0 = Memory[$t1 + 8]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$t1 holds the base address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is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offset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calculates the final memory address by: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register + immediate value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567E9-A99E-05A5-5D27-4593B823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67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88570-759E-9CC6-C55F-DBE6E0C4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Address Field in J-Type Instruction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0E547-6883-D84C-660C-489D215B3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29" y="1784012"/>
            <a:ext cx="10285402" cy="5113721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Address Field?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field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26-bit value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specify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location to jump to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program.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tells the processor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next instruction should come from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instructions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B7E19-87A6-4795-BB85-5B46CFE6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715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B980C-15CD-0A6C-23C5-72F1CE54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Example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E38B-B56C-6E3B-8840-D48D353E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355" y="1891970"/>
            <a:ext cx="10343276" cy="4647726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loop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to the instruction labeled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address stored in loop is: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00400040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 updates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(PC)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that location.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03515-46E1-8363-494E-0EB69D7E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077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62506-67AA-82A7-8D7D-46C9775C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How the Jump Address is Calculated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85EF4-DC47-3E73-278D-E9A4FD319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94076"/>
            <a:ext cx="9724031" cy="4661355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26-bit address is not the full address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 processor combines it with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bits of the Program Counter (PC)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the final 32-bit address.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idea: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Address = PC upper bits + 26-bit address + 00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00 is added because instructions are word aligned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/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(every instruction is 4 bytes, so the last 2 bits are always 0).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C4FF9-0FA8-DDE1-528A-BEA1927B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0BCA589-FF0E-40FF-9971-66C969045C6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392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D0B62-A4C3-2D1E-286D-6D25CA3D3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F6129-6E03-4377-7C97-FAC20ACF9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08" y="1622744"/>
            <a:ext cx="11146419" cy="4905377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defines communication between hardware and software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 is a RISC architecture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Load/store model used in MIPS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formats include R, I, and J types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acts as the bridge between programs and hardware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298AD-BB5B-8FC9-9FEB-D444B023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A589-FF0E-40FF-9971-66C969045C6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2856</TotalTime>
  <Words>1834</Words>
  <Application>Microsoft Office PowerPoint</Application>
  <PresentationFormat>Widescreen</PresentationFormat>
  <Paragraphs>443</Paragraphs>
  <Slides>37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Courier New</vt:lpstr>
      <vt:lpstr>Times New Roman</vt:lpstr>
      <vt:lpstr>Office Theme</vt:lpstr>
      <vt:lpstr>PowerPoint Presentation</vt:lpstr>
      <vt:lpstr>Overview</vt:lpstr>
      <vt:lpstr>Instruction Set Architecture (ISA)</vt:lpstr>
      <vt:lpstr>Contd….</vt:lpstr>
      <vt:lpstr>Contd…</vt:lpstr>
      <vt:lpstr>Why ISA is Important</vt:lpstr>
      <vt:lpstr>PowerPoint Presentation</vt:lpstr>
      <vt:lpstr>PowerPoint Presentation</vt:lpstr>
      <vt:lpstr>Computer System Equivalent</vt:lpstr>
      <vt:lpstr>RISC (Reduced Instruction Set Computer)</vt:lpstr>
      <vt:lpstr>CISC (Complex Instruction Set Architecture)</vt:lpstr>
      <vt:lpstr>RISC vs CISC</vt:lpstr>
      <vt:lpstr>RISC vs CISC</vt:lpstr>
      <vt:lpstr>MIPS</vt:lpstr>
      <vt:lpstr>Common Registers in MIPS</vt:lpstr>
      <vt:lpstr>Instruction Formats in MIPS</vt:lpstr>
      <vt:lpstr>MIPS</vt:lpstr>
      <vt:lpstr>MIPS Instruction Formats</vt:lpstr>
      <vt:lpstr>R- Type</vt:lpstr>
      <vt:lpstr>R- Type</vt:lpstr>
      <vt:lpstr>I-Type</vt:lpstr>
      <vt:lpstr>J- Type</vt:lpstr>
      <vt:lpstr>Example</vt:lpstr>
      <vt:lpstr>Opcode (Operation Code)</vt:lpstr>
      <vt:lpstr>rs (Source Register)</vt:lpstr>
      <vt:lpstr>rt (Target Register)</vt:lpstr>
      <vt:lpstr>rd (Destination Register)</vt:lpstr>
      <vt:lpstr>shamt (Shift Amount)</vt:lpstr>
      <vt:lpstr>funct (Function Code)</vt:lpstr>
      <vt:lpstr>Example</vt:lpstr>
      <vt:lpstr>Immediate Field in I-Type Format</vt:lpstr>
      <vt:lpstr>Example 1: Arithmetic Immediate</vt:lpstr>
      <vt:lpstr>Example 2: Memory Access</vt:lpstr>
      <vt:lpstr>Address Field in J-Type Instruction</vt:lpstr>
      <vt:lpstr>Example</vt:lpstr>
      <vt:lpstr>How the Jump Address is Calculated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shoaib</dc:creator>
  <cp:lastModifiedBy>FINE LAPTOP</cp:lastModifiedBy>
  <cp:revision>25</cp:revision>
  <dcterms:created xsi:type="dcterms:W3CDTF">2026-03-06T04:46:02Z</dcterms:created>
  <dcterms:modified xsi:type="dcterms:W3CDTF">2026-03-11T06:30:22Z</dcterms:modified>
</cp:coreProperties>
</file>