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257" r:id="rId2"/>
    <p:sldId id="360" r:id="rId3"/>
    <p:sldId id="541" r:id="rId4"/>
    <p:sldId id="461" r:id="rId5"/>
    <p:sldId id="329" r:id="rId6"/>
    <p:sldId id="521" r:id="rId7"/>
    <p:sldId id="382" r:id="rId8"/>
    <p:sldId id="408" r:id="rId9"/>
    <p:sldId id="518" r:id="rId10"/>
    <p:sldId id="520" r:id="rId11"/>
    <p:sldId id="468" r:id="rId12"/>
    <p:sldId id="469" r:id="rId13"/>
    <p:sldId id="522" r:id="rId14"/>
    <p:sldId id="523" r:id="rId15"/>
    <p:sldId id="524" r:id="rId16"/>
    <p:sldId id="525" r:id="rId17"/>
    <p:sldId id="519" r:id="rId18"/>
    <p:sldId id="526" r:id="rId19"/>
    <p:sldId id="383" r:id="rId20"/>
    <p:sldId id="386" r:id="rId21"/>
    <p:sldId id="387" r:id="rId22"/>
    <p:sldId id="481" r:id="rId23"/>
    <p:sldId id="482" r:id="rId24"/>
    <p:sldId id="388" r:id="rId25"/>
    <p:sldId id="471" r:id="rId26"/>
    <p:sldId id="528" r:id="rId27"/>
    <p:sldId id="473" r:id="rId28"/>
    <p:sldId id="534" r:id="rId29"/>
    <p:sldId id="535" r:id="rId30"/>
    <p:sldId id="536" r:id="rId31"/>
    <p:sldId id="537" r:id="rId32"/>
    <p:sldId id="538" r:id="rId33"/>
    <p:sldId id="539" r:id="rId34"/>
    <p:sldId id="540" r:id="rId35"/>
    <p:sldId id="475" r:id="rId36"/>
    <p:sldId id="476" r:id="rId37"/>
    <p:sldId id="477" r:id="rId38"/>
    <p:sldId id="483" r:id="rId39"/>
    <p:sldId id="484" r:id="rId40"/>
    <p:sldId id="485" r:id="rId41"/>
    <p:sldId id="486" r:id="rId42"/>
    <p:sldId id="487" r:id="rId43"/>
    <p:sldId id="488" r:id="rId44"/>
    <p:sldId id="489" r:id="rId45"/>
    <p:sldId id="490" r:id="rId46"/>
    <p:sldId id="491" r:id="rId47"/>
    <p:sldId id="390" r:id="rId48"/>
    <p:sldId id="532"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980" autoAdjust="0"/>
  </p:normalViewPr>
  <p:slideViewPr>
    <p:cSldViewPr snapToGrid="0">
      <p:cViewPr varScale="1">
        <p:scale>
          <a:sx n="75" d="100"/>
          <a:sy n="75" d="100"/>
        </p:scale>
        <p:origin x="97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99DD95-B072-47B1-9365-D8D2A417E8D0}"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621F61-C48F-40DA-8F31-49E36B7CBFA4}" type="slidenum">
              <a:rPr lang="en-US" smtClean="0"/>
              <a:t>‹#›</a:t>
            </a:fld>
            <a:endParaRPr lang="en-US"/>
          </a:p>
        </p:txBody>
      </p:sp>
    </p:spTree>
    <p:extLst>
      <p:ext uri="{BB962C8B-B14F-4D97-AF65-F5344CB8AC3E}">
        <p14:creationId xmlns:p14="http://schemas.microsoft.com/office/powerpoint/2010/main" val="855296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a:extLst>
              <a:ext uri="{FF2B5EF4-FFF2-40B4-BE49-F238E27FC236}">
                <a16:creationId xmlns:a16="http://schemas.microsoft.com/office/drawing/2014/main" id="{7CD625F5-DD1F-8535-3226-C0617E34A4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1ABBBC4-A49D-4361-93A1-B795159CC930}" type="slidenum">
              <a:rPr lang="en-US" altLang="en-US">
                <a:cs typeface="Arial" panose="020B0604020202020204" pitchFamily="34" charset="0"/>
              </a:rPr>
              <a:pPr>
                <a:spcBef>
                  <a:spcPct val="0"/>
                </a:spcBef>
              </a:pPr>
              <a:t>9</a:t>
            </a:fld>
            <a:endParaRPr lang="en-US" altLang="en-US">
              <a:cs typeface="Arial" panose="020B0604020202020204" pitchFamily="34" charset="0"/>
            </a:endParaRPr>
          </a:p>
        </p:txBody>
      </p:sp>
      <p:sp>
        <p:nvSpPr>
          <p:cNvPr id="45059" name="Rectangle 2">
            <a:extLst>
              <a:ext uri="{FF2B5EF4-FFF2-40B4-BE49-F238E27FC236}">
                <a16:creationId xmlns:a16="http://schemas.microsoft.com/office/drawing/2014/main" id="{4208482E-60D5-5CEA-F565-8D4295E0B728}"/>
              </a:ext>
            </a:extLst>
          </p:cNvPr>
          <p:cNvSpPr>
            <a:spLocks noGrp="1" noRot="1" noChangeAspect="1" noChangeArrowheads="1" noTextEdit="1"/>
          </p:cNvSpPr>
          <p:nvPr>
            <p:ph type="sldImg"/>
          </p:nvPr>
        </p:nvSpPr>
        <p:spPr>
          <a:xfrm>
            <a:off x="393700" y="692150"/>
            <a:ext cx="6072188" cy="3416300"/>
          </a:xfrm>
          <a:ln cap="flat">
            <a:solidFill>
              <a:schemeClr val="tx1"/>
            </a:solidFill>
          </a:ln>
        </p:spPr>
      </p:sp>
      <p:sp>
        <p:nvSpPr>
          <p:cNvPr id="45060" name="Rectangle 3">
            <a:extLst>
              <a:ext uri="{FF2B5EF4-FFF2-40B4-BE49-F238E27FC236}">
                <a16:creationId xmlns:a16="http://schemas.microsoft.com/office/drawing/2014/main" id="{3EDB3A99-AE5A-AB94-198F-9A2AC4B43F8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a:extLst>
              <a:ext uri="{FF2B5EF4-FFF2-40B4-BE49-F238E27FC236}">
                <a16:creationId xmlns:a16="http://schemas.microsoft.com/office/drawing/2014/main" id="{969FF5F7-19A4-D0C4-2F2A-6CCE00CEBA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57988C2-3D4D-4908-A2ED-53B418BF983F}" type="slidenum">
              <a:rPr lang="en-US" altLang="en-US"/>
              <a:pPr>
                <a:spcBef>
                  <a:spcPct val="0"/>
                </a:spcBef>
              </a:pPr>
              <a:t>11</a:t>
            </a:fld>
            <a:endParaRPr lang="en-US" altLang="en-US"/>
          </a:p>
        </p:txBody>
      </p:sp>
      <p:sp>
        <p:nvSpPr>
          <p:cNvPr id="48131" name="Rectangle 2">
            <a:extLst>
              <a:ext uri="{FF2B5EF4-FFF2-40B4-BE49-F238E27FC236}">
                <a16:creationId xmlns:a16="http://schemas.microsoft.com/office/drawing/2014/main" id="{96F4DFFB-7EE5-36F2-269B-B8FB1C16393B}"/>
              </a:ext>
            </a:extLst>
          </p:cNvPr>
          <p:cNvSpPr>
            <a:spLocks noGrp="1" noRot="1" noChangeAspect="1" noChangeArrowheads="1" noTextEdit="1"/>
          </p:cNvSpPr>
          <p:nvPr>
            <p:ph type="sldImg"/>
          </p:nvPr>
        </p:nvSpPr>
        <p:spPr>
          <a:xfrm>
            <a:off x="393700" y="692150"/>
            <a:ext cx="6072188" cy="3416300"/>
          </a:xfrm>
          <a:noFill/>
          <a:ln cap="flat">
            <a:solidFill>
              <a:schemeClr val="tx1"/>
            </a:solidFill>
          </a:ln>
        </p:spPr>
      </p:sp>
      <p:sp>
        <p:nvSpPr>
          <p:cNvPr id="48132" name="Rectangle 3">
            <a:extLst>
              <a:ext uri="{FF2B5EF4-FFF2-40B4-BE49-F238E27FC236}">
                <a16:creationId xmlns:a16="http://schemas.microsoft.com/office/drawing/2014/main" id="{4EC00D84-04EE-B108-A28B-60A0846F4A0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https://techvidvan.com/tutorials/breadth-first-search/</a:t>
            </a:r>
          </a:p>
        </p:txBody>
      </p:sp>
      <p:sp>
        <p:nvSpPr>
          <p:cNvPr id="4" name="Slide Number Placeholder 3"/>
          <p:cNvSpPr>
            <a:spLocks noGrp="1"/>
          </p:cNvSpPr>
          <p:nvPr>
            <p:ph type="sldNum" sz="quarter" idx="5"/>
          </p:nvPr>
        </p:nvSpPr>
        <p:spPr/>
        <p:txBody>
          <a:bodyPr/>
          <a:lstStyle/>
          <a:p>
            <a:fld id="{77621F61-C48F-40DA-8F31-49E36B7CBFA4}" type="slidenum">
              <a:rPr lang="en-US" smtClean="0"/>
              <a:t>34</a:t>
            </a:fld>
            <a:endParaRPr lang="en-US"/>
          </a:p>
        </p:txBody>
      </p:sp>
    </p:spTree>
    <p:extLst>
      <p:ext uri="{BB962C8B-B14F-4D97-AF65-F5344CB8AC3E}">
        <p14:creationId xmlns:p14="http://schemas.microsoft.com/office/powerpoint/2010/main" val="187009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454FF5-30A8-47B4-9DDB-BF6FEEBA62FE}"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A3F96C-C079-429F-AA93-E16773E7EF3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1798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454FF5-30A8-47B4-9DDB-BF6FEEBA62FE}"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3159923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454FF5-30A8-47B4-9DDB-BF6FEEBA62FE}"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A3F96C-C079-429F-AA93-E16773E7EF3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7526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454FF5-30A8-47B4-9DDB-BF6FEEBA62FE}"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183840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454FF5-30A8-47B4-9DDB-BF6FEEBA62FE}"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3352777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54FF5-30A8-47B4-9DDB-BF6FEEBA62FE}"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2688787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7454FF5-30A8-47B4-9DDB-BF6FEEBA62FE}" type="datetimeFigureOut">
              <a:rPr lang="en-US" smtClean="0"/>
              <a:t>1/13/2025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1279811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7454FF5-30A8-47B4-9DDB-BF6FEEBA62FE}" type="datetimeFigureOut">
              <a:rPr lang="en-US" smtClean="0"/>
              <a:t>1/13/2025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8A3F96C-C079-429F-AA93-E16773E7EF35}" type="slidenum">
              <a:rPr lang="en-US" smtClean="0"/>
              <a:t>‹#›</a:t>
            </a:fld>
            <a:endParaRPr lang="en-US"/>
          </a:p>
        </p:txBody>
      </p:sp>
    </p:spTree>
    <p:extLst>
      <p:ext uri="{BB962C8B-B14F-4D97-AF65-F5344CB8AC3E}">
        <p14:creationId xmlns:p14="http://schemas.microsoft.com/office/powerpoint/2010/main" val="2809418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454FF5-30A8-47B4-9DDB-BF6FEEBA62FE}"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1960483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454FF5-30A8-47B4-9DDB-BF6FEEBA62FE}"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1679313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454FF5-30A8-47B4-9DDB-BF6FEEBA62FE}"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47107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7454FF5-30A8-47B4-9DDB-BF6FEEBA62FE}" type="datetimeFigureOut">
              <a:rPr lang="en-US" smtClean="0"/>
              <a:t>1/13/2025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8A3F96C-C079-429F-AA93-E16773E7EF3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5334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977D9-232E-57A6-651D-F401E149D3EC}"/>
              </a:ext>
            </a:extLst>
          </p:cNvPr>
          <p:cNvSpPr>
            <a:spLocks noGrp="1"/>
          </p:cNvSpPr>
          <p:nvPr>
            <p:ph type="ctrTitle"/>
          </p:nvPr>
        </p:nvSpPr>
        <p:spPr/>
        <p:txBody>
          <a:bodyPr/>
          <a:lstStyle/>
          <a:p>
            <a:pPr algn="ctr"/>
            <a:r>
              <a:rPr lang="en-US" dirty="0"/>
              <a:t>Data Structures</a:t>
            </a:r>
          </a:p>
        </p:txBody>
      </p:sp>
      <p:sp>
        <p:nvSpPr>
          <p:cNvPr id="3" name="Subtitle 2">
            <a:extLst>
              <a:ext uri="{FF2B5EF4-FFF2-40B4-BE49-F238E27FC236}">
                <a16:creationId xmlns:a16="http://schemas.microsoft.com/office/drawing/2014/main" id="{9C8885BB-5F97-FC6A-EC08-9141FF4B6C2D}"/>
              </a:ext>
            </a:extLst>
          </p:cNvPr>
          <p:cNvSpPr>
            <a:spLocks noGrp="1"/>
          </p:cNvSpPr>
          <p:nvPr>
            <p:ph type="subTitle" idx="1"/>
          </p:nvPr>
        </p:nvSpPr>
        <p:spPr/>
        <p:txBody>
          <a:bodyPr>
            <a:normAutofit fontScale="85000" lnSpcReduction="20000"/>
          </a:bodyPr>
          <a:lstStyle/>
          <a:p>
            <a:r>
              <a:rPr lang="en-US" dirty="0"/>
              <a:t>Course code: cs-201</a:t>
            </a:r>
          </a:p>
          <a:p>
            <a:r>
              <a:rPr lang="en-US" dirty="0"/>
              <a:t>Topic: Graphs data structure</a:t>
            </a:r>
          </a:p>
          <a:p>
            <a:r>
              <a:rPr lang="en-US" dirty="0"/>
              <a:t>Instructor: </a:t>
            </a:r>
            <a:r>
              <a:rPr lang="en-US" dirty="0" err="1"/>
              <a:t>habiba</a:t>
            </a:r>
            <a:r>
              <a:rPr lang="en-US" dirty="0"/>
              <a:t> </a:t>
            </a:r>
            <a:r>
              <a:rPr lang="en-US" dirty="0" err="1"/>
              <a:t>arshad</a:t>
            </a:r>
            <a:endParaRPr lang="en-US" dirty="0"/>
          </a:p>
        </p:txBody>
      </p:sp>
    </p:spTree>
    <p:extLst>
      <p:ext uri="{BB962C8B-B14F-4D97-AF65-F5344CB8AC3E}">
        <p14:creationId xmlns:p14="http://schemas.microsoft.com/office/powerpoint/2010/main" val="2767845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AA54E-E611-74A6-2AEE-8565ED0FA4D4}"/>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742879E1-CBDC-E5B4-D44F-912EE01B3D24}"/>
              </a:ext>
            </a:extLst>
          </p:cNvPr>
          <p:cNvSpPr>
            <a:spLocks noGrp="1"/>
          </p:cNvSpPr>
          <p:nvPr>
            <p:ph idx="1"/>
          </p:nvPr>
        </p:nvSpPr>
        <p:spPr/>
        <p:txBody>
          <a:bodyPr/>
          <a:lstStyle/>
          <a:p>
            <a:pPr>
              <a:buFont typeface="Wingdings" panose="05000000000000000000" pitchFamily="2" charset="2"/>
              <a:buChar char="Ø"/>
            </a:pPr>
            <a:r>
              <a:rPr lang="en-US" dirty="0"/>
              <a:t>Adjacency Matrix</a:t>
            </a:r>
          </a:p>
          <a:p>
            <a:pPr>
              <a:buFont typeface="Wingdings" panose="05000000000000000000" pitchFamily="2" charset="2"/>
              <a:buChar char="Ø"/>
            </a:pPr>
            <a:r>
              <a:rPr lang="en-US" dirty="0"/>
              <a:t>Adjacency List</a:t>
            </a:r>
          </a:p>
          <a:p>
            <a:pPr>
              <a:buFont typeface="Wingdings" panose="05000000000000000000" pitchFamily="2" charset="2"/>
              <a:buChar char="Ø"/>
            </a:pPr>
            <a:r>
              <a:rPr lang="en-US" dirty="0"/>
              <a:t>Graph Traversal </a:t>
            </a:r>
          </a:p>
          <a:p>
            <a:pPr>
              <a:buFont typeface="Wingdings" panose="05000000000000000000" pitchFamily="2" charset="2"/>
              <a:buChar char="Ø"/>
            </a:pPr>
            <a:r>
              <a:rPr lang="en-US" dirty="0"/>
              <a:t>Breath First Search (BFS)</a:t>
            </a:r>
          </a:p>
          <a:p>
            <a:pPr marL="0" indent="0">
              <a:buNone/>
            </a:pPr>
            <a:r>
              <a:rPr lang="en-US" dirty="0"/>
              <a:t> </a:t>
            </a:r>
          </a:p>
        </p:txBody>
      </p:sp>
    </p:spTree>
    <p:extLst>
      <p:ext uri="{BB962C8B-B14F-4D97-AF65-F5344CB8AC3E}">
        <p14:creationId xmlns:p14="http://schemas.microsoft.com/office/powerpoint/2010/main" val="3611012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5682-82C2-8F6E-91F4-375B22C3C6B6}"/>
              </a:ext>
            </a:extLst>
          </p:cNvPr>
          <p:cNvSpPr>
            <a:spLocks noGrp="1"/>
          </p:cNvSpPr>
          <p:nvPr>
            <p:ph type="title"/>
          </p:nvPr>
        </p:nvSpPr>
        <p:spPr/>
        <p:txBody>
          <a:bodyPr/>
          <a:lstStyle/>
          <a:p>
            <a:r>
              <a:rPr lang="en-US" dirty="0"/>
              <a:t>CLO Covered</a:t>
            </a:r>
          </a:p>
        </p:txBody>
      </p:sp>
      <p:sp>
        <p:nvSpPr>
          <p:cNvPr id="3" name="Content Placeholder 2">
            <a:extLst>
              <a:ext uri="{FF2B5EF4-FFF2-40B4-BE49-F238E27FC236}">
                <a16:creationId xmlns:a16="http://schemas.microsoft.com/office/drawing/2014/main" id="{38544533-7529-EEB9-5A95-4081CEFAFC24}"/>
              </a:ext>
            </a:extLst>
          </p:cNvPr>
          <p:cNvSpPr>
            <a:spLocks noGrp="1"/>
          </p:cNvSpPr>
          <p:nvPr>
            <p:ph idx="1"/>
          </p:nvPr>
        </p:nvSpPr>
        <p:spPr/>
        <p:txBody>
          <a:bodyPr/>
          <a:lstStyle/>
          <a:p>
            <a:r>
              <a:rPr lang="en-US" dirty="0"/>
              <a:t>CLO1: Explain the fundamentals of data structure as well as algorithms that operate on them GA2, BT C2</a:t>
            </a:r>
          </a:p>
          <a:p>
            <a:r>
              <a:rPr lang="en-US" dirty="0"/>
              <a:t>CLO2: Apply and design various data structures methods for specified applications. GA4, C3</a:t>
            </a:r>
          </a:p>
          <a:p>
            <a:r>
              <a:rPr lang="en-US" dirty="0"/>
              <a:t>CLO3: Analyze empirically the behavior of algorithms in terms of time and memory used. GA3, C4</a:t>
            </a:r>
          </a:p>
        </p:txBody>
      </p:sp>
    </p:spTree>
    <p:extLst>
      <p:ext uri="{BB962C8B-B14F-4D97-AF65-F5344CB8AC3E}">
        <p14:creationId xmlns:p14="http://schemas.microsoft.com/office/powerpoint/2010/main" val="1982413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62" name="Rectangle 2">
            <a:extLst>
              <a:ext uri="{FF2B5EF4-FFF2-40B4-BE49-F238E27FC236}">
                <a16:creationId xmlns:a16="http://schemas.microsoft.com/office/drawing/2014/main" id="{5A839BB2-EF9C-B73C-0F62-500AF6970339}"/>
              </a:ext>
            </a:extLst>
          </p:cNvPr>
          <p:cNvSpPr>
            <a:spLocks noGrp="1" noChangeArrowheads="1"/>
          </p:cNvSpPr>
          <p:nvPr>
            <p:ph type="title"/>
          </p:nvPr>
        </p:nvSpPr>
        <p:spPr>
          <a:xfrm>
            <a:off x="1524000" y="457200"/>
            <a:ext cx="9144000" cy="1034716"/>
          </a:xfrm>
        </p:spPr>
        <p:txBody>
          <a:bodyPr>
            <a:noAutofit/>
          </a:bodyPr>
          <a:lstStyle/>
          <a:p>
            <a:pPr>
              <a:defRPr/>
            </a:pPr>
            <a:r>
              <a:rPr lang="en-US" sz="4000" dirty="0"/>
              <a:t>Graph data structures</a:t>
            </a:r>
          </a:p>
        </p:txBody>
      </p:sp>
      <p:sp>
        <p:nvSpPr>
          <p:cNvPr id="706563" name="Rectangle 3">
            <a:extLst>
              <a:ext uri="{FF2B5EF4-FFF2-40B4-BE49-F238E27FC236}">
                <a16:creationId xmlns:a16="http://schemas.microsoft.com/office/drawing/2014/main" id="{116834DD-EEAE-7E70-C5AB-F1CED0222F34}"/>
              </a:ext>
            </a:extLst>
          </p:cNvPr>
          <p:cNvSpPr>
            <a:spLocks noGrp="1"/>
          </p:cNvSpPr>
          <p:nvPr>
            <p:ph type="body" idx="1"/>
          </p:nvPr>
        </p:nvSpPr>
        <p:spPr>
          <a:xfrm>
            <a:off x="1429752" y="2149642"/>
            <a:ext cx="9332495" cy="3838074"/>
          </a:xfrm>
        </p:spPr>
        <p:txBody>
          <a:bodyPr>
            <a:normAutofit/>
          </a:bodyPr>
          <a:lstStyle/>
          <a:p>
            <a:pPr>
              <a:lnSpc>
                <a:spcPct val="90000"/>
              </a:lnSpc>
            </a:pPr>
            <a:r>
              <a:rPr lang="en-US" altLang="en-US" sz="2800" b="1" dirty="0"/>
              <a:t>storing the vertices</a:t>
            </a:r>
          </a:p>
          <a:p>
            <a:pPr lvl="1">
              <a:lnSpc>
                <a:spcPct val="90000"/>
              </a:lnSpc>
            </a:pPr>
            <a:r>
              <a:rPr lang="en-US" altLang="en-US" sz="2400" dirty="0"/>
              <a:t>each vertex has a unique identifier and, maybe, other information</a:t>
            </a:r>
          </a:p>
          <a:p>
            <a:pPr lvl="1">
              <a:lnSpc>
                <a:spcPct val="90000"/>
              </a:lnSpc>
            </a:pPr>
            <a:r>
              <a:rPr lang="en-US" altLang="en-US" sz="2400" dirty="0"/>
              <a:t>for efficiency, associate each vertex with a number that can be used as an index</a:t>
            </a:r>
          </a:p>
          <a:p>
            <a:pPr>
              <a:lnSpc>
                <a:spcPct val="90000"/>
              </a:lnSpc>
            </a:pPr>
            <a:r>
              <a:rPr lang="en-US" altLang="en-US" sz="2800" b="1" dirty="0"/>
              <a:t>storing the edges</a:t>
            </a:r>
          </a:p>
          <a:p>
            <a:pPr lvl="1">
              <a:lnSpc>
                <a:spcPct val="90000"/>
              </a:lnSpc>
            </a:pPr>
            <a:r>
              <a:rPr lang="en-US" altLang="en-US" sz="2400" dirty="0"/>
              <a:t>adjacency matrix – represent all possible edges</a:t>
            </a:r>
          </a:p>
          <a:p>
            <a:pPr lvl="1">
              <a:lnSpc>
                <a:spcPct val="90000"/>
              </a:lnSpc>
            </a:pPr>
            <a:r>
              <a:rPr lang="en-US" altLang="en-US" sz="2400" dirty="0"/>
              <a:t>adjacency lists – represent only the existing edges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0656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70656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499"/>
                                          </p:stCondLst>
                                        </p:cTn>
                                        <p:tgtEl>
                                          <p:spTgt spid="70656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0656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70656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7065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63"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GB" sz="4000" b="1" spc="-5" dirty="0">
                <a:solidFill>
                  <a:schemeClr val="tx1">
                    <a:lumMod val="65000"/>
                    <a:lumOff val="35000"/>
                  </a:schemeClr>
                </a:solidFill>
              </a:rPr>
              <a:t>Adjacency Matrix</a:t>
            </a:r>
            <a:endParaRPr lang="en-US" sz="4000" b="1" spc="-10" dirty="0">
              <a:solidFill>
                <a:schemeClr val="tx1">
                  <a:lumMod val="65000"/>
                  <a:lumOff val="35000"/>
                </a:schemeClr>
              </a:solidFill>
            </a:endParaRPr>
          </a:p>
        </p:txBody>
      </p:sp>
      <p:sp>
        <p:nvSpPr>
          <p:cNvPr id="14" name="Rectangle 3">
            <a:extLst>
              <a:ext uri="{FF2B5EF4-FFF2-40B4-BE49-F238E27FC236}">
                <a16:creationId xmlns:a16="http://schemas.microsoft.com/office/drawing/2014/main" id="{31D10B56-B460-4B14-A3B9-48CD7C0DF6CF}"/>
              </a:ext>
            </a:extLst>
          </p:cNvPr>
          <p:cNvSpPr txBox="1">
            <a:spLocks noChangeArrowheads="1"/>
          </p:cNvSpPr>
          <p:nvPr/>
        </p:nvSpPr>
        <p:spPr>
          <a:xfrm>
            <a:off x="1264261" y="2180666"/>
            <a:ext cx="10140757" cy="438912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598" marR="0" lvl="0" indent="-228598" algn="l" defTabSz="914394"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Adjacency matrix is the matrix, which keeps the information of adjacent nodes.</a:t>
            </a:r>
          </a:p>
          <a:p>
            <a:pPr marL="228598" marR="0" lvl="0" indent="-228598" algn="l" defTabSz="914394"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solidFill>
                  <a:prstClr val="black"/>
                </a:solidFill>
                <a:latin typeface="Calibri" panose="020F0502020204030204"/>
              </a:rPr>
              <a:t>In other words, we can say that this matrix keeps the information that whether this node is adjacent to any other node or not.</a:t>
            </a:r>
          </a:p>
          <a:p>
            <a:pPr marL="228598" marR="0" lvl="0" indent="-228598" algn="l" defTabSz="914394"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solidFill>
                  <a:prstClr val="black"/>
                </a:solidFill>
                <a:latin typeface="Calibri" panose="020F0502020204030204"/>
              </a:rPr>
              <a:t>A matrix in 2D array is represented as n x n or array[n][n], where first subscript will be row and second subscript will be column of that matrix.</a:t>
            </a:r>
          </a:p>
          <a:p>
            <a:pPr marL="228598" marR="0" lvl="0" indent="-228598" algn="l" defTabSz="914394"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394" rtl="0" eaLnBrk="1" fontAlgn="auto" latinLnBrk="0" hangingPunct="1">
              <a:lnSpc>
                <a:spcPct val="90000"/>
              </a:lnSpc>
              <a:spcBef>
                <a:spcPts val="1000"/>
              </a:spcBef>
              <a:spcAft>
                <a:spcPts val="0"/>
              </a:spcAft>
              <a:buClrTx/>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795" marR="0" lvl="1" indent="-228598" algn="l" defTabSz="914394"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598" marR="0" lvl="0" indent="-228598" algn="l" defTabSz="914394"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754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5">
            <a:extLst>
              <a:ext uri="{FF2B5EF4-FFF2-40B4-BE49-F238E27FC236}">
                <a16:creationId xmlns:a16="http://schemas.microsoft.com/office/drawing/2014/main" id="{D4E84307-C65A-D323-52EC-9898146F3E2D}"/>
              </a:ext>
            </a:extLst>
          </p:cNvPr>
          <p:cNvSpPr>
            <a:spLocks noGrp="1"/>
          </p:cNvSpPr>
          <p:nvPr>
            <p:ph idx="1"/>
          </p:nvPr>
        </p:nvSpPr>
        <p:spPr/>
        <p:txBody>
          <a:bodyPr/>
          <a:lstStyle/>
          <a:p>
            <a:r>
              <a:rPr lang="en-US" altLang="en-US" sz="2800" dirty="0"/>
              <a:t>If a graph has n vertices, we use n x n matrix to represent the graph.</a:t>
            </a:r>
          </a:p>
          <a:p>
            <a:r>
              <a:rPr lang="en-US" altLang="en-US" sz="2800" dirty="0"/>
              <a:t>Let's assume the n x n matrix as adj[n][n].</a:t>
            </a:r>
          </a:p>
          <a:p>
            <a:r>
              <a:rPr lang="en-US" altLang="en-US" sz="2800" dirty="0"/>
              <a:t>if there is an </a:t>
            </a:r>
            <a:r>
              <a:rPr lang="en-US" altLang="en-US" sz="2800" dirty="0">
                <a:solidFill>
                  <a:schemeClr val="accent2"/>
                </a:solidFill>
              </a:rPr>
              <a:t>edge from vertex </a:t>
            </a:r>
            <a:r>
              <a:rPr lang="en-US" altLang="en-US" sz="2800" dirty="0" err="1">
                <a:solidFill>
                  <a:schemeClr val="accent2"/>
                </a:solidFill>
              </a:rPr>
              <a:t>i</a:t>
            </a:r>
            <a:r>
              <a:rPr lang="en-US" altLang="en-US" sz="2800" dirty="0">
                <a:solidFill>
                  <a:schemeClr val="accent2"/>
                </a:solidFill>
              </a:rPr>
              <a:t> to j</a:t>
            </a:r>
            <a:r>
              <a:rPr lang="en-US" altLang="en-US" sz="2800" dirty="0"/>
              <a:t>, mark adj[</a:t>
            </a:r>
            <a:r>
              <a:rPr lang="en-US" altLang="en-US" sz="2800" dirty="0" err="1"/>
              <a:t>i</a:t>
            </a:r>
            <a:r>
              <a:rPr lang="en-US" altLang="en-US" sz="2800" dirty="0"/>
              <a:t>][j] as 1. </a:t>
            </a:r>
          </a:p>
          <a:p>
            <a:r>
              <a:rPr lang="en-US" altLang="en-US" sz="2800" b="1" dirty="0"/>
              <a:t> </a:t>
            </a:r>
            <a:r>
              <a:rPr lang="en-US" altLang="en-US" sz="2800" b="1" dirty="0">
                <a:solidFill>
                  <a:schemeClr val="accent2"/>
                </a:solidFill>
              </a:rPr>
              <a:t>i.e. adj[</a:t>
            </a:r>
            <a:r>
              <a:rPr lang="en-US" altLang="en-US" sz="2800" b="1" dirty="0" err="1">
                <a:solidFill>
                  <a:schemeClr val="accent2"/>
                </a:solidFill>
              </a:rPr>
              <a:t>i</a:t>
            </a:r>
            <a:r>
              <a:rPr lang="en-US" altLang="en-US" sz="2800" b="1" dirty="0">
                <a:solidFill>
                  <a:schemeClr val="accent2"/>
                </a:solidFill>
              </a:rPr>
              <a:t>][j] == 1</a:t>
            </a:r>
          </a:p>
          <a:p>
            <a:r>
              <a:rPr lang="en-US" altLang="en-US" sz="2800" dirty="0"/>
              <a:t>if there is </a:t>
            </a:r>
            <a:r>
              <a:rPr lang="en-US" altLang="en-US" sz="2800" dirty="0">
                <a:solidFill>
                  <a:schemeClr val="accent2"/>
                </a:solidFill>
              </a:rPr>
              <a:t>no edge from vertex </a:t>
            </a:r>
            <a:r>
              <a:rPr lang="en-US" altLang="en-US" sz="2800" dirty="0" err="1">
                <a:solidFill>
                  <a:schemeClr val="accent2"/>
                </a:solidFill>
              </a:rPr>
              <a:t>i</a:t>
            </a:r>
            <a:r>
              <a:rPr lang="en-US" altLang="en-US" sz="2800" dirty="0">
                <a:solidFill>
                  <a:schemeClr val="accent2"/>
                </a:solidFill>
              </a:rPr>
              <a:t> to j</a:t>
            </a:r>
            <a:r>
              <a:rPr lang="en-US" altLang="en-US" sz="2800" dirty="0"/>
              <a:t>, mark adj[</a:t>
            </a:r>
            <a:r>
              <a:rPr lang="en-US" altLang="en-US" sz="2800" dirty="0" err="1"/>
              <a:t>i</a:t>
            </a:r>
            <a:r>
              <a:rPr lang="en-US" altLang="en-US" sz="2800" dirty="0"/>
              <a:t>][j] as 0. </a:t>
            </a:r>
          </a:p>
          <a:p>
            <a:r>
              <a:rPr lang="en-US" altLang="en-US" sz="2800" b="1" dirty="0">
                <a:solidFill>
                  <a:schemeClr val="accent2"/>
                </a:solidFill>
              </a:rPr>
              <a:t>i.e. adj[</a:t>
            </a:r>
            <a:r>
              <a:rPr lang="en-US" altLang="en-US" sz="2800" b="1" dirty="0" err="1">
                <a:solidFill>
                  <a:schemeClr val="accent2"/>
                </a:solidFill>
              </a:rPr>
              <a:t>i</a:t>
            </a:r>
            <a:r>
              <a:rPr lang="en-US" altLang="en-US" sz="2800" b="1" dirty="0">
                <a:solidFill>
                  <a:schemeClr val="accent2"/>
                </a:solidFill>
              </a:rPr>
              <a:t>][j] == 0</a:t>
            </a:r>
          </a:p>
          <a:p>
            <a:endParaRPr lang="en-US" altLang="en-US" dirty="0"/>
          </a:p>
        </p:txBody>
      </p:sp>
      <p:sp>
        <p:nvSpPr>
          <p:cNvPr id="5" name="Title 4">
            <a:extLst>
              <a:ext uri="{FF2B5EF4-FFF2-40B4-BE49-F238E27FC236}">
                <a16:creationId xmlns:a16="http://schemas.microsoft.com/office/drawing/2014/main" id="{11F318CD-9683-549F-2A9E-C4C847DB8965}"/>
              </a:ext>
            </a:extLst>
          </p:cNvPr>
          <p:cNvSpPr>
            <a:spLocks noGrp="1"/>
          </p:cNvSpPr>
          <p:nvPr>
            <p:ph type="title"/>
          </p:nvPr>
        </p:nvSpPr>
        <p:spPr/>
        <p:txBody>
          <a:bodyPr/>
          <a:lstStyle/>
          <a:p>
            <a:pPr>
              <a:defRPr/>
            </a:pPr>
            <a:r>
              <a:rPr lang="en-US" dirty="0"/>
              <a:t>Algorithm for adjacency matrix</a:t>
            </a:r>
          </a:p>
        </p:txBody>
      </p:sp>
      <p:sp>
        <p:nvSpPr>
          <p:cNvPr id="43012" name="Slide Number Placeholder 3">
            <a:extLst>
              <a:ext uri="{FF2B5EF4-FFF2-40B4-BE49-F238E27FC236}">
                <a16:creationId xmlns:a16="http://schemas.microsoft.com/office/drawing/2014/main" id="{26340266-68C0-901D-396D-51A3AECB10E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4566F48-962A-45BB-B252-F7DA7C221296}" type="slidenum">
              <a:rPr lang="en-US" altLang="en-US" sz="1000"/>
              <a:pPr/>
              <a:t>6</a:t>
            </a:fld>
            <a:endParaRPr lang="en-US" alt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GB" sz="4000" b="1" spc="-5" dirty="0">
                <a:solidFill>
                  <a:schemeClr val="tx1">
                    <a:lumMod val="65000"/>
                    <a:lumOff val="35000"/>
                  </a:schemeClr>
                </a:solidFill>
              </a:rPr>
              <a:t>Adjacency Matrix : Example</a:t>
            </a:r>
            <a:endParaRPr lang="en-US" sz="4000" b="1" spc="-10" dirty="0">
              <a:solidFill>
                <a:schemeClr val="tx1">
                  <a:lumMod val="65000"/>
                  <a:lumOff val="35000"/>
                </a:schemeClr>
              </a:solidFill>
            </a:endParaRPr>
          </a:p>
        </p:txBody>
      </p:sp>
      <p:graphicFrame>
        <p:nvGraphicFramePr>
          <p:cNvPr id="28" name="Table 27">
            <a:extLst>
              <a:ext uri="{FF2B5EF4-FFF2-40B4-BE49-F238E27FC236}">
                <a16:creationId xmlns:a16="http://schemas.microsoft.com/office/drawing/2014/main" id="{1F7D17AA-A3F6-4DB3-BEF9-295ECFCD38F0}"/>
              </a:ext>
            </a:extLst>
          </p:cNvPr>
          <p:cNvGraphicFramePr>
            <a:graphicFrameLocks noGrp="1"/>
          </p:cNvGraphicFramePr>
          <p:nvPr/>
        </p:nvGraphicFramePr>
        <p:xfrm>
          <a:off x="1088315" y="3931070"/>
          <a:ext cx="3657600" cy="182880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340360">
                <a:tc>
                  <a:txBody>
                    <a:bodyPr/>
                    <a:lstStyle/>
                    <a:p>
                      <a:pPr algn="ctr"/>
                      <a:endParaRPr lang="en-US" dirty="0"/>
                    </a:p>
                  </a:txBody>
                  <a:tcPr/>
                </a:tc>
                <a:tc>
                  <a:txBody>
                    <a:bodyPr/>
                    <a:lstStyle/>
                    <a:p>
                      <a:pPr algn="ctr"/>
                      <a:r>
                        <a:rPr lang="en-US" dirty="0"/>
                        <a:t>a</a:t>
                      </a:r>
                    </a:p>
                  </a:txBody>
                  <a:tcPr/>
                </a:tc>
                <a:tc>
                  <a:txBody>
                    <a:bodyPr/>
                    <a:lstStyle/>
                    <a:p>
                      <a:pPr algn="ctr"/>
                      <a:r>
                        <a:rPr lang="en-US" dirty="0"/>
                        <a:t>b</a:t>
                      </a:r>
                    </a:p>
                  </a:txBody>
                  <a:tcPr/>
                </a:tc>
                <a:tc>
                  <a:txBody>
                    <a:bodyPr/>
                    <a:lstStyle/>
                    <a:p>
                      <a:pPr algn="ctr"/>
                      <a:r>
                        <a:rPr lang="en-US" dirty="0"/>
                        <a:t>c</a:t>
                      </a:r>
                    </a:p>
                  </a:txBody>
                  <a:tcPr/>
                </a:tc>
                <a:tc>
                  <a:txBody>
                    <a:bodyPr/>
                    <a:lstStyle/>
                    <a:p>
                      <a:pPr algn="ctr"/>
                      <a:r>
                        <a:rPr lang="en-US" dirty="0"/>
                        <a:t>d</a:t>
                      </a:r>
                    </a:p>
                  </a:txBody>
                  <a:tcPr/>
                </a:tc>
                <a:extLst>
                  <a:ext uri="{0D108BD9-81ED-4DB2-BD59-A6C34878D82A}">
                    <a16:rowId xmlns:a16="http://schemas.microsoft.com/office/drawing/2014/main" val="10000"/>
                  </a:ext>
                </a:extLst>
              </a:tr>
              <a:tr h="340360">
                <a:tc>
                  <a:txBody>
                    <a:bodyPr/>
                    <a:lstStyle/>
                    <a:p>
                      <a:pPr algn="ctr"/>
                      <a:r>
                        <a:rPr lang="en-US" dirty="0"/>
                        <a:t>a</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001"/>
                  </a:ext>
                </a:extLst>
              </a:tr>
              <a:tr h="340360">
                <a:tc>
                  <a:txBody>
                    <a:bodyPr/>
                    <a:lstStyle/>
                    <a:p>
                      <a:pPr algn="ctr"/>
                      <a:r>
                        <a:rPr lang="en-US" dirty="0"/>
                        <a:t>b</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002"/>
                  </a:ext>
                </a:extLst>
              </a:tr>
              <a:tr h="340360">
                <a:tc>
                  <a:txBody>
                    <a:bodyPr/>
                    <a:lstStyle/>
                    <a:p>
                      <a:pPr algn="ctr"/>
                      <a:r>
                        <a:rPr lang="en-US" dirty="0"/>
                        <a:t>c</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0003"/>
                  </a:ext>
                </a:extLst>
              </a:tr>
              <a:tr h="340360">
                <a:tc>
                  <a:txBody>
                    <a:bodyPr/>
                    <a:lstStyle/>
                    <a:p>
                      <a:pPr algn="ctr"/>
                      <a:r>
                        <a:rPr lang="en-US" dirty="0"/>
                        <a:t>d</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0004"/>
                  </a:ext>
                </a:extLst>
              </a:tr>
            </a:tbl>
          </a:graphicData>
        </a:graphic>
      </p:graphicFrame>
      <p:graphicFrame>
        <p:nvGraphicFramePr>
          <p:cNvPr id="29" name="Table 28">
            <a:extLst>
              <a:ext uri="{FF2B5EF4-FFF2-40B4-BE49-F238E27FC236}">
                <a16:creationId xmlns:a16="http://schemas.microsoft.com/office/drawing/2014/main" id="{257D6D09-C181-41E1-84F1-BD7A7808E27A}"/>
              </a:ext>
            </a:extLst>
          </p:cNvPr>
          <p:cNvGraphicFramePr>
            <a:graphicFrameLocks noGrp="1"/>
          </p:cNvGraphicFramePr>
          <p:nvPr/>
        </p:nvGraphicFramePr>
        <p:xfrm>
          <a:off x="7794834" y="3931070"/>
          <a:ext cx="3657600" cy="182880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340360">
                <a:tc>
                  <a:txBody>
                    <a:bodyPr/>
                    <a:lstStyle/>
                    <a:p>
                      <a:pPr algn="ctr"/>
                      <a:endParaRPr lang="en-US" dirty="0"/>
                    </a:p>
                  </a:txBody>
                  <a:tcPr/>
                </a:tc>
                <a:tc>
                  <a:txBody>
                    <a:bodyPr/>
                    <a:lstStyle/>
                    <a:p>
                      <a:pPr algn="ctr"/>
                      <a:r>
                        <a:rPr lang="en-US" dirty="0"/>
                        <a:t>a</a:t>
                      </a:r>
                    </a:p>
                  </a:txBody>
                  <a:tcPr/>
                </a:tc>
                <a:tc>
                  <a:txBody>
                    <a:bodyPr/>
                    <a:lstStyle/>
                    <a:p>
                      <a:pPr algn="ctr"/>
                      <a:r>
                        <a:rPr lang="en-US" dirty="0"/>
                        <a:t>b</a:t>
                      </a:r>
                    </a:p>
                  </a:txBody>
                  <a:tcPr/>
                </a:tc>
                <a:tc>
                  <a:txBody>
                    <a:bodyPr/>
                    <a:lstStyle/>
                    <a:p>
                      <a:pPr algn="ctr"/>
                      <a:r>
                        <a:rPr lang="en-US" dirty="0"/>
                        <a:t>c</a:t>
                      </a:r>
                    </a:p>
                  </a:txBody>
                  <a:tcPr/>
                </a:tc>
                <a:tc>
                  <a:txBody>
                    <a:bodyPr/>
                    <a:lstStyle/>
                    <a:p>
                      <a:pPr algn="ctr"/>
                      <a:r>
                        <a:rPr lang="en-US" dirty="0"/>
                        <a:t>d</a:t>
                      </a:r>
                    </a:p>
                  </a:txBody>
                  <a:tcPr/>
                </a:tc>
                <a:extLst>
                  <a:ext uri="{0D108BD9-81ED-4DB2-BD59-A6C34878D82A}">
                    <a16:rowId xmlns:a16="http://schemas.microsoft.com/office/drawing/2014/main" val="10000"/>
                  </a:ext>
                </a:extLst>
              </a:tr>
              <a:tr h="340360">
                <a:tc>
                  <a:txBody>
                    <a:bodyPr/>
                    <a:lstStyle/>
                    <a:p>
                      <a:pPr algn="ctr"/>
                      <a:r>
                        <a:rPr lang="en-US" dirty="0"/>
                        <a:t>a</a:t>
                      </a:r>
                    </a:p>
                  </a:txBody>
                  <a:tcPr/>
                </a:tc>
                <a:tc>
                  <a:txBody>
                    <a:bodyPr/>
                    <a:lstStyle/>
                    <a:p>
                      <a:pPr algn="ctr"/>
                      <a:r>
                        <a:rPr lang="en-US" dirty="0"/>
                        <a:t>0</a:t>
                      </a:r>
                    </a:p>
                  </a:txBody>
                  <a:tcPr/>
                </a:tc>
                <a:tc>
                  <a:txBody>
                    <a:bodyPr/>
                    <a:lstStyle/>
                    <a:p>
                      <a:pPr algn="ctr"/>
                      <a:r>
                        <a:rPr lang="en-US" dirty="0"/>
                        <a:t>4</a:t>
                      </a:r>
                    </a:p>
                  </a:txBody>
                  <a:tcPr/>
                </a:tc>
                <a:tc>
                  <a:txBody>
                    <a:bodyPr/>
                    <a:lstStyle/>
                    <a:p>
                      <a:pPr algn="ctr"/>
                      <a:r>
                        <a:rPr lang="en-US" dirty="0"/>
                        <a:t>0</a:t>
                      </a:r>
                    </a:p>
                  </a:txBody>
                  <a:tcPr/>
                </a:tc>
                <a:tc>
                  <a:txBody>
                    <a:bodyPr/>
                    <a:lstStyle/>
                    <a:p>
                      <a:pPr algn="ctr"/>
                      <a:r>
                        <a:rPr lang="en-US" dirty="0"/>
                        <a:t>5</a:t>
                      </a:r>
                    </a:p>
                  </a:txBody>
                  <a:tcPr/>
                </a:tc>
                <a:extLst>
                  <a:ext uri="{0D108BD9-81ED-4DB2-BD59-A6C34878D82A}">
                    <a16:rowId xmlns:a16="http://schemas.microsoft.com/office/drawing/2014/main" val="10001"/>
                  </a:ext>
                </a:extLst>
              </a:tr>
              <a:tr h="340360">
                <a:tc>
                  <a:txBody>
                    <a:bodyPr/>
                    <a:lstStyle/>
                    <a:p>
                      <a:pPr algn="ctr"/>
                      <a:r>
                        <a:rPr lang="en-US" dirty="0"/>
                        <a:t>b</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3</a:t>
                      </a:r>
                    </a:p>
                  </a:txBody>
                  <a:tcPr/>
                </a:tc>
                <a:extLst>
                  <a:ext uri="{0D108BD9-81ED-4DB2-BD59-A6C34878D82A}">
                    <a16:rowId xmlns:a16="http://schemas.microsoft.com/office/drawing/2014/main" val="10002"/>
                  </a:ext>
                </a:extLst>
              </a:tr>
              <a:tr h="340360">
                <a:tc>
                  <a:txBody>
                    <a:bodyPr/>
                    <a:lstStyle/>
                    <a:p>
                      <a:pPr algn="ctr"/>
                      <a:r>
                        <a:rPr lang="en-US" dirty="0"/>
                        <a:t>c</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0003"/>
                  </a:ext>
                </a:extLst>
              </a:tr>
              <a:tr h="340360">
                <a:tc>
                  <a:txBody>
                    <a:bodyPr/>
                    <a:lstStyle/>
                    <a:p>
                      <a:pPr algn="ctr"/>
                      <a:r>
                        <a:rPr lang="en-US" dirty="0"/>
                        <a:t>d</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2</a:t>
                      </a:r>
                    </a:p>
                  </a:txBody>
                  <a:tcPr/>
                </a:tc>
                <a:tc>
                  <a:txBody>
                    <a:bodyPr/>
                    <a:lstStyle/>
                    <a:p>
                      <a:pPr algn="ctr"/>
                      <a:r>
                        <a:rPr lang="en-US" dirty="0"/>
                        <a:t>0</a:t>
                      </a:r>
                    </a:p>
                  </a:txBody>
                  <a:tcPr/>
                </a:tc>
                <a:extLst>
                  <a:ext uri="{0D108BD9-81ED-4DB2-BD59-A6C34878D82A}">
                    <a16:rowId xmlns:a16="http://schemas.microsoft.com/office/drawing/2014/main" val="10004"/>
                  </a:ext>
                </a:extLst>
              </a:tr>
            </a:tbl>
          </a:graphicData>
        </a:graphic>
      </p:graphicFrame>
      <p:pic>
        <p:nvPicPr>
          <p:cNvPr id="33" name="Picture 32">
            <a:extLst>
              <a:ext uri="{FF2B5EF4-FFF2-40B4-BE49-F238E27FC236}">
                <a16:creationId xmlns:a16="http://schemas.microsoft.com/office/drawing/2014/main" id="{71FF07DA-CDC9-7E43-60D0-21A48428E87A}"/>
              </a:ext>
            </a:extLst>
          </p:cNvPr>
          <p:cNvPicPr>
            <a:picLocks noChangeAspect="1"/>
          </p:cNvPicPr>
          <p:nvPr/>
        </p:nvPicPr>
        <p:blipFill>
          <a:blip r:embed="rId2"/>
          <a:stretch>
            <a:fillRect/>
          </a:stretch>
        </p:blipFill>
        <p:spPr>
          <a:xfrm>
            <a:off x="4386875" y="1764502"/>
            <a:ext cx="3407959" cy="2554445"/>
          </a:xfrm>
          <a:prstGeom prst="rect">
            <a:avLst/>
          </a:prstGeom>
        </p:spPr>
      </p:pic>
      <p:sp>
        <p:nvSpPr>
          <p:cNvPr id="34" name="TextBox 33">
            <a:extLst>
              <a:ext uri="{FF2B5EF4-FFF2-40B4-BE49-F238E27FC236}">
                <a16:creationId xmlns:a16="http://schemas.microsoft.com/office/drawing/2014/main" id="{7B4C7E09-CE3B-3E56-F4F1-5D1A535EC777}"/>
              </a:ext>
            </a:extLst>
          </p:cNvPr>
          <p:cNvSpPr txBox="1"/>
          <p:nvPr/>
        </p:nvSpPr>
        <p:spPr>
          <a:xfrm>
            <a:off x="1880343" y="5868154"/>
            <a:ext cx="2506532" cy="369332"/>
          </a:xfrm>
          <a:prstGeom prst="rect">
            <a:avLst/>
          </a:prstGeom>
          <a:noFill/>
        </p:spPr>
        <p:txBody>
          <a:bodyPr wrap="square" rtlCol="0">
            <a:spAutoFit/>
          </a:bodyPr>
          <a:lstStyle/>
          <a:p>
            <a:r>
              <a:rPr lang="en-US" b="1" dirty="0"/>
              <a:t>Adjacency Matrix</a:t>
            </a:r>
          </a:p>
        </p:txBody>
      </p:sp>
      <p:sp>
        <p:nvSpPr>
          <p:cNvPr id="35" name="TextBox 34">
            <a:extLst>
              <a:ext uri="{FF2B5EF4-FFF2-40B4-BE49-F238E27FC236}">
                <a16:creationId xmlns:a16="http://schemas.microsoft.com/office/drawing/2014/main" id="{9C88E967-FC3C-FB09-5690-4D3DF3AD7ED2}"/>
              </a:ext>
            </a:extLst>
          </p:cNvPr>
          <p:cNvSpPr txBox="1"/>
          <p:nvPr/>
        </p:nvSpPr>
        <p:spPr>
          <a:xfrm>
            <a:off x="8283388" y="5872873"/>
            <a:ext cx="2831055" cy="369332"/>
          </a:xfrm>
          <a:prstGeom prst="rect">
            <a:avLst/>
          </a:prstGeom>
          <a:noFill/>
        </p:spPr>
        <p:txBody>
          <a:bodyPr wrap="square" rtlCol="0">
            <a:spAutoFit/>
          </a:bodyPr>
          <a:lstStyle/>
          <a:p>
            <a:r>
              <a:rPr lang="en-US" b="1" dirty="0"/>
              <a:t>Weighted Adjacency Matrix</a:t>
            </a:r>
          </a:p>
        </p:txBody>
      </p:sp>
    </p:spTree>
    <p:extLst>
      <p:ext uri="{BB962C8B-B14F-4D97-AF65-F5344CB8AC3E}">
        <p14:creationId xmlns:p14="http://schemas.microsoft.com/office/powerpoint/2010/main" val="1138384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GB" sz="4000" b="1" spc="-5" dirty="0">
                <a:solidFill>
                  <a:schemeClr val="tx1">
                    <a:lumMod val="65000"/>
                    <a:lumOff val="35000"/>
                  </a:schemeClr>
                </a:solidFill>
              </a:rPr>
              <a:t>Adjacency Matrix : Example</a:t>
            </a:r>
            <a:endParaRPr lang="en-US" sz="4000" b="1" spc="-10" dirty="0">
              <a:solidFill>
                <a:schemeClr val="tx1">
                  <a:lumMod val="65000"/>
                  <a:lumOff val="35000"/>
                </a:schemeClr>
              </a:solidFill>
            </a:endParaRPr>
          </a:p>
        </p:txBody>
      </p:sp>
      <p:graphicFrame>
        <p:nvGraphicFramePr>
          <p:cNvPr id="28" name="Table 27">
            <a:extLst>
              <a:ext uri="{FF2B5EF4-FFF2-40B4-BE49-F238E27FC236}">
                <a16:creationId xmlns:a16="http://schemas.microsoft.com/office/drawing/2014/main" id="{1F7D17AA-A3F6-4DB3-BEF9-295ECFCD38F0}"/>
              </a:ext>
            </a:extLst>
          </p:cNvPr>
          <p:cNvGraphicFramePr>
            <a:graphicFrameLocks noGrp="1"/>
          </p:cNvGraphicFramePr>
          <p:nvPr/>
        </p:nvGraphicFramePr>
        <p:xfrm>
          <a:off x="3886200" y="4919246"/>
          <a:ext cx="3657600" cy="182880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340360">
                <a:tc>
                  <a:txBody>
                    <a:bodyPr/>
                    <a:lstStyle/>
                    <a:p>
                      <a:pPr algn="ctr"/>
                      <a:endParaRPr lang="en-US" dirty="0"/>
                    </a:p>
                  </a:txBody>
                  <a:tcPr/>
                </a:tc>
                <a:tc>
                  <a:txBody>
                    <a:bodyPr/>
                    <a:lstStyle/>
                    <a:p>
                      <a:pPr algn="ctr"/>
                      <a:r>
                        <a:rPr lang="en-US" dirty="0"/>
                        <a:t>A</a:t>
                      </a:r>
                    </a:p>
                  </a:txBody>
                  <a:tcPr/>
                </a:tc>
                <a:tc>
                  <a:txBody>
                    <a:bodyPr/>
                    <a:lstStyle/>
                    <a:p>
                      <a:pPr algn="ctr"/>
                      <a:r>
                        <a:rPr lang="en-US" dirty="0"/>
                        <a:t>B</a:t>
                      </a:r>
                    </a:p>
                  </a:txBody>
                  <a:tcPr/>
                </a:tc>
                <a:tc>
                  <a:txBody>
                    <a:bodyPr/>
                    <a:lstStyle/>
                    <a:p>
                      <a:pPr algn="ctr"/>
                      <a:r>
                        <a:rPr lang="en-US" dirty="0"/>
                        <a:t>C</a:t>
                      </a:r>
                    </a:p>
                  </a:txBody>
                  <a:tcPr/>
                </a:tc>
                <a:tc>
                  <a:txBody>
                    <a:bodyPr/>
                    <a:lstStyle/>
                    <a:p>
                      <a:pPr algn="ctr"/>
                      <a:r>
                        <a:rPr lang="en-US" dirty="0"/>
                        <a:t>D</a:t>
                      </a:r>
                    </a:p>
                  </a:txBody>
                  <a:tcPr/>
                </a:tc>
                <a:extLst>
                  <a:ext uri="{0D108BD9-81ED-4DB2-BD59-A6C34878D82A}">
                    <a16:rowId xmlns:a16="http://schemas.microsoft.com/office/drawing/2014/main" val="10000"/>
                  </a:ext>
                </a:extLst>
              </a:tr>
              <a:tr h="340360">
                <a:tc>
                  <a:txBody>
                    <a:bodyPr/>
                    <a:lstStyle/>
                    <a:p>
                      <a:pPr algn="ctr"/>
                      <a:r>
                        <a:rPr lang="en-US" dirty="0"/>
                        <a:t>A</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0001"/>
                  </a:ext>
                </a:extLst>
              </a:tr>
              <a:tr h="340360">
                <a:tc>
                  <a:txBody>
                    <a:bodyPr/>
                    <a:lstStyle/>
                    <a:p>
                      <a:pPr algn="ctr"/>
                      <a:r>
                        <a:rPr lang="en-US" dirty="0"/>
                        <a:t>B</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0002"/>
                  </a:ext>
                </a:extLst>
              </a:tr>
              <a:tr h="340360">
                <a:tc>
                  <a:txBody>
                    <a:bodyPr/>
                    <a:lstStyle/>
                    <a:p>
                      <a:pPr algn="ctr"/>
                      <a:r>
                        <a:rPr lang="en-US" dirty="0"/>
                        <a:t>C</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003"/>
                  </a:ext>
                </a:extLst>
              </a:tr>
              <a:tr h="340360">
                <a:tc>
                  <a:txBody>
                    <a:bodyPr/>
                    <a:lstStyle/>
                    <a:p>
                      <a:pPr algn="ctr"/>
                      <a:r>
                        <a:rPr lang="en-US" dirty="0"/>
                        <a:t>D</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0004"/>
                  </a:ext>
                </a:extLst>
              </a:tr>
            </a:tbl>
          </a:graphicData>
        </a:graphic>
      </p:graphicFrame>
      <p:sp>
        <p:nvSpPr>
          <p:cNvPr id="30" name="Oval 29">
            <a:extLst>
              <a:ext uri="{FF2B5EF4-FFF2-40B4-BE49-F238E27FC236}">
                <a16:creationId xmlns:a16="http://schemas.microsoft.com/office/drawing/2014/main" id="{C9B5E810-EB5F-4A10-9F35-ED66A2B6B406}"/>
              </a:ext>
            </a:extLst>
          </p:cNvPr>
          <p:cNvSpPr/>
          <p:nvPr/>
        </p:nvSpPr>
        <p:spPr>
          <a:xfrm>
            <a:off x="4790497" y="2324796"/>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2" name="Oval 31">
            <a:extLst>
              <a:ext uri="{FF2B5EF4-FFF2-40B4-BE49-F238E27FC236}">
                <a16:creationId xmlns:a16="http://schemas.microsoft.com/office/drawing/2014/main" id="{1CBEDF94-6800-43AD-849B-F64EA9DBEB88}"/>
              </a:ext>
            </a:extLst>
          </p:cNvPr>
          <p:cNvSpPr/>
          <p:nvPr/>
        </p:nvSpPr>
        <p:spPr>
          <a:xfrm>
            <a:off x="6215106" y="231817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5A6BDA5B-23D4-46D0-B587-674EB974CC95}"/>
              </a:ext>
            </a:extLst>
          </p:cNvPr>
          <p:cNvSpPr/>
          <p:nvPr/>
        </p:nvSpPr>
        <p:spPr>
          <a:xfrm>
            <a:off x="6215106" y="364623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044EAECF-E930-48DF-A3BF-1D51E865E085}"/>
              </a:ext>
            </a:extLst>
          </p:cNvPr>
          <p:cNvSpPr/>
          <p:nvPr/>
        </p:nvSpPr>
        <p:spPr>
          <a:xfrm>
            <a:off x="4790497" y="364623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cxnSp>
        <p:nvCxnSpPr>
          <p:cNvPr id="40" name="Straight Connector 39">
            <a:extLst>
              <a:ext uri="{FF2B5EF4-FFF2-40B4-BE49-F238E27FC236}">
                <a16:creationId xmlns:a16="http://schemas.microsoft.com/office/drawing/2014/main" id="{8AFFDD31-09C3-4F9B-9AC3-BDC9F3461727}"/>
              </a:ext>
            </a:extLst>
          </p:cNvPr>
          <p:cNvCxnSpPr>
            <a:stCxn id="30" idx="4"/>
            <a:endCxn id="38" idx="0"/>
          </p:cNvCxnSpPr>
          <p:nvPr/>
        </p:nvCxnSpPr>
        <p:spPr>
          <a:xfrm>
            <a:off x="5095297" y="2934396"/>
            <a:ext cx="0" cy="711841"/>
          </a:xfrm>
          <a:prstGeom prst="line">
            <a:avLst/>
          </a:prstGeom>
        </p:spPr>
        <p:style>
          <a:lnRef idx="3">
            <a:schemeClr val="accent1"/>
          </a:lnRef>
          <a:fillRef idx="0">
            <a:schemeClr val="accent1"/>
          </a:fillRef>
          <a:effectRef idx="2">
            <a:schemeClr val="accent1"/>
          </a:effectRef>
          <a:fontRef idx="minor">
            <a:schemeClr val="tx1"/>
          </a:fontRef>
        </p:style>
      </p:cxnSp>
      <p:cxnSp>
        <p:nvCxnSpPr>
          <p:cNvPr id="41" name="Straight Connector 40">
            <a:extLst>
              <a:ext uri="{FF2B5EF4-FFF2-40B4-BE49-F238E27FC236}">
                <a16:creationId xmlns:a16="http://schemas.microsoft.com/office/drawing/2014/main" id="{670C7E69-8BDD-4DE1-B2A3-AC9F37AE3274}"/>
              </a:ext>
            </a:extLst>
          </p:cNvPr>
          <p:cNvCxnSpPr>
            <a:cxnSpLocks/>
            <a:stCxn id="36" idx="2"/>
            <a:endCxn id="38" idx="6"/>
          </p:cNvCxnSpPr>
          <p:nvPr/>
        </p:nvCxnSpPr>
        <p:spPr>
          <a:xfrm flipH="1">
            <a:off x="5400097" y="3951037"/>
            <a:ext cx="81500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42" name="Straight Connector 41">
            <a:extLst>
              <a:ext uri="{FF2B5EF4-FFF2-40B4-BE49-F238E27FC236}">
                <a16:creationId xmlns:a16="http://schemas.microsoft.com/office/drawing/2014/main" id="{2ABB52D5-53FB-4D27-8210-F9DFCA871EC6}"/>
              </a:ext>
            </a:extLst>
          </p:cNvPr>
          <p:cNvCxnSpPr/>
          <p:nvPr/>
        </p:nvCxnSpPr>
        <p:spPr>
          <a:xfrm>
            <a:off x="6519906" y="2927770"/>
            <a:ext cx="0" cy="711841"/>
          </a:xfrm>
          <a:prstGeom prst="line">
            <a:avLst/>
          </a:prstGeom>
        </p:spPr>
        <p:style>
          <a:lnRef idx="3">
            <a:schemeClr val="accent1"/>
          </a:lnRef>
          <a:fillRef idx="0">
            <a:schemeClr val="accent1"/>
          </a:fillRef>
          <a:effectRef idx="2">
            <a:schemeClr val="accent1"/>
          </a:effectRef>
          <a:fontRef idx="minor">
            <a:schemeClr val="tx1"/>
          </a:fontRef>
        </p:style>
      </p:cxnSp>
      <p:cxnSp>
        <p:nvCxnSpPr>
          <p:cNvPr id="43" name="Straight Connector 42">
            <a:extLst>
              <a:ext uri="{FF2B5EF4-FFF2-40B4-BE49-F238E27FC236}">
                <a16:creationId xmlns:a16="http://schemas.microsoft.com/office/drawing/2014/main" id="{E3E29E75-446D-4360-93BC-0252AC39724A}"/>
              </a:ext>
            </a:extLst>
          </p:cNvPr>
          <p:cNvCxnSpPr>
            <a:cxnSpLocks/>
          </p:cNvCxnSpPr>
          <p:nvPr/>
        </p:nvCxnSpPr>
        <p:spPr>
          <a:xfrm flipH="1">
            <a:off x="5400097" y="2583677"/>
            <a:ext cx="81500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45" name="Straight Connector 44">
            <a:extLst>
              <a:ext uri="{FF2B5EF4-FFF2-40B4-BE49-F238E27FC236}">
                <a16:creationId xmlns:a16="http://schemas.microsoft.com/office/drawing/2014/main" id="{8AF6A648-1C26-4D53-A9DA-D554401FF804}"/>
              </a:ext>
            </a:extLst>
          </p:cNvPr>
          <p:cNvCxnSpPr>
            <a:cxnSpLocks/>
          </p:cNvCxnSpPr>
          <p:nvPr/>
        </p:nvCxnSpPr>
        <p:spPr>
          <a:xfrm>
            <a:off x="5295825" y="2805740"/>
            <a:ext cx="1003674" cy="923234"/>
          </a:xfrm>
          <a:prstGeom prst="line">
            <a:avLst/>
          </a:prstGeom>
        </p:spPr>
        <p:style>
          <a:lnRef idx="3">
            <a:schemeClr val="accent1"/>
          </a:lnRef>
          <a:fillRef idx="0">
            <a:schemeClr val="accent1"/>
          </a:fillRef>
          <a:effectRef idx="2">
            <a:schemeClr val="accent1"/>
          </a:effectRef>
          <a:fontRef idx="minor">
            <a:schemeClr val="tx1"/>
          </a:fontRef>
        </p:style>
      </p:cxnSp>
      <p:cxnSp>
        <p:nvCxnSpPr>
          <p:cNvPr id="46" name="Straight Connector 45">
            <a:extLst>
              <a:ext uri="{FF2B5EF4-FFF2-40B4-BE49-F238E27FC236}">
                <a16:creationId xmlns:a16="http://schemas.microsoft.com/office/drawing/2014/main" id="{210F901C-44BF-4973-BD0E-49A69A455395}"/>
              </a:ext>
            </a:extLst>
          </p:cNvPr>
          <p:cNvCxnSpPr>
            <a:cxnSpLocks/>
            <a:endCxn id="32" idx="3"/>
          </p:cNvCxnSpPr>
          <p:nvPr/>
        </p:nvCxnSpPr>
        <p:spPr>
          <a:xfrm flipV="1">
            <a:off x="5325950" y="2838496"/>
            <a:ext cx="978430" cy="897104"/>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92381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a:extLst>
              <a:ext uri="{FF2B5EF4-FFF2-40B4-BE49-F238E27FC236}">
                <a16:creationId xmlns:a16="http://schemas.microsoft.com/office/drawing/2014/main" id="{FA3D6449-AC92-68FC-467A-621760BB6FB6}"/>
              </a:ext>
            </a:extLst>
          </p:cNvPr>
          <p:cNvSpPr>
            <a:spLocks noGrp="1" noChangeArrowheads="1"/>
          </p:cNvSpPr>
          <p:nvPr>
            <p:ph type="title" idx="4294967295"/>
          </p:nvPr>
        </p:nvSpPr>
        <p:spPr>
          <a:xfrm>
            <a:off x="1524000" y="457200"/>
            <a:ext cx="7848600" cy="381000"/>
          </a:xfrm>
        </p:spPr>
        <p:txBody>
          <a:bodyPr>
            <a:normAutofit fontScale="90000"/>
          </a:bodyPr>
          <a:lstStyle/>
          <a:p>
            <a:pPr>
              <a:defRPr/>
            </a:pPr>
            <a:r>
              <a:rPr lang="en-US" sz="4000" dirty="0"/>
              <a:t>adjacency matrix</a:t>
            </a:r>
          </a:p>
        </p:txBody>
      </p:sp>
      <p:sp>
        <p:nvSpPr>
          <p:cNvPr id="44035" name="Rectangle 3">
            <a:extLst>
              <a:ext uri="{FF2B5EF4-FFF2-40B4-BE49-F238E27FC236}">
                <a16:creationId xmlns:a16="http://schemas.microsoft.com/office/drawing/2014/main" id="{D3174798-AA4A-AE3D-8642-EEF2D48A0F1D}"/>
              </a:ext>
            </a:extLst>
          </p:cNvPr>
          <p:cNvSpPr>
            <a:spLocks noChangeArrowheads="1"/>
          </p:cNvSpPr>
          <p:nvPr/>
        </p:nvSpPr>
        <p:spPr bwMode="auto">
          <a:xfrm>
            <a:off x="2651125" y="5913438"/>
            <a:ext cx="1784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nvGrpSpPr>
          <p:cNvPr id="44036" name="Group 44">
            <a:extLst>
              <a:ext uri="{FF2B5EF4-FFF2-40B4-BE49-F238E27FC236}">
                <a16:creationId xmlns:a16="http://schemas.microsoft.com/office/drawing/2014/main" id="{0BC112E2-9B17-89E0-66B7-E5596A19F145}"/>
              </a:ext>
            </a:extLst>
          </p:cNvPr>
          <p:cNvGrpSpPr>
            <a:grpSpLocks/>
          </p:cNvGrpSpPr>
          <p:nvPr/>
        </p:nvGrpSpPr>
        <p:grpSpPr bwMode="auto">
          <a:xfrm>
            <a:off x="2286000" y="2209800"/>
            <a:ext cx="4343400" cy="3543300"/>
            <a:chOff x="336" y="1104"/>
            <a:chExt cx="2736" cy="2232"/>
          </a:xfrm>
        </p:grpSpPr>
        <p:sp>
          <p:nvSpPr>
            <p:cNvPr id="44061" name="Oval 5">
              <a:extLst>
                <a:ext uri="{FF2B5EF4-FFF2-40B4-BE49-F238E27FC236}">
                  <a16:creationId xmlns:a16="http://schemas.microsoft.com/office/drawing/2014/main" id="{4CBCD3E3-CAFE-E952-16C7-B127ADAA0A1F}"/>
                </a:ext>
              </a:extLst>
            </p:cNvPr>
            <p:cNvSpPr>
              <a:spLocks noChangeArrowheads="1"/>
            </p:cNvSpPr>
            <p:nvPr/>
          </p:nvSpPr>
          <p:spPr bwMode="auto">
            <a:xfrm>
              <a:off x="1200" y="1296"/>
              <a:ext cx="528" cy="288"/>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2800">
                  <a:latin typeface="Book Antiqua" panose="02040602050305030304" pitchFamily="18" charset="0"/>
                </a:rPr>
                <a:t>A</a:t>
              </a:r>
            </a:p>
          </p:txBody>
        </p:sp>
        <p:sp>
          <p:nvSpPr>
            <p:cNvPr id="44062" name="Oval 6">
              <a:extLst>
                <a:ext uri="{FF2B5EF4-FFF2-40B4-BE49-F238E27FC236}">
                  <a16:creationId xmlns:a16="http://schemas.microsoft.com/office/drawing/2014/main" id="{E0E3A1B9-69C9-E9FA-B7CE-8CF4731EB2EF}"/>
                </a:ext>
              </a:extLst>
            </p:cNvPr>
            <p:cNvSpPr>
              <a:spLocks noChangeArrowheads="1"/>
            </p:cNvSpPr>
            <p:nvPr/>
          </p:nvSpPr>
          <p:spPr bwMode="auto">
            <a:xfrm>
              <a:off x="336" y="1920"/>
              <a:ext cx="528" cy="288"/>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2800">
                  <a:latin typeface="Book Antiqua" panose="02040602050305030304" pitchFamily="18" charset="0"/>
                </a:rPr>
                <a:t>B</a:t>
              </a:r>
            </a:p>
          </p:txBody>
        </p:sp>
        <p:sp>
          <p:nvSpPr>
            <p:cNvPr id="44063" name="Oval 7">
              <a:extLst>
                <a:ext uri="{FF2B5EF4-FFF2-40B4-BE49-F238E27FC236}">
                  <a16:creationId xmlns:a16="http://schemas.microsoft.com/office/drawing/2014/main" id="{B0ECA435-9C3E-3E6D-EF0B-FA3573E84C0F}"/>
                </a:ext>
              </a:extLst>
            </p:cNvPr>
            <p:cNvSpPr>
              <a:spLocks noChangeArrowheads="1"/>
            </p:cNvSpPr>
            <p:nvPr/>
          </p:nvSpPr>
          <p:spPr bwMode="auto">
            <a:xfrm>
              <a:off x="912" y="2832"/>
              <a:ext cx="528" cy="288"/>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2800">
                  <a:latin typeface="Book Antiqua" panose="02040602050305030304" pitchFamily="18" charset="0"/>
                </a:rPr>
                <a:t>C</a:t>
              </a:r>
            </a:p>
          </p:txBody>
        </p:sp>
        <p:sp>
          <p:nvSpPr>
            <p:cNvPr id="44064" name="Oval 8">
              <a:extLst>
                <a:ext uri="{FF2B5EF4-FFF2-40B4-BE49-F238E27FC236}">
                  <a16:creationId xmlns:a16="http://schemas.microsoft.com/office/drawing/2014/main" id="{C68C3810-071F-9368-EEA1-D81A8A4079B6}"/>
                </a:ext>
              </a:extLst>
            </p:cNvPr>
            <p:cNvSpPr>
              <a:spLocks noChangeArrowheads="1"/>
            </p:cNvSpPr>
            <p:nvPr/>
          </p:nvSpPr>
          <p:spPr bwMode="auto">
            <a:xfrm>
              <a:off x="2400" y="2832"/>
              <a:ext cx="528" cy="288"/>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2800">
                  <a:latin typeface="Book Antiqua" panose="02040602050305030304" pitchFamily="18" charset="0"/>
                </a:rPr>
                <a:t>D</a:t>
              </a:r>
            </a:p>
          </p:txBody>
        </p:sp>
        <p:sp>
          <p:nvSpPr>
            <p:cNvPr id="44065" name="Oval 9">
              <a:extLst>
                <a:ext uri="{FF2B5EF4-FFF2-40B4-BE49-F238E27FC236}">
                  <a16:creationId xmlns:a16="http://schemas.microsoft.com/office/drawing/2014/main" id="{BFD4C023-6426-7934-5E56-0A5E05F2F1AB}"/>
                </a:ext>
              </a:extLst>
            </p:cNvPr>
            <p:cNvSpPr>
              <a:spLocks noChangeArrowheads="1"/>
            </p:cNvSpPr>
            <p:nvPr/>
          </p:nvSpPr>
          <p:spPr bwMode="auto">
            <a:xfrm>
              <a:off x="2544" y="1872"/>
              <a:ext cx="528" cy="288"/>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2800">
                  <a:latin typeface="Book Antiqua" panose="02040602050305030304" pitchFamily="18" charset="0"/>
                </a:rPr>
                <a:t>E</a:t>
              </a:r>
            </a:p>
          </p:txBody>
        </p:sp>
        <p:sp>
          <p:nvSpPr>
            <p:cNvPr id="44066" name="Line 10">
              <a:extLst>
                <a:ext uri="{FF2B5EF4-FFF2-40B4-BE49-F238E27FC236}">
                  <a16:creationId xmlns:a16="http://schemas.microsoft.com/office/drawing/2014/main" id="{AD690F25-12C6-9A4F-4452-BE18B9B471F5}"/>
                </a:ext>
              </a:extLst>
            </p:cNvPr>
            <p:cNvSpPr>
              <a:spLocks noChangeShapeType="1"/>
            </p:cNvSpPr>
            <p:nvPr/>
          </p:nvSpPr>
          <p:spPr bwMode="auto">
            <a:xfrm flipH="1">
              <a:off x="672" y="1536"/>
              <a:ext cx="624" cy="384"/>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067" name="Line 11">
              <a:extLst>
                <a:ext uri="{FF2B5EF4-FFF2-40B4-BE49-F238E27FC236}">
                  <a16:creationId xmlns:a16="http://schemas.microsoft.com/office/drawing/2014/main" id="{E6CDCA76-2C85-AAAF-F0D5-92AA122C8588}"/>
                </a:ext>
              </a:extLst>
            </p:cNvPr>
            <p:cNvSpPr>
              <a:spLocks noChangeShapeType="1"/>
            </p:cNvSpPr>
            <p:nvPr/>
          </p:nvSpPr>
          <p:spPr bwMode="auto">
            <a:xfrm>
              <a:off x="1632" y="1536"/>
              <a:ext cx="1056" cy="336"/>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068" name="Line 12">
              <a:extLst>
                <a:ext uri="{FF2B5EF4-FFF2-40B4-BE49-F238E27FC236}">
                  <a16:creationId xmlns:a16="http://schemas.microsoft.com/office/drawing/2014/main" id="{CAE238BF-94EE-C33D-B7EF-1A5A55A9BF08}"/>
                </a:ext>
              </a:extLst>
            </p:cNvPr>
            <p:cNvSpPr>
              <a:spLocks noChangeShapeType="1"/>
            </p:cNvSpPr>
            <p:nvPr/>
          </p:nvSpPr>
          <p:spPr bwMode="auto">
            <a:xfrm flipH="1">
              <a:off x="1200" y="1584"/>
              <a:ext cx="240" cy="1248"/>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069" name="Line 13">
              <a:extLst>
                <a:ext uri="{FF2B5EF4-FFF2-40B4-BE49-F238E27FC236}">
                  <a16:creationId xmlns:a16="http://schemas.microsoft.com/office/drawing/2014/main" id="{93D206B9-6CD8-9B95-6955-B9839E043388}"/>
                </a:ext>
              </a:extLst>
            </p:cNvPr>
            <p:cNvSpPr>
              <a:spLocks noChangeShapeType="1"/>
            </p:cNvSpPr>
            <p:nvPr/>
          </p:nvSpPr>
          <p:spPr bwMode="auto">
            <a:xfrm flipV="1">
              <a:off x="1440" y="2976"/>
              <a:ext cx="960" cy="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070" name="Line 14">
              <a:extLst>
                <a:ext uri="{FF2B5EF4-FFF2-40B4-BE49-F238E27FC236}">
                  <a16:creationId xmlns:a16="http://schemas.microsoft.com/office/drawing/2014/main" id="{422D88DC-49A7-BE1C-C4C2-46BE61C4E66F}"/>
                </a:ext>
              </a:extLst>
            </p:cNvPr>
            <p:cNvSpPr>
              <a:spLocks noChangeShapeType="1"/>
            </p:cNvSpPr>
            <p:nvPr/>
          </p:nvSpPr>
          <p:spPr bwMode="auto">
            <a:xfrm>
              <a:off x="672" y="2208"/>
              <a:ext cx="384" cy="624"/>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071" name="Line 15">
              <a:extLst>
                <a:ext uri="{FF2B5EF4-FFF2-40B4-BE49-F238E27FC236}">
                  <a16:creationId xmlns:a16="http://schemas.microsoft.com/office/drawing/2014/main" id="{6B505878-1ACD-292B-8042-741D43348B48}"/>
                </a:ext>
              </a:extLst>
            </p:cNvPr>
            <p:cNvSpPr>
              <a:spLocks noChangeShapeType="1"/>
            </p:cNvSpPr>
            <p:nvPr/>
          </p:nvSpPr>
          <p:spPr bwMode="auto">
            <a:xfrm flipH="1" flipV="1">
              <a:off x="576" y="2208"/>
              <a:ext cx="384" cy="672"/>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072" name="Text Box 17">
              <a:extLst>
                <a:ext uri="{FF2B5EF4-FFF2-40B4-BE49-F238E27FC236}">
                  <a16:creationId xmlns:a16="http://schemas.microsoft.com/office/drawing/2014/main" id="{462DFB01-5F03-642A-5AFA-EAE4BA54B660}"/>
                </a:ext>
              </a:extLst>
            </p:cNvPr>
            <p:cNvSpPr txBox="1">
              <a:spLocks noChangeArrowheads="1"/>
            </p:cNvSpPr>
            <p:nvPr/>
          </p:nvSpPr>
          <p:spPr bwMode="auto">
            <a:xfrm>
              <a:off x="1344" y="1104"/>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latin typeface="Book Antiqua" panose="02040602050305030304" pitchFamily="18" charset="0"/>
                </a:rPr>
                <a:t>0</a:t>
              </a:r>
            </a:p>
          </p:txBody>
        </p:sp>
        <p:sp>
          <p:nvSpPr>
            <p:cNvPr id="44073" name="Text Box 18">
              <a:extLst>
                <a:ext uri="{FF2B5EF4-FFF2-40B4-BE49-F238E27FC236}">
                  <a16:creationId xmlns:a16="http://schemas.microsoft.com/office/drawing/2014/main" id="{FB4731CB-852F-4DD3-E55C-08B7EE709DB5}"/>
                </a:ext>
              </a:extLst>
            </p:cNvPr>
            <p:cNvSpPr txBox="1">
              <a:spLocks noChangeArrowheads="1"/>
            </p:cNvSpPr>
            <p:nvPr/>
          </p:nvSpPr>
          <p:spPr bwMode="auto">
            <a:xfrm>
              <a:off x="432" y="172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latin typeface="Book Antiqua" panose="02040602050305030304" pitchFamily="18" charset="0"/>
                </a:rPr>
                <a:t>1</a:t>
              </a:r>
            </a:p>
          </p:txBody>
        </p:sp>
        <p:sp>
          <p:nvSpPr>
            <p:cNvPr id="44074" name="Text Box 19">
              <a:extLst>
                <a:ext uri="{FF2B5EF4-FFF2-40B4-BE49-F238E27FC236}">
                  <a16:creationId xmlns:a16="http://schemas.microsoft.com/office/drawing/2014/main" id="{A34D742F-19B9-F3E2-5664-9D846480B3E3}"/>
                </a:ext>
              </a:extLst>
            </p:cNvPr>
            <p:cNvSpPr txBox="1">
              <a:spLocks noChangeArrowheads="1"/>
            </p:cNvSpPr>
            <p:nvPr/>
          </p:nvSpPr>
          <p:spPr bwMode="auto">
            <a:xfrm>
              <a:off x="1046" y="308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latin typeface="Book Antiqua" panose="02040602050305030304" pitchFamily="18" charset="0"/>
                </a:rPr>
                <a:t>2</a:t>
              </a:r>
            </a:p>
          </p:txBody>
        </p:sp>
        <p:sp>
          <p:nvSpPr>
            <p:cNvPr id="44075" name="Text Box 20">
              <a:extLst>
                <a:ext uri="{FF2B5EF4-FFF2-40B4-BE49-F238E27FC236}">
                  <a16:creationId xmlns:a16="http://schemas.microsoft.com/office/drawing/2014/main" id="{2F85ABB5-3B39-3ABC-3056-EE921A2409AE}"/>
                </a:ext>
              </a:extLst>
            </p:cNvPr>
            <p:cNvSpPr txBox="1">
              <a:spLocks noChangeArrowheads="1"/>
            </p:cNvSpPr>
            <p:nvPr/>
          </p:nvSpPr>
          <p:spPr bwMode="auto">
            <a:xfrm>
              <a:off x="2544" y="307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latin typeface="Book Antiqua" panose="02040602050305030304" pitchFamily="18" charset="0"/>
                </a:rPr>
                <a:t>3</a:t>
              </a:r>
            </a:p>
          </p:txBody>
        </p:sp>
        <p:sp>
          <p:nvSpPr>
            <p:cNvPr id="44076" name="Text Box 21">
              <a:extLst>
                <a:ext uri="{FF2B5EF4-FFF2-40B4-BE49-F238E27FC236}">
                  <a16:creationId xmlns:a16="http://schemas.microsoft.com/office/drawing/2014/main" id="{7DAAE5F9-D1B5-F515-217F-4975BEB7C922}"/>
                </a:ext>
              </a:extLst>
            </p:cNvPr>
            <p:cNvSpPr txBox="1">
              <a:spLocks noChangeArrowheads="1"/>
            </p:cNvSpPr>
            <p:nvPr/>
          </p:nvSpPr>
          <p:spPr bwMode="auto">
            <a:xfrm>
              <a:off x="2736" y="168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latin typeface="Book Antiqua" panose="02040602050305030304" pitchFamily="18" charset="0"/>
                </a:rPr>
                <a:t>4</a:t>
              </a:r>
            </a:p>
          </p:txBody>
        </p:sp>
      </p:grpSp>
      <p:grpSp>
        <p:nvGrpSpPr>
          <p:cNvPr id="44037" name="Group 45">
            <a:extLst>
              <a:ext uri="{FF2B5EF4-FFF2-40B4-BE49-F238E27FC236}">
                <a16:creationId xmlns:a16="http://schemas.microsoft.com/office/drawing/2014/main" id="{7D4C4D7B-B14B-DAFB-98D4-5F0D45F925F2}"/>
              </a:ext>
            </a:extLst>
          </p:cNvPr>
          <p:cNvGrpSpPr>
            <a:grpSpLocks/>
          </p:cNvGrpSpPr>
          <p:nvPr/>
        </p:nvGrpSpPr>
        <p:grpSpPr bwMode="auto">
          <a:xfrm>
            <a:off x="7467600" y="1828800"/>
            <a:ext cx="838200" cy="1955800"/>
            <a:chOff x="3504" y="1104"/>
            <a:chExt cx="528" cy="1232"/>
          </a:xfrm>
        </p:grpSpPr>
        <p:sp>
          <p:nvSpPr>
            <p:cNvPr id="44053" name="Rectangle 22">
              <a:extLst>
                <a:ext uri="{FF2B5EF4-FFF2-40B4-BE49-F238E27FC236}">
                  <a16:creationId xmlns:a16="http://schemas.microsoft.com/office/drawing/2014/main" id="{124692BC-81B8-8E69-9B7A-6C3DB72F18FB}"/>
                </a:ext>
              </a:extLst>
            </p:cNvPr>
            <p:cNvSpPr>
              <a:spLocks noChangeArrowheads="1"/>
            </p:cNvSpPr>
            <p:nvPr/>
          </p:nvSpPr>
          <p:spPr bwMode="auto">
            <a:xfrm>
              <a:off x="3504" y="1114"/>
              <a:ext cx="214"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Book Antiqua" panose="02040602050305030304" pitchFamily="18" charset="0"/>
                </a:rPr>
                <a:t>0</a:t>
              </a:r>
            </a:p>
            <a:p>
              <a:pPr eaLnBrk="1" hangingPunct="1">
                <a:spcBef>
                  <a:spcPct val="0"/>
                </a:spcBef>
                <a:buClrTx/>
                <a:buSzTx/>
                <a:buFontTx/>
                <a:buNone/>
              </a:pPr>
              <a:r>
                <a:rPr lang="en-US" altLang="en-US" sz="2400">
                  <a:latin typeface="Book Antiqua" panose="02040602050305030304" pitchFamily="18" charset="0"/>
                </a:rPr>
                <a:t>1</a:t>
              </a:r>
            </a:p>
            <a:p>
              <a:pPr eaLnBrk="1" hangingPunct="1">
                <a:spcBef>
                  <a:spcPct val="0"/>
                </a:spcBef>
                <a:buClrTx/>
                <a:buSzTx/>
                <a:buFontTx/>
                <a:buNone/>
              </a:pPr>
              <a:r>
                <a:rPr lang="en-US" altLang="en-US" sz="2400">
                  <a:latin typeface="Book Antiqua" panose="02040602050305030304" pitchFamily="18" charset="0"/>
                </a:rPr>
                <a:t>2</a:t>
              </a:r>
            </a:p>
            <a:p>
              <a:pPr eaLnBrk="1" hangingPunct="1">
                <a:spcBef>
                  <a:spcPct val="0"/>
                </a:spcBef>
                <a:buClrTx/>
                <a:buSzTx/>
                <a:buFontTx/>
                <a:buNone/>
              </a:pPr>
              <a:r>
                <a:rPr lang="en-US" altLang="en-US" sz="2400">
                  <a:latin typeface="Book Antiqua" panose="02040602050305030304" pitchFamily="18" charset="0"/>
                </a:rPr>
                <a:t>3</a:t>
              </a:r>
            </a:p>
            <a:p>
              <a:pPr eaLnBrk="1" hangingPunct="1">
                <a:spcBef>
                  <a:spcPct val="0"/>
                </a:spcBef>
                <a:buClrTx/>
                <a:buSzTx/>
                <a:buFontTx/>
                <a:buNone/>
              </a:pPr>
              <a:r>
                <a:rPr lang="en-US" altLang="en-US" sz="2400">
                  <a:latin typeface="Book Antiqua" panose="02040602050305030304" pitchFamily="18" charset="0"/>
                </a:rPr>
                <a:t>4</a:t>
              </a:r>
            </a:p>
          </p:txBody>
        </p:sp>
        <p:sp>
          <p:nvSpPr>
            <p:cNvPr id="44054" name="Rectangle 23">
              <a:extLst>
                <a:ext uri="{FF2B5EF4-FFF2-40B4-BE49-F238E27FC236}">
                  <a16:creationId xmlns:a16="http://schemas.microsoft.com/office/drawing/2014/main" id="{3CC3CE2C-3EE6-507D-FF49-26250518FDB9}"/>
                </a:ext>
              </a:extLst>
            </p:cNvPr>
            <p:cNvSpPr>
              <a:spLocks noChangeArrowheads="1"/>
            </p:cNvSpPr>
            <p:nvPr/>
          </p:nvSpPr>
          <p:spPr bwMode="auto">
            <a:xfrm>
              <a:off x="3734" y="1104"/>
              <a:ext cx="26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Book Antiqua" panose="02040602050305030304" pitchFamily="18" charset="0"/>
                </a:rPr>
                <a:t>A</a:t>
              </a:r>
              <a:br>
                <a:rPr lang="en-US" altLang="en-US" sz="2400">
                  <a:latin typeface="Book Antiqua" panose="02040602050305030304" pitchFamily="18" charset="0"/>
                </a:rPr>
              </a:br>
              <a:r>
                <a:rPr lang="en-US" altLang="en-US" sz="2400">
                  <a:latin typeface="Book Antiqua" panose="02040602050305030304" pitchFamily="18" charset="0"/>
                </a:rPr>
                <a:t>B</a:t>
              </a:r>
              <a:br>
                <a:rPr lang="en-US" altLang="en-US" sz="2400">
                  <a:latin typeface="Book Antiqua" panose="02040602050305030304" pitchFamily="18" charset="0"/>
                </a:rPr>
              </a:br>
              <a:r>
                <a:rPr lang="en-US" altLang="en-US" sz="2400">
                  <a:latin typeface="Book Antiqua" panose="02040602050305030304" pitchFamily="18" charset="0"/>
                </a:rPr>
                <a:t>C</a:t>
              </a:r>
              <a:br>
                <a:rPr lang="en-US" altLang="en-US" sz="2400">
                  <a:latin typeface="Book Antiqua" panose="02040602050305030304" pitchFamily="18" charset="0"/>
                </a:rPr>
              </a:br>
              <a:r>
                <a:rPr lang="en-US" altLang="en-US" sz="2400">
                  <a:latin typeface="Book Antiqua" panose="02040602050305030304" pitchFamily="18" charset="0"/>
                </a:rPr>
                <a:t>D</a:t>
              </a:r>
              <a:br>
                <a:rPr lang="en-US" altLang="en-US" sz="2400">
                  <a:latin typeface="Book Antiqua" panose="02040602050305030304" pitchFamily="18" charset="0"/>
                </a:rPr>
              </a:br>
              <a:r>
                <a:rPr lang="en-US" altLang="en-US" sz="2400">
                  <a:latin typeface="Book Antiqua" panose="02040602050305030304" pitchFamily="18" charset="0"/>
                </a:rPr>
                <a:t>E</a:t>
              </a:r>
            </a:p>
          </p:txBody>
        </p:sp>
        <p:sp>
          <p:nvSpPr>
            <p:cNvPr id="44055" name="Rectangle 24">
              <a:extLst>
                <a:ext uri="{FF2B5EF4-FFF2-40B4-BE49-F238E27FC236}">
                  <a16:creationId xmlns:a16="http://schemas.microsoft.com/office/drawing/2014/main" id="{DCAE062B-FBE6-BBB9-853F-69FEF6FAF1DB}"/>
                </a:ext>
              </a:extLst>
            </p:cNvPr>
            <p:cNvSpPr>
              <a:spLocks noChangeArrowheads="1"/>
            </p:cNvSpPr>
            <p:nvPr/>
          </p:nvSpPr>
          <p:spPr bwMode="auto">
            <a:xfrm>
              <a:off x="3744" y="1114"/>
              <a:ext cx="288" cy="12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4056" name="Line 25">
              <a:extLst>
                <a:ext uri="{FF2B5EF4-FFF2-40B4-BE49-F238E27FC236}">
                  <a16:creationId xmlns:a16="http://schemas.microsoft.com/office/drawing/2014/main" id="{A76A2815-8C78-AFAD-A3D9-5D434BC7F370}"/>
                </a:ext>
              </a:extLst>
            </p:cNvPr>
            <p:cNvSpPr>
              <a:spLocks noChangeShapeType="1"/>
            </p:cNvSpPr>
            <p:nvPr/>
          </p:nvSpPr>
          <p:spPr bwMode="auto">
            <a:xfrm>
              <a:off x="3744" y="1354"/>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57" name="Line 26">
              <a:extLst>
                <a:ext uri="{FF2B5EF4-FFF2-40B4-BE49-F238E27FC236}">
                  <a16:creationId xmlns:a16="http://schemas.microsoft.com/office/drawing/2014/main" id="{7698B159-EDB5-6EDC-4EF6-843EB8DBEC4C}"/>
                </a:ext>
              </a:extLst>
            </p:cNvPr>
            <p:cNvSpPr>
              <a:spLocks noChangeShapeType="1"/>
            </p:cNvSpPr>
            <p:nvPr/>
          </p:nvSpPr>
          <p:spPr bwMode="auto">
            <a:xfrm>
              <a:off x="3744" y="1594"/>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58" name="Line 27">
              <a:extLst>
                <a:ext uri="{FF2B5EF4-FFF2-40B4-BE49-F238E27FC236}">
                  <a16:creationId xmlns:a16="http://schemas.microsoft.com/office/drawing/2014/main" id="{26173A2F-0202-EB31-B6CE-8C45B1351C8F}"/>
                </a:ext>
              </a:extLst>
            </p:cNvPr>
            <p:cNvSpPr>
              <a:spLocks noChangeShapeType="1"/>
            </p:cNvSpPr>
            <p:nvPr/>
          </p:nvSpPr>
          <p:spPr bwMode="auto">
            <a:xfrm>
              <a:off x="3744" y="1834"/>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59" name="Line 28">
              <a:extLst>
                <a:ext uri="{FF2B5EF4-FFF2-40B4-BE49-F238E27FC236}">
                  <a16:creationId xmlns:a16="http://schemas.microsoft.com/office/drawing/2014/main" id="{9C26D8AD-197E-0C98-51A8-2127EF7DF7A0}"/>
                </a:ext>
              </a:extLst>
            </p:cNvPr>
            <p:cNvSpPr>
              <a:spLocks noChangeShapeType="1"/>
            </p:cNvSpPr>
            <p:nvPr/>
          </p:nvSpPr>
          <p:spPr bwMode="auto">
            <a:xfrm>
              <a:off x="3744" y="2074"/>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60" name="Line 29">
              <a:extLst>
                <a:ext uri="{FF2B5EF4-FFF2-40B4-BE49-F238E27FC236}">
                  <a16:creationId xmlns:a16="http://schemas.microsoft.com/office/drawing/2014/main" id="{1C3FB47C-4BC8-2981-3CFE-EBEC4B2D8EE9}"/>
                </a:ext>
              </a:extLst>
            </p:cNvPr>
            <p:cNvSpPr>
              <a:spLocks noChangeShapeType="1"/>
            </p:cNvSpPr>
            <p:nvPr/>
          </p:nvSpPr>
          <p:spPr bwMode="auto">
            <a:xfrm>
              <a:off x="3744" y="2314"/>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4038" name="Group 46">
            <a:extLst>
              <a:ext uri="{FF2B5EF4-FFF2-40B4-BE49-F238E27FC236}">
                <a16:creationId xmlns:a16="http://schemas.microsoft.com/office/drawing/2014/main" id="{DD99082A-C0A7-78F9-7E7E-4536FBECFDA3}"/>
              </a:ext>
            </a:extLst>
          </p:cNvPr>
          <p:cNvGrpSpPr>
            <a:grpSpLocks/>
          </p:cNvGrpSpPr>
          <p:nvPr/>
        </p:nvGrpSpPr>
        <p:grpSpPr bwMode="auto">
          <a:xfrm>
            <a:off x="7086600" y="4038600"/>
            <a:ext cx="2106613" cy="2397125"/>
            <a:chOff x="4032" y="2448"/>
            <a:chExt cx="1327" cy="1510"/>
          </a:xfrm>
        </p:grpSpPr>
        <p:sp>
          <p:nvSpPr>
            <p:cNvPr id="44039" name="Rectangle 30">
              <a:extLst>
                <a:ext uri="{FF2B5EF4-FFF2-40B4-BE49-F238E27FC236}">
                  <a16:creationId xmlns:a16="http://schemas.microsoft.com/office/drawing/2014/main" id="{2F8C69D7-BAD6-38C8-E7A1-89185A1F5184}"/>
                </a:ext>
              </a:extLst>
            </p:cNvPr>
            <p:cNvSpPr>
              <a:spLocks noChangeArrowheads="1"/>
            </p:cNvSpPr>
            <p:nvPr/>
          </p:nvSpPr>
          <p:spPr bwMode="auto">
            <a:xfrm>
              <a:off x="4272" y="2736"/>
              <a:ext cx="1087"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Book Antiqua" panose="02040602050305030304" pitchFamily="18" charset="0"/>
                </a:rPr>
                <a:t>0  1  1  0  1  </a:t>
              </a:r>
            </a:p>
            <a:p>
              <a:pPr eaLnBrk="1" hangingPunct="1">
                <a:spcBef>
                  <a:spcPct val="0"/>
                </a:spcBef>
                <a:buClrTx/>
                <a:buSzTx/>
                <a:buFontTx/>
                <a:buNone/>
              </a:pPr>
              <a:r>
                <a:rPr lang="en-US" altLang="en-US" sz="2400">
                  <a:latin typeface="Book Antiqua" panose="02040602050305030304" pitchFamily="18" charset="0"/>
                </a:rPr>
                <a:t>0  0  1  0  0  </a:t>
              </a:r>
            </a:p>
            <a:p>
              <a:pPr eaLnBrk="1" hangingPunct="1">
                <a:spcBef>
                  <a:spcPct val="0"/>
                </a:spcBef>
                <a:buClrTx/>
                <a:buSzTx/>
                <a:buFontTx/>
                <a:buNone/>
              </a:pPr>
              <a:r>
                <a:rPr lang="en-US" altLang="en-US" sz="2400">
                  <a:latin typeface="Book Antiqua" panose="02040602050305030304" pitchFamily="18" charset="0"/>
                </a:rPr>
                <a:t>0  1  0  1  0  </a:t>
              </a:r>
            </a:p>
            <a:p>
              <a:pPr eaLnBrk="1" hangingPunct="1">
                <a:spcBef>
                  <a:spcPct val="0"/>
                </a:spcBef>
                <a:buClrTx/>
                <a:buSzTx/>
                <a:buFontTx/>
                <a:buNone/>
              </a:pPr>
              <a:r>
                <a:rPr lang="en-US" altLang="en-US" sz="2400">
                  <a:latin typeface="Book Antiqua" panose="02040602050305030304" pitchFamily="18" charset="0"/>
                </a:rPr>
                <a:t>0  0  0  0  0</a:t>
              </a:r>
            </a:p>
            <a:p>
              <a:pPr eaLnBrk="1" hangingPunct="1">
                <a:spcBef>
                  <a:spcPct val="0"/>
                </a:spcBef>
                <a:buClrTx/>
                <a:buSzTx/>
                <a:buFontTx/>
                <a:buNone/>
              </a:pPr>
              <a:r>
                <a:rPr lang="en-US" altLang="en-US" sz="2400">
                  <a:latin typeface="Book Antiqua" panose="02040602050305030304" pitchFamily="18" charset="0"/>
                </a:rPr>
                <a:t>0  0  0  0  0  </a:t>
              </a:r>
            </a:p>
          </p:txBody>
        </p:sp>
        <p:sp>
          <p:nvSpPr>
            <p:cNvPr id="44040" name="Rectangle 31">
              <a:extLst>
                <a:ext uri="{FF2B5EF4-FFF2-40B4-BE49-F238E27FC236}">
                  <a16:creationId xmlns:a16="http://schemas.microsoft.com/office/drawing/2014/main" id="{38D68260-E730-B0AD-9DC6-2361F5DB2759}"/>
                </a:ext>
              </a:extLst>
            </p:cNvPr>
            <p:cNvSpPr>
              <a:spLocks noChangeArrowheads="1"/>
            </p:cNvSpPr>
            <p:nvPr/>
          </p:nvSpPr>
          <p:spPr bwMode="auto">
            <a:xfrm>
              <a:off x="4272" y="2736"/>
              <a:ext cx="960" cy="12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4041" name="Line 32">
              <a:extLst>
                <a:ext uri="{FF2B5EF4-FFF2-40B4-BE49-F238E27FC236}">
                  <a16:creationId xmlns:a16="http://schemas.microsoft.com/office/drawing/2014/main" id="{EA2FFC65-04FE-5EE9-725D-1BA9256C4DDE}"/>
                </a:ext>
              </a:extLst>
            </p:cNvPr>
            <p:cNvSpPr>
              <a:spLocks noChangeShapeType="1"/>
            </p:cNvSpPr>
            <p:nvPr/>
          </p:nvSpPr>
          <p:spPr bwMode="auto">
            <a:xfrm>
              <a:off x="4272" y="2976"/>
              <a:ext cx="9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42" name="Line 33">
              <a:extLst>
                <a:ext uri="{FF2B5EF4-FFF2-40B4-BE49-F238E27FC236}">
                  <a16:creationId xmlns:a16="http://schemas.microsoft.com/office/drawing/2014/main" id="{F8CE2F11-C99A-CE95-BD01-455614C40EDF}"/>
                </a:ext>
              </a:extLst>
            </p:cNvPr>
            <p:cNvSpPr>
              <a:spLocks noChangeShapeType="1"/>
            </p:cNvSpPr>
            <p:nvPr/>
          </p:nvSpPr>
          <p:spPr bwMode="auto">
            <a:xfrm>
              <a:off x="4272" y="3216"/>
              <a:ext cx="9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43" name="Line 34">
              <a:extLst>
                <a:ext uri="{FF2B5EF4-FFF2-40B4-BE49-F238E27FC236}">
                  <a16:creationId xmlns:a16="http://schemas.microsoft.com/office/drawing/2014/main" id="{7BBBD87F-2F05-D08A-13B9-8CFD29AF42D7}"/>
                </a:ext>
              </a:extLst>
            </p:cNvPr>
            <p:cNvSpPr>
              <a:spLocks noChangeShapeType="1"/>
            </p:cNvSpPr>
            <p:nvPr/>
          </p:nvSpPr>
          <p:spPr bwMode="auto">
            <a:xfrm>
              <a:off x="4272" y="3456"/>
              <a:ext cx="9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44" name="Line 35">
              <a:extLst>
                <a:ext uri="{FF2B5EF4-FFF2-40B4-BE49-F238E27FC236}">
                  <a16:creationId xmlns:a16="http://schemas.microsoft.com/office/drawing/2014/main" id="{D206E246-55F6-B4F0-BFDE-1107AB9F2FEE}"/>
                </a:ext>
              </a:extLst>
            </p:cNvPr>
            <p:cNvSpPr>
              <a:spLocks noChangeShapeType="1"/>
            </p:cNvSpPr>
            <p:nvPr/>
          </p:nvSpPr>
          <p:spPr bwMode="auto">
            <a:xfrm>
              <a:off x="4272" y="3696"/>
              <a:ext cx="9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45" name="Line 36">
              <a:extLst>
                <a:ext uri="{FF2B5EF4-FFF2-40B4-BE49-F238E27FC236}">
                  <a16:creationId xmlns:a16="http://schemas.microsoft.com/office/drawing/2014/main" id="{3C6DD89C-9AD0-3CDD-04A0-5793E680F122}"/>
                </a:ext>
              </a:extLst>
            </p:cNvPr>
            <p:cNvSpPr>
              <a:spLocks noChangeShapeType="1"/>
            </p:cNvSpPr>
            <p:nvPr/>
          </p:nvSpPr>
          <p:spPr bwMode="auto">
            <a:xfrm>
              <a:off x="4464" y="2736"/>
              <a:ext cx="0" cy="120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46" name="Line 37">
              <a:extLst>
                <a:ext uri="{FF2B5EF4-FFF2-40B4-BE49-F238E27FC236}">
                  <a16:creationId xmlns:a16="http://schemas.microsoft.com/office/drawing/2014/main" id="{B0907421-9F23-F2AF-26CD-42E001136CA9}"/>
                </a:ext>
              </a:extLst>
            </p:cNvPr>
            <p:cNvSpPr>
              <a:spLocks noChangeShapeType="1"/>
            </p:cNvSpPr>
            <p:nvPr/>
          </p:nvSpPr>
          <p:spPr bwMode="auto">
            <a:xfrm>
              <a:off x="4656" y="2736"/>
              <a:ext cx="0" cy="1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47" name="Line 38">
              <a:extLst>
                <a:ext uri="{FF2B5EF4-FFF2-40B4-BE49-F238E27FC236}">
                  <a16:creationId xmlns:a16="http://schemas.microsoft.com/office/drawing/2014/main" id="{C47FBC2C-914B-95E3-47AA-04599CD8A73C}"/>
                </a:ext>
              </a:extLst>
            </p:cNvPr>
            <p:cNvSpPr>
              <a:spLocks noChangeShapeType="1"/>
            </p:cNvSpPr>
            <p:nvPr/>
          </p:nvSpPr>
          <p:spPr bwMode="auto">
            <a:xfrm>
              <a:off x="4848" y="2736"/>
              <a:ext cx="0" cy="120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48" name="Line 39">
              <a:extLst>
                <a:ext uri="{FF2B5EF4-FFF2-40B4-BE49-F238E27FC236}">
                  <a16:creationId xmlns:a16="http://schemas.microsoft.com/office/drawing/2014/main" id="{25E1BE85-E5D6-8362-CA6A-92DEC06C6F94}"/>
                </a:ext>
              </a:extLst>
            </p:cNvPr>
            <p:cNvSpPr>
              <a:spLocks noChangeShapeType="1"/>
            </p:cNvSpPr>
            <p:nvPr/>
          </p:nvSpPr>
          <p:spPr bwMode="auto">
            <a:xfrm>
              <a:off x="5040" y="2736"/>
              <a:ext cx="0" cy="120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49" name="Line 40">
              <a:extLst>
                <a:ext uri="{FF2B5EF4-FFF2-40B4-BE49-F238E27FC236}">
                  <a16:creationId xmlns:a16="http://schemas.microsoft.com/office/drawing/2014/main" id="{2F246776-8472-2265-FC2D-C0BD4E4E6467}"/>
                </a:ext>
              </a:extLst>
            </p:cNvPr>
            <p:cNvSpPr>
              <a:spLocks noChangeShapeType="1"/>
            </p:cNvSpPr>
            <p:nvPr/>
          </p:nvSpPr>
          <p:spPr bwMode="auto">
            <a:xfrm>
              <a:off x="5232" y="2736"/>
              <a:ext cx="0" cy="1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50" name="Line 41">
              <a:extLst>
                <a:ext uri="{FF2B5EF4-FFF2-40B4-BE49-F238E27FC236}">
                  <a16:creationId xmlns:a16="http://schemas.microsoft.com/office/drawing/2014/main" id="{4E878E77-F52E-FD0D-962A-F0A2B4352585}"/>
                </a:ext>
              </a:extLst>
            </p:cNvPr>
            <p:cNvSpPr>
              <a:spLocks noChangeShapeType="1"/>
            </p:cNvSpPr>
            <p:nvPr/>
          </p:nvSpPr>
          <p:spPr bwMode="auto">
            <a:xfrm>
              <a:off x="4272" y="3936"/>
              <a:ext cx="9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051" name="Rectangle 42">
              <a:extLst>
                <a:ext uri="{FF2B5EF4-FFF2-40B4-BE49-F238E27FC236}">
                  <a16:creationId xmlns:a16="http://schemas.microsoft.com/office/drawing/2014/main" id="{B3A5B5FF-3454-A015-F67C-27C0C9E388EE}"/>
                </a:ext>
              </a:extLst>
            </p:cNvPr>
            <p:cNvSpPr>
              <a:spLocks noChangeArrowheads="1"/>
            </p:cNvSpPr>
            <p:nvPr/>
          </p:nvSpPr>
          <p:spPr bwMode="auto">
            <a:xfrm>
              <a:off x="4032" y="2736"/>
              <a:ext cx="213" cy="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Book Antiqua" panose="02040602050305030304" pitchFamily="18" charset="0"/>
                </a:rPr>
                <a:t>0</a:t>
              </a:r>
            </a:p>
            <a:p>
              <a:pPr eaLnBrk="1" hangingPunct="1">
                <a:spcBef>
                  <a:spcPct val="0"/>
                </a:spcBef>
                <a:buClrTx/>
                <a:buSzTx/>
                <a:buFontTx/>
                <a:buNone/>
              </a:pPr>
              <a:r>
                <a:rPr lang="en-US" altLang="en-US" sz="2400">
                  <a:latin typeface="Book Antiqua" panose="02040602050305030304" pitchFamily="18" charset="0"/>
                </a:rPr>
                <a:t>1</a:t>
              </a:r>
            </a:p>
            <a:p>
              <a:pPr eaLnBrk="1" hangingPunct="1">
                <a:spcBef>
                  <a:spcPct val="0"/>
                </a:spcBef>
                <a:buClrTx/>
                <a:buSzTx/>
                <a:buFontTx/>
                <a:buNone/>
              </a:pPr>
              <a:r>
                <a:rPr lang="en-US" altLang="en-US" sz="2400">
                  <a:latin typeface="Book Antiqua" panose="02040602050305030304" pitchFamily="18" charset="0"/>
                </a:rPr>
                <a:t>2</a:t>
              </a:r>
            </a:p>
            <a:p>
              <a:pPr eaLnBrk="1" hangingPunct="1">
                <a:spcBef>
                  <a:spcPct val="0"/>
                </a:spcBef>
                <a:buClrTx/>
                <a:buSzTx/>
                <a:buFontTx/>
                <a:buNone/>
              </a:pPr>
              <a:r>
                <a:rPr lang="en-US" altLang="en-US" sz="2400">
                  <a:latin typeface="Book Antiqua" panose="02040602050305030304" pitchFamily="18" charset="0"/>
                </a:rPr>
                <a:t>3</a:t>
              </a:r>
            </a:p>
            <a:p>
              <a:pPr eaLnBrk="1" hangingPunct="1">
                <a:spcBef>
                  <a:spcPct val="0"/>
                </a:spcBef>
                <a:buClrTx/>
                <a:buSzTx/>
                <a:buFontTx/>
                <a:buNone/>
              </a:pPr>
              <a:r>
                <a:rPr lang="en-US" altLang="en-US" sz="2400">
                  <a:latin typeface="Book Antiqua" panose="02040602050305030304" pitchFamily="18" charset="0"/>
                </a:rPr>
                <a:t>4</a:t>
              </a:r>
            </a:p>
          </p:txBody>
        </p:sp>
        <p:sp>
          <p:nvSpPr>
            <p:cNvPr id="44052" name="Text Box 43">
              <a:extLst>
                <a:ext uri="{FF2B5EF4-FFF2-40B4-BE49-F238E27FC236}">
                  <a16:creationId xmlns:a16="http://schemas.microsoft.com/office/drawing/2014/main" id="{85F0DF8C-E196-AEF0-DB94-80EE45179B41}"/>
                </a:ext>
              </a:extLst>
            </p:cNvPr>
            <p:cNvSpPr txBox="1">
              <a:spLocks noChangeArrowheads="1"/>
            </p:cNvSpPr>
            <p:nvPr/>
          </p:nvSpPr>
          <p:spPr bwMode="auto">
            <a:xfrm>
              <a:off x="4272" y="2448"/>
              <a:ext cx="10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Book Antiqua" panose="02040602050305030304" pitchFamily="18" charset="0"/>
                </a:rPr>
                <a:t>0  1  2  3  4  </a:t>
              </a:r>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Content Placeholder 6">
            <a:extLst>
              <a:ext uri="{FF2B5EF4-FFF2-40B4-BE49-F238E27FC236}">
                <a16:creationId xmlns:a16="http://schemas.microsoft.com/office/drawing/2014/main" id="{550197B6-99FC-0B24-97F2-B8B3B36A6A6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066800" y="1981200"/>
            <a:ext cx="9831388" cy="3352800"/>
          </a:xfrm>
        </p:spPr>
      </p:pic>
      <p:sp>
        <p:nvSpPr>
          <p:cNvPr id="5" name="Title 4">
            <a:extLst>
              <a:ext uri="{FF2B5EF4-FFF2-40B4-BE49-F238E27FC236}">
                <a16:creationId xmlns:a16="http://schemas.microsoft.com/office/drawing/2014/main" id="{4702D31F-BD3A-1F74-3C78-B4AB3D0CA088}"/>
              </a:ext>
            </a:extLst>
          </p:cNvPr>
          <p:cNvSpPr>
            <a:spLocks noGrp="1"/>
          </p:cNvSpPr>
          <p:nvPr>
            <p:ph type="title"/>
          </p:nvPr>
        </p:nvSpPr>
        <p:spPr/>
        <p:txBody>
          <a:bodyPr/>
          <a:lstStyle/>
          <a:p>
            <a:pPr>
              <a:defRPr/>
            </a:pPr>
            <a:r>
              <a:rPr lang="en-US" dirty="0"/>
              <a:t>Example</a:t>
            </a:r>
          </a:p>
        </p:txBody>
      </p:sp>
      <p:sp>
        <p:nvSpPr>
          <p:cNvPr id="46084" name="Slide Number Placeholder 3">
            <a:extLst>
              <a:ext uri="{FF2B5EF4-FFF2-40B4-BE49-F238E27FC236}">
                <a16:creationId xmlns:a16="http://schemas.microsoft.com/office/drawing/2014/main" id="{1BFF9C56-1D6B-3506-6599-24D1937B6AB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36A6720-5E19-4A02-B767-E3CEFA13CB75}" type="slidenum">
              <a:rPr lang="en-US" altLang="en-US" sz="1000"/>
              <a:pPr/>
              <a:t>10</a:t>
            </a:fld>
            <a:endParaRPr lang="en-US" alt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a:extLst>
              <a:ext uri="{FF2B5EF4-FFF2-40B4-BE49-F238E27FC236}">
                <a16:creationId xmlns:a16="http://schemas.microsoft.com/office/drawing/2014/main" id="{C57FCB7A-9643-A7E2-9A1C-4D82627DBA55}"/>
              </a:ext>
            </a:extLst>
          </p:cNvPr>
          <p:cNvSpPr>
            <a:spLocks noGrp="1" noChangeArrowheads="1"/>
          </p:cNvSpPr>
          <p:nvPr>
            <p:ph type="title" idx="4294967295"/>
          </p:nvPr>
        </p:nvSpPr>
        <p:spPr>
          <a:xfrm>
            <a:off x="1524001" y="320676"/>
            <a:ext cx="7242175" cy="746125"/>
          </a:xfrm>
        </p:spPr>
        <p:txBody>
          <a:bodyPr/>
          <a:lstStyle/>
          <a:p>
            <a:pPr>
              <a:defRPr/>
            </a:pPr>
            <a:r>
              <a:rPr lang="en-US" dirty="0"/>
              <a:t>  </a:t>
            </a:r>
          </a:p>
        </p:txBody>
      </p:sp>
      <p:sp>
        <p:nvSpPr>
          <p:cNvPr id="47107" name="Rectangle 3">
            <a:extLst>
              <a:ext uri="{FF2B5EF4-FFF2-40B4-BE49-F238E27FC236}">
                <a16:creationId xmlns:a16="http://schemas.microsoft.com/office/drawing/2014/main" id="{34DD72E0-9B2B-64DC-A405-9B5A5F7B2BF8}"/>
              </a:ext>
            </a:extLst>
          </p:cNvPr>
          <p:cNvSpPr>
            <a:spLocks noChangeArrowheads="1"/>
          </p:cNvSpPr>
          <p:nvPr/>
        </p:nvSpPr>
        <p:spPr bwMode="auto">
          <a:xfrm>
            <a:off x="15240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2"/>
              </a:buClr>
              <a:buSzPct val="70000"/>
              <a:buFont typeface="Monotype Sorts"/>
              <a:buChar char="l"/>
            </a:pPr>
            <a:endParaRPr lang="en-US" altLang="en-US" sz="4400">
              <a:latin typeface="Book Antiqua" panose="02040602050305030304" pitchFamily="18" charset="0"/>
            </a:endParaRPr>
          </a:p>
        </p:txBody>
      </p:sp>
      <p:sp>
        <p:nvSpPr>
          <p:cNvPr id="47108" name="Rectangle 4">
            <a:extLst>
              <a:ext uri="{FF2B5EF4-FFF2-40B4-BE49-F238E27FC236}">
                <a16:creationId xmlns:a16="http://schemas.microsoft.com/office/drawing/2014/main" id="{7FD2A714-AA57-9118-15D0-6E1E0BBABE39}"/>
              </a:ext>
            </a:extLst>
          </p:cNvPr>
          <p:cNvSpPr>
            <a:spLocks noChangeArrowheads="1"/>
          </p:cNvSpPr>
          <p:nvPr/>
        </p:nvSpPr>
        <p:spPr bwMode="auto">
          <a:xfrm>
            <a:off x="1828800" y="3810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4000" b="1">
                <a:solidFill>
                  <a:schemeClr val="tx2"/>
                </a:solidFill>
                <a:latin typeface="Book Antiqua" panose="02040602050305030304" pitchFamily="18" charset="0"/>
              </a:rPr>
              <a:t>Adjacency lists</a:t>
            </a:r>
            <a:endParaRPr lang="en-US" altLang="en-US" sz="4000">
              <a:solidFill>
                <a:schemeClr val="tx2"/>
              </a:solidFill>
              <a:latin typeface="Book Antiqua" panose="02040602050305030304" pitchFamily="18" charset="0"/>
            </a:endParaRPr>
          </a:p>
        </p:txBody>
      </p:sp>
      <p:sp>
        <p:nvSpPr>
          <p:cNvPr id="47109" name="Rectangle 5">
            <a:extLst>
              <a:ext uri="{FF2B5EF4-FFF2-40B4-BE49-F238E27FC236}">
                <a16:creationId xmlns:a16="http://schemas.microsoft.com/office/drawing/2014/main" id="{8F4D9380-C272-A5C1-E7B2-40261A76DA15}"/>
              </a:ext>
            </a:extLst>
          </p:cNvPr>
          <p:cNvSpPr>
            <a:spLocks noChangeArrowheads="1"/>
          </p:cNvSpPr>
          <p:nvPr/>
        </p:nvSpPr>
        <p:spPr bwMode="auto">
          <a:xfrm>
            <a:off x="2362200" y="21336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nvGrpSpPr>
          <p:cNvPr id="47110" name="Group 74">
            <a:extLst>
              <a:ext uri="{FF2B5EF4-FFF2-40B4-BE49-F238E27FC236}">
                <a16:creationId xmlns:a16="http://schemas.microsoft.com/office/drawing/2014/main" id="{79FDB4DB-CCF9-74BC-F288-6C3CCD7665F5}"/>
              </a:ext>
            </a:extLst>
          </p:cNvPr>
          <p:cNvGrpSpPr>
            <a:grpSpLocks/>
          </p:cNvGrpSpPr>
          <p:nvPr/>
        </p:nvGrpSpPr>
        <p:grpSpPr bwMode="auto">
          <a:xfrm>
            <a:off x="2057400" y="1828800"/>
            <a:ext cx="4343400" cy="3543300"/>
            <a:chOff x="192" y="1056"/>
            <a:chExt cx="2736" cy="2232"/>
          </a:xfrm>
        </p:grpSpPr>
        <p:sp>
          <p:nvSpPr>
            <p:cNvPr id="47156" name="Oval 7">
              <a:extLst>
                <a:ext uri="{FF2B5EF4-FFF2-40B4-BE49-F238E27FC236}">
                  <a16:creationId xmlns:a16="http://schemas.microsoft.com/office/drawing/2014/main" id="{DF88591C-3604-375A-8B82-6C349D6EC2C5}"/>
                </a:ext>
              </a:extLst>
            </p:cNvPr>
            <p:cNvSpPr>
              <a:spLocks noChangeArrowheads="1"/>
            </p:cNvSpPr>
            <p:nvPr/>
          </p:nvSpPr>
          <p:spPr bwMode="auto">
            <a:xfrm>
              <a:off x="1056" y="1248"/>
              <a:ext cx="528" cy="288"/>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2800">
                  <a:latin typeface="Book Antiqua" panose="02040602050305030304" pitchFamily="18" charset="0"/>
                </a:rPr>
                <a:t>A</a:t>
              </a:r>
            </a:p>
          </p:txBody>
        </p:sp>
        <p:sp>
          <p:nvSpPr>
            <p:cNvPr id="47157" name="Oval 8">
              <a:extLst>
                <a:ext uri="{FF2B5EF4-FFF2-40B4-BE49-F238E27FC236}">
                  <a16:creationId xmlns:a16="http://schemas.microsoft.com/office/drawing/2014/main" id="{230D353F-A685-062F-8B05-DC8CE27C12DC}"/>
                </a:ext>
              </a:extLst>
            </p:cNvPr>
            <p:cNvSpPr>
              <a:spLocks noChangeArrowheads="1"/>
            </p:cNvSpPr>
            <p:nvPr/>
          </p:nvSpPr>
          <p:spPr bwMode="auto">
            <a:xfrm>
              <a:off x="192" y="1872"/>
              <a:ext cx="528" cy="288"/>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2800">
                  <a:latin typeface="Book Antiqua" panose="02040602050305030304" pitchFamily="18" charset="0"/>
                </a:rPr>
                <a:t>B</a:t>
              </a:r>
            </a:p>
          </p:txBody>
        </p:sp>
        <p:sp>
          <p:nvSpPr>
            <p:cNvPr id="47158" name="Oval 9">
              <a:extLst>
                <a:ext uri="{FF2B5EF4-FFF2-40B4-BE49-F238E27FC236}">
                  <a16:creationId xmlns:a16="http://schemas.microsoft.com/office/drawing/2014/main" id="{B05DD77A-58E7-479A-EAC7-4FD2C63E8F4D}"/>
                </a:ext>
              </a:extLst>
            </p:cNvPr>
            <p:cNvSpPr>
              <a:spLocks noChangeArrowheads="1"/>
            </p:cNvSpPr>
            <p:nvPr/>
          </p:nvSpPr>
          <p:spPr bwMode="auto">
            <a:xfrm>
              <a:off x="768" y="2784"/>
              <a:ext cx="528" cy="288"/>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2800">
                  <a:latin typeface="Book Antiqua" panose="02040602050305030304" pitchFamily="18" charset="0"/>
                </a:rPr>
                <a:t>C</a:t>
              </a:r>
            </a:p>
          </p:txBody>
        </p:sp>
        <p:sp>
          <p:nvSpPr>
            <p:cNvPr id="47159" name="Oval 10">
              <a:extLst>
                <a:ext uri="{FF2B5EF4-FFF2-40B4-BE49-F238E27FC236}">
                  <a16:creationId xmlns:a16="http://schemas.microsoft.com/office/drawing/2014/main" id="{D5AA8A9F-907D-E2EC-2EDB-C144E9974AB3}"/>
                </a:ext>
              </a:extLst>
            </p:cNvPr>
            <p:cNvSpPr>
              <a:spLocks noChangeArrowheads="1"/>
            </p:cNvSpPr>
            <p:nvPr/>
          </p:nvSpPr>
          <p:spPr bwMode="auto">
            <a:xfrm>
              <a:off x="2256" y="2784"/>
              <a:ext cx="528" cy="288"/>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2800">
                  <a:latin typeface="Book Antiqua" panose="02040602050305030304" pitchFamily="18" charset="0"/>
                </a:rPr>
                <a:t>D</a:t>
              </a:r>
            </a:p>
          </p:txBody>
        </p:sp>
        <p:sp>
          <p:nvSpPr>
            <p:cNvPr id="47160" name="Oval 11">
              <a:extLst>
                <a:ext uri="{FF2B5EF4-FFF2-40B4-BE49-F238E27FC236}">
                  <a16:creationId xmlns:a16="http://schemas.microsoft.com/office/drawing/2014/main" id="{6FF9CD7B-A1AE-CEBD-22D9-41745309844D}"/>
                </a:ext>
              </a:extLst>
            </p:cNvPr>
            <p:cNvSpPr>
              <a:spLocks noChangeArrowheads="1"/>
            </p:cNvSpPr>
            <p:nvPr/>
          </p:nvSpPr>
          <p:spPr bwMode="auto">
            <a:xfrm>
              <a:off x="2400" y="1824"/>
              <a:ext cx="528" cy="288"/>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2800">
                  <a:latin typeface="Book Antiqua" panose="02040602050305030304" pitchFamily="18" charset="0"/>
                </a:rPr>
                <a:t>E</a:t>
              </a:r>
            </a:p>
          </p:txBody>
        </p:sp>
        <p:sp>
          <p:nvSpPr>
            <p:cNvPr id="47161" name="Line 12">
              <a:extLst>
                <a:ext uri="{FF2B5EF4-FFF2-40B4-BE49-F238E27FC236}">
                  <a16:creationId xmlns:a16="http://schemas.microsoft.com/office/drawing/2014/main" id="{EB21D8EB-B1B3-1932-5185-3CEA805A4CD2}"/>
                </a:ext>
              </a:extLst>
            </p:cNvPr>
            <p:cNvSpPr>
              <a:spLocks noChangeShapeType="1"/>
            </p:cNvSpPr>
            <p:nvPr/>
          </p:nvSpPr>
          <p:spPr bwMode="auto">
            <a:xfrm flipH="1">
              <a:off x="528" y="1488"/>
              <a:ext cx="624" cy="384"/>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62" name="Line 13">
              <a:extLst>
                <a:ext uri="{FF2B5EF4-FFF2-40B4-BE49-F238E27FC236}">
                  <a16:creationId xmlns:a16="http://schemas.microsoft.com/office/drawing/2014/main" id="{CDCDA1CC-B3D9-63B8-7940-67BF98025527}"/>
                </a:ext>
              </a:extLst>
            </p:cNvPr>
            <p:cNvSpPr>
              <a:spLocks noChangeShapeType="1"/>
            </p:cNvSpPr>
            <p:nvPr/>
          </p:nvSpPr>
          <p:spPr bwMode="auto">
            <a:xfrm>
              <a:off x="1488" y="1488"/>
              <a:ext cx="1056" cy="336"/>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63" name="Line 14">
              <a:extLst>
                <a:ext uri="{FF2B5EF4-FFF2-40B4-BE49-F238E27FC236}">
                  <a16:creationId xmlns:a16="http://schemas.microsoft.com/office/drawing/2014/main" id="{518ADECC-BD78-2BB4-F364-E8F0FCE70078}"/>
                </a:ext>
              </a:extLst>
            </p:cNvPr>
            <p:cNvSpPr>
              <a:spLocks noChangeShapeType="1"/>
            </p:cNvSpPr>
            <p:nvPr/>
          </p:nvSpPr>
          <p:spPr bwMode="auto">
            <a:xfrm flipH="1">
              <a:off x="1056" y="1536"/>
              <a:ext cx="240" cy="1248"/>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64" name="Line 15">
              <a:extLst>
                <a:ext uri="{FF2B5EF4-FFF2-40B4-BE49-F238E27FC236}">
                  <a16:creationId xmlns:a16="http://schemas.microsoft.com/office/drawing/2014/main" id="{CB5D95DB-6225-C253-719A-916B0D0C0F47}"/>
                </a:ext>
              </a:extLst>
            </p:cNvPr>
            <p:cNvSpPr>
              <a:spLocks noChangeShapeType="1"/>
            </p:cNvSpPr>
            <p:nvPr/>
          </p:nvSpPr>
          <p:spPr bwMode="auto">
            <a:xfrm flipV="1">
              <a:off x="1296" y="2928"/>
              <a:ext cx="960" cy="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65" name="Line 16">
              <a:extLst>
                <a:ext uri="{FF2B5EF4-FFF2-40B4-BE49-F238E27FC236}">
                  <a16:creationId xmlns:a16="http://schemas.microsoft.com/office/drawing/2014/main" id="{3559EC6F-CAE3-8BFF-8379-6671222AC48B}"/>
                </a:ext>
              </a:extLst>
            </p:cNvPr>
            <p:cNvSpPr>
              <a:spLocks noChangeShapeType="1"/>
            </p:cNvSpPr>
            <p:nvPr/>
          </p:nvSpPr>
          <p:spPr bwMode="auto">
            <a:xfrm>
              <a:off x="528" y="2160"/>
              <a:ext cx="384" cy="624"/>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66" name="Line 17">
              <a:extLst>
                <a:ext uri="{FF2B5EF4-FFF2-40B4-BE49-F238E27FC236}">
                  <a16:creationId xmlns:a16="http://schemas.microsoft.com/office/drawing/2014/main" id="{960A2AD6-8D3B-3D02-3AFF-3F6FC49E9C7D}"/>
                </a:ext>
              </a:extLst>
            </p:cNvPr>
            <p:cNvSpPr>
              <a:spLocks noChangeShapeType="1"/>
            </p:cNvSpPr>
            <p:nvPr/>
          </p:nvSpPr>
          <p:spPr bwMode="auto">
            <a:xfrm flipH="1" flipV="1">
              <a:off x="432" y="2160"/>
              <a:ext cx="384" cy="672"/>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67" name="Text Box 19">
              <a:extLst>
                <a:ext uri="{FF2B5EF4-FFF2-40B4-BE49-F238E27FC236}">
                  <a16:creationId xmlns:a16="http://schemas.microsoft.com/office/drawing/2014/main" id="{96F95CF2-BABE-F5F7-BFA8-A54307E38861}"/>
                </a:ext>
              </a:extLst>
            </p:cNvPr>
            <p:cNvSpPr txBox="1">
              <a:spLocks noChangeArrowheads="1"/>
            </p:cNvSpPr>
            <p:nvPr/>
          </p:nvSpPr>
          <p:spPr bwMode="auto">
            <a:xfrm>
              <a:off x="1200" y="10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latin typeface="Book Antiqua" panose="02040602050305030304" pitchFamily="18" charset="0"/>
                </a:rPr>
                <a:t>0</a:t>
              </a:r>
            </a:p>
          </p:txBody>
        </p:sp>
        <p:sp>
          <p:nvSpPr>
            <p:cNvPr id="47168" name="Text Box 20">
              <a:extLst>
                <a:ext uri="{FF2B5EF4-FFF2-40B4-BE49-F238E27FC236}">
                  <a16:creationId xmlns:a16="http://schemas.microsoft.com/office/drawing/2014/main" id="{075DDF88-5C87-94F9-A6BC-DE303EE921A1}"/>
                </a:ext>
              </a:extLst>
            </p:cNvPr>
            <p:cNvSpPr txBox="1">
              <a:spLocks noChangeArrowheads="1"/>
            </p:cNvSpPr>
            <p:nvPr/>
          </p:nvSpPr>
          <p:spPr bwMode="auto">
            <a:xfrm>
              <a:off x="288" y="168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latin typeface="Book Antiqua" panose="02040602050305030304" pitchFamily="18" charset="0"/>
                </a:rPr>
                <a:t>1</a:t>
              </a:r>
            </a:p>
          </p:txBody>
        </p:sp>
        <p:sp>
          <p:nvSpPr>
            <p:cNvPr id="47169" name="Text Box 21">
              <a:extLst>
                <a:ext uri="{FF2B5EF4-FFF2-40B4-BE49-F238E27FC236}">
                  <a16:creationId xmlns:a16="http://schemas.microsoft.com/office/drawing/2014/main" id="{CA5CE8AF-5271-235D-B478-1914F59FE8F5}"/>
                </a:ext>
              </a:extLst>
            </p:cNvPr>
            <p:cNvSpPr txBox="1">
              <a:spLocks noChangeArrowheads="1"/>
            </p:cNvSpPr>
            <p:nvPr/>
          </p:nvSpPr>
          <p:spPr bwMode="auto">
            <a:xfrm>
              <a:off x="902" y="303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latin typeface="Book Antiqua" panose="02040602050305030304" pitchFamily="18" charset="0"/>
                </a:rPr>
                <a:t>2</a:t>
              </a:r>
            </a:p>
          </p:txBody>
        </p:sp>
        <p:sp>
          <p:nvSpPr>
            <p:cNvPr id="47170" name="Text Box 22">
              <a:extLst>
                <a:ext uri="{FF2B5EF4-FFF2-40B4-BE49-F238E27FC236}">
                  <a16:creationId xmlns:a16="http://schemas.microsoft.com/office/drawing/2014/main" id="{0C3FC65C-0A65-D5B7-0D96-6E4D910E7194}"/>
                </a:ext>
              </a:extLst>
            </p:cNvPr>
            <p:cNvSpPr txBox="1">
              <a:spLocks noChangeArrowheads="1"/>
            </p:cNvSpPr>
            <p:nvPr/>
          </p:nvSpPr>
          <p:spPr bwMode="auto">
            <a:xfrm>
              <a:off x="2400" y="3024"/>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latin typeface="Book Antiqua" panose="02040602050305030304" pitchFamily="18" charset="0"/>
                </a:rPr>
                <a:t>3</a:t>
              </a:r>
            </a:p>
          </p:txBody>
        </p:sp>
        <p:sp>
          <p:nvSpPr>
            <p:cNvPr id="47171" name="Text Box 23">
              <a:extLst>
                <a:ext uri="{FF2B5EF4-FFF2-40B4-BE49-F238E27FC236}">
                  <a16:creationId xmlns:a16="http://schemas.microsoft.com/office/drawing/2014/main" id="{1F517689-DC8A-6494-B3E5-72C6032E15D1}"/>
                </a:ext>
              </a:extLst>
            </p:cNvPr>
            <p:cNvSpPr txBox="1">
              <a:spLocks noChangeArrowheads="1"/>
            </p:cNvSpPr>
            <p:nvPr/>
          </p:nvSpPr>
          <p:spPr bwMode="auto">
            <a:xfrm>
              <a:off x="2592" y="163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latin typeface="Book Antiqua" panose="02040602050305030304" pitchFamily="18" charset="0"/>
                </a:rPr>
                <a:t>4</a:t>
              </a:r>
            </a:p>
          </p:txBody>
        </p:sp>
      </p:grpSp>
      <p:sp>
        <p:nvSpPr>
          <p:cNvPr id="47111" name="Rectangle 25">
            <a:extLst>
              <a:ext uri="{FF2B5EF4-FFF2-40B4-BE49-F238E27FC236}">
                <a16:creationId xmlns:a16="http://schemas.microsoft.com/office/drawing/2014/main" id="{16BC7F64-35E2-1A96-5A0A-1835C118D5B0}"/>
              </a:ext>
            </a:extLst>
          </p:cNvPr>
          <p:cNvSpPr>
            <a:spLocks noChangeArrowheads="1"/>
          </p:cNvSpPr>
          <p:nvPr/>
        </p:nvSpPr>
        <p:spPr bwMode="auto">
          <a:xfrm>
            <a:off x="9232900" y="4530725"/>
            <a:ext cx="596900" cy="368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7112" name="Rectangle 26">
            <a:extLst>
              <a:ext uri="{FF2B5EF4-FFF2-40B4-BE49-F238E27FC236}">
                <a16:creationId xmlns:a16="http://schemas.microsoft.com/office/drawing/2014/main" id="{30A2B6E3-FE46-1C0E-AA57-737BF068E19F}"/>
              </a:ext>
            </a:extLst>
          </p:cNvPr>
          <p:cNvSpPr>
            <a:spLocks noChangeArrowheads="1"/>
          </p:cNvSpPr>
          <p:nvPr/>
        </p:nvSpPr>
        <p:spPr bwMode="auto">
          <a:xfrm>
            <a:off x="6248400" y="4495800"/>
            <a:ext cx="33972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Book Antiqua" panose="02040602050305030304" pitchFamily="18" charset="0"/>
              </a:rPr>
              <a:t>0</a:t>
            </a:r>
          </a:p>
          <a:p>
            <a:pPr eaLnBrk="1" hangingPunct="1">
              <a:spcBef>
                <a:spcPct val="0"/>
              </a:spcBef>
              <a:buClrTx/>
              <a:buSzTx/>
              <a:buFontTx/>
              <a:buNone/>
            </a:pPr>
            <a:r>
              <a:rPr lang="en-US" altLang="en-US" sz="2400">
                <a:latin typeface="Book Antiqua" panose="02040602050305030304" pitchFamily="18" charset="0"/>
              </a:rPr>
              <a:t>1</a:t>
            </a:r>
          </a:p>
          <a:p>
            <a:pPr eaLnBrk="1" hangingPunct="1">
              <a:spcBef>
                <a:spcPct val="0"/>
              </a:spcBef>
              <a:buClrTx/>
              <a:buSzTx/>
              <a:buFontTx/>
              <a:buNone/>
            </a:pPr>
            <a:r>
              <a:rPr lang="en-US" altLang="en-US" sz="2400">
                <a:latin typeface="Book Antiqua" panose="02040602050305030304" pitchFamily="18" charset="0"/>
              </a:rPr>
              <a:t>2</a:t>
            </a:r>
          </a:p>
          <a:p>
            <a:pPr eaLnBrk="1" hangingPunct="1">
              <a:spcBef>
                <a:spcPct val="0"/>
              </a:spcBef>
              <a:buClrTx/>
              <a:buSzTx/>
              <a:buFontTx/>
              <a:buNone/>
            </a:pPr>
            <a:r>
              <a:rPr lang="en-US" altLang="en-US" sz="2400">
                <a:latin typeface="Book Antiqua" panose="02040602050305030304" pitchFamily="18" charset="0"/>
              </a:rPr>
              <a:t>3</a:t>
            </a:r>
          </a:p>
          <a:p>
            <a:pPr eaLnBrk="1" hangingPunct="1">
              <a:spcBef>
                <a:spcPct val="0"/>
              </a:spcBef>
              <a:buClrTx/>
              <a:buSzTx/>
              <a:buFontTx/>
              <a:buNone/>
            </a:pPr>
            <a:r>
              <a:rPr lang="en-US" altLang="en-US" sz="2400">
                <a:latin typeface="Book Antiqua" panose="02040602050305030304" pitchFamily="18" charset="0"/>
              </a:rPr>
              <a:t>4</a:t>
            </a:r>
          </a:p>
        </p:txBody>
      </p:sp>
      <p:sp>
        <p:nvSpPr>
          <p:cNvPr id="47113" name="Line 27">
            <a:extLst>
              <a:ext uri="{FF2B5EF4-FFF2-40B4-BE49-F238E27FC236}">
                <a16:creationId xmlns:a16="http://schemas.microsoft.com/office/drawing/2014/main" id="{AFF1701B-B99A-A763-6D22-D5C7ADAA443A}"/>
              </a:ext>
            </a:extLst>
          </p:cNvPr>
          <p:cNvSpPr>
            <a:spLocks noChangeShapeType="1"/>
          </p:cNvSpPr>
          <p:nvPr/>
        </p:nvSpPr>
        <p:spPr bwMode="auto">
          <a:xfrm>
            <a:off x="6934200" y="4743450"/>
            <a:ext cx="3810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7114" name="Line 28">
            <a:extLst>
              <a:ext uri="{FF2B5EF4-FFF2-40B4-BE49-F238E27FC236}">
                <a16:creationId xmlns:a16="http://schemas.microsoft.com/office/drawing/2014/main" id="{FC56AA1D-5939-4421-E77F-A7E8FC02AB99}"/>
              </a:ext>
            </a:extLst>
          </p:cNvPr>
          <p:cNvSpPr>
            <a:spLocks noChangeShapeType="1"/>
          </p:cNvSpPr>
          <p:nvPr/>
        </p:nvSpPr>
        <p:spPr bwMode="auto">
          <a:xfrm>
            <a:off x="6934200" y="5124450"/>
            <a:ext cx="4572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7115" name="Rectangle 29">
            <a:extLst>
              <a:ext uri="{FF2B5EF4-FFF2-40B4-BE49-F238E27FC236}">
                <a16:creationId xmlns:a16="http://schemas.microsoft.com/office/drawing/2014/main" id="{567C9FED-D13B-B739-EC2E-4A388E9E7906}"/>
              </a:ext>
            </a:extLst>
          </p:cNvPr>
          <p:cNvSpPr>
            <a:spLocks noChangeArrowheads="1"/>
          </p:cNvSpPr>
          <p:nvPr/>
        </p:nvSpPr>
        <p:spPr bwMode="auto">
          <a:xfrm>
            <a:off x="7334250" y="4537075"/>
            <a:ext cx="749300" cy="368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7116" name="Rectangle 30">
            <a:extLst>
              <a:ext uri="{FF2B5EF4-FFF2-40B4-BE49-F238E27FC236}">
                <a16:creationId xmlns:a16="http://schemas.microsoft.com/office/drawing/2014/main" id="{BC938400-C794-D122-3445-DF36A519C6AB}"/>
              </a:ext>
            </a:extLst>
          </p:cNvPr>
          <p:cNvSpPr>
            <a:spLocks noChangeArrowheads="1"/>
          </p:cNvSpPr>
          <p:nvPr/>
        </p:nvSpPr>
        <p:spPr bwMode="auto">
          <a:xfrm>
            <a:off x="8324850" y="4537075"/>
            <a:ext cx="749300" cy="368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7117" name="Line 31">
            <a:extLst>
              <a:ext uri="{FF2B5EF4-FFF2-40B4-BE49-F238E27FC236}">
                <a16:creationId xmlns:a16="http://schemas.microsoft.com/office/drawing/2014/main" id="{51A03790-CFF0-C87C-978D-CC83A1A3D3CB}"/>
              </a:ext>
            </a:extLst>
          </p:cNvPr>
          <p:cNvSpPr>
            <a:spLocks noChangeShapeType="1"/>
          </p:cNvSpPr>
          <p:nvPr/>
        </p:nvSpPr>
        <p:spPr bwMode="auto">
          <a:xfrm>
            <a:off x="7937500" y="4759325"/>
            <a:ext cx="3810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7118" name="Rectangle 32">
            <a:extLst>
              <a:ext uri="{FF2B5EF4-FFF2-40B4-BE49-F238E27FC236}">
                <a16:creationId xmlns:a16="http://schemas.microsoft.com/office/drawing/2014/main" id="{DB8BE087-83AD-8682-4186-92A2164AE13E}"/>
              </a:ext>
            </a:extLst>
          </p:cNvPr>
          <p:cNvSpPr>
            <a:spLocks noChangeArrowheads="1"/>
          </p:cNvSpPr>
          <p:nvPr/>
        </p:nvSpPr>
        <p:spPr bwMode="auto">
          <a:xfrm>
            <a:off x="7388225" y="4514850"/>
            <a:ext cx="2251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latin typeface="Book Antiqua" panose="02040602050305030304" pitchFamily="18" charset="0"/>
              </a:rPr>
              <a:t>1         2        4</a:t>
            </a:r>
          </a:p>
        </p:txBody>
      </p:sp>
      <p:sp>
        <p:nvSpPr>
          <p:cNvPr id="47119" name="Line 33">
            <a:extLst>
              <a:ext uri="{FF2B5EF4-FFF2-40B4-BE49-F238E27FC236}">
                <a16:creationId xmlns:a16="http://schemas.microsoft.com/office/drawing/2014/main" id="{9F765043-D9DE-B4E0-152F-DCEAB121341D}"/>
              </a:ext>
            </a:extLst>
          </p:cNvPr>
          <p:cNvSpPr>
            <a:spLocks noChangeShapeType="1"/>
          </p:cNvSpPr>
          <p:nvPr/>
        </p:nvSpPr>
        <p:spPr bwMode="auto">
          <a:xfrm>
            <a:off x="8928100" y="4759325"/>
            <a:ext cx="3048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7120" name="Line 34">
            <a:extLst>
              <a:ext uri="{FF2B5EF4-FFF2-40B4-BE49-F238E27FC236}">
                <a16:creationId xmlns:a16="http://schemas.microsoft.com/office/drawing/2014/main" id="{FF651036-A766-4AFE-A0E1-2F85F5F98A88}"/>
              </a:ext>
            </a:extLst>
          </p:cNvPr>
          <p:cNvSpPr>
            <a:spLocks noChangeShapeType="1"/>
          </p:cNvSpPr>
          <p:nvPr/>
        </p:nvSpPr>
        <p:spPr bwMode="auto">
          <a:xfrm>
            <a:off x="7785100" y="4530725"/>
            <a:ext cx="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21" name="Line 35">
            <a:extLst>
              <a:ext uri="{FF2B5EF4-FFF2-40B4-BE49-F238E27FC236}">
                <a16:creationId xmlns:a16="http://schemas.microsoft.com/office/drawing/2014/main" id="{E82812F4-FD34-7ED9-2F50-BD89BA5C78C9}"/>
              </a:ext>
            </a:extLst>
          </p:cNvPr>
          <p:cNvSpPr>
            <a:spLocks noChangeShapeType="1"/>
          </p:cNvSpPr>
          <p:nvPr/>
        </p:nvSpPr>
        <p:spPr bwMode="auto">
          <a:xfrm>
            <a:off x="8775700" y="4530725"/>
            <a:ext cx="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22" name="Line 36">
            <a:extLst>
              <a:ext uri="{FF2B5EF4-FFF2-40B4-BE49-F238E27FC236}">
                <a16:creationId xmlns:a16="http://schemas.microsoft.com/office/drawing/2014/main" id="{F0046A8D-C45C-D3ED-68D6-66D62C53DD92}"/>
              </a:ext>
            </a:extLst>
          </p:cNvPr>
          <p:cNvSpPr>
            <a:spLocks noChangeShapeType="1"/>
          </p:cNvSpPr>
          <p:nvPr/>
        </p:nvSpPr>
        <p:spPr bwMode="auto">
          <a:xfrm>
            <a:off x="9525000" y="4514850"/>
            <a:ext cx="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23" name="Line 37">
            <a:extLst>
              <a:ext uri="{FF2B5EF4-FFF2-40B4-BE49-F238E27FC236}">
                <a16:creationId xmlns:a16="http://schemas.microsoft.com/office/drawing/2014/main" id="{2B00E5B1-7308-AD56-2184-0C6ACF6524B6}"/>
              </a:ext>
            </a:extLst>
          </p:cNvPr>
          <p:cNvSpPr>
            <a:spLocks noChangeShapeType="1"/>
          </p:cNvSpPr>
          <p:nvPr/>
        </p:nvSpPr>
        <p:spPr bwMode="auto">
          <a:xfrm>
            <a:off x="9677400" y="4591050"/>
            <a:ext cx="0" cy="2286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7124" name="Line 38">
            <a:extLst>
              <a:ext uri="{FF2B5EF4-FFF2-40B4-BE49-F238E27FC236}">
                <a16:creationId xmlns:a16="http://schemas.microsoft.com/office/drawing/2014/main" id="{FC6110F4-5534-8D8D-AE81-E920C28D5A1D}"/>
              </a:ext>
            </a:extLst>
          </p:cNvPr>
          <p:cNvSpPr>
            <a:spLocks noChangeShapeType="1"/>
          </p:cNvSpPr>
          <p:nvPr/>
        </p:nvSpPr>
        <p:spPr bwMode="auto">
          <a:xfrm>
            <a:off x="6934200" y="5505450"/>
            <a:ext cx="3810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nvGrpSpPr>
          <p:cNvPr id="47125" name="Group 40">
            <a:extLst>
              <a:ext uri="{FF2B5EF4-FFF2-40B4-BE49-F238E27FC236}">
                <a16:creationId xmlns:a16="http://schemas.microsoft.com/office/drawing/2014/main" id="{48D60540-5D3E-2952-E6FC-945E514E1F15}"/>
              </a:ext>
            </a:extLst>
          </p:cNvPr>
          <p:cNvGrpSpPr>
            <a:grpSpLocks/>
          </p:cNvGrpSpPr>
          <p:nvPr/>
        </p:nvGrpSpPr>
        <p:grpSpPr bwMode="auto">
          <a:xfrm>
            <a:off x="7391400" y="4972050"/>
            <a:ext cx="749300" cy="523875"/>
            <a:chOff x="4128" y="3072"/>
            <a:chExt cx="472" cy="330"/>
          </a:xfrm>
        </p:grpSpPr>
        <p:sp>
          <p:nvSpPr>
            <p:cNvPr id="47152" name="Rectangle 41">
              <a:extLst>
                <a:ext uri="{FF2B5EF4-FFF2-40B4-BE49-F238E27FC236}">
                  <a16:creationId xmlns:a16="http://schemas.microsoft.com/office/drawing/2014/main" id="{F6C90118-6680-D292-CC3C-9CAE0DB14A4A}"/>
                </a:ext>
              </a:extLst>
            </p:cNvPr>
            <p:cNvSpPr>
              <a:spLocks noChangeArrowheads="1"/>
            </p:cNvSpPr>
            <p:nvPr/>
          </p:nvSpPr>
          <p:spPr bwMode="auto">
            <a:xfrm>
              <a:off x="4128" y="3086"/>
              <a:ext cx="472" cy="1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800">
                <a:latin typeface="Times New Roman" panose="02020603050405020304" pitchFamily="18" charset="0"/>
              </a:endParaRPr>
            </a:p>
          </p:txBody>
        </p:sp>
        <p:sp>
          <p:nvSpPr>
            <p:cNvPr id="47153" name="Line 42">
              <a:extLst>
                <a:ext uri="{FF2B5EF4-FFF2-40B4-BE49-F238E27FC236}">
                  <a16:creationId xmlns:a16="http://schemas.microsoft.com/office/drawing/2014/main" id="{4EEB2E55-7388-C040-FEC1-DED1EEC60F16}"/>
                </a:ext>
              </a:extLst>
            </p:cNvPr>
            <p:cNvSpPr>
              <a:spLocks noChangeShapeType="1"/>
            </p:cNvSpPr>
            <p:nvPr/>
          </p:nvSpPr>
          <p:spPr bwMode="auto">
            <a:xfrm>
              <a:off x="4508" y="3130"/>
              <a:ext cx="0" cy="144"/>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7154" name="Rectangle 43">
              <a:extLst>
                <a:ext uri="{FF2B5EF4-FFF2-40B4-BE49-F238E27FC236}">
                  <a16:creationId xmlns:a16="http://schemas.microsoft.com/office/drawing/2014/main" id="{8550C839-289C-7F21-7728-35FD9A64B0E2}"/>
                </a:ext>
              </a:extLst>
            </p:cNvPr>
            <p:cNvSpPr>
              <a:spLocks noChangeArrowheads="1"/>
            </p:cNvSpPr>
            <p:nvPr/>
          </p:nvSpPr>
          <p:spPr bwMode="auto">
            <a:xfrm>
              <a:off x="4162" y="3072"/>
              <a:ext cx="2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latin typeface="Book Antiqua" panose="02040602050305030304" pitchFamily="18" charset="0"/>
                </a:rPr>
                <a:t>2</a:t>
              </a:r>
            </a:p>
          </p:txBody>
        </p:sp>
        <p:sp>
          <p:nvSpPr>
            <p:cNvPr id="47155" name="Line 44">
              <a:extLst>
                <a:ext uri="{FF2B5EF4-FFF2-40B4-BE49-F238E27FC236}">
                  <a16:creationId xmlns:a16="http://schemas.microsoft.com/office/drawing/2014/main" id="{E1A58783-964D-AFB1-30F7-084679281FC5}"/>
                </a:ext>
              </a:extLst>
            </p:cNvPr>
            <p:cNvSpPr>
              <a:spLocks noChangeShapeType="1"/>
            </p:cNvSpPr>
            <p:nvPr/>
          </p:nvSpPr>
          <p:spPr bwMode="auto">
            <a:xfrm>
              <a:off x="4368" y="3120"/>
              <a:ext cx="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7126" name="Rectangle 45">
            <a:extLst>
              <a:ext uri="{FF2B5EF4-FFF2-40B4-BE49-F238E27FC236}">
                <a16:creationId xmlns:a16="http://schemas.microsoft.com/office/drawing/2014/main" id="{D8464EF2-ECF0-35BF-EE4B-9AB92B8EC7AF}"/>
              </a:ext>
            </a:extLst>
          </p:cNvPr>
          <p:cNvSpPr>
            <a:spLocks noChangeArrowheads="1"/>
          </p:cNvSpPr>
          <p:nvPr/>
        </p:nvSpPr>
        <p:spPr bwMode="auto">
          <a:xfrm>
            <a:off x="7391400" y="5375275"/>
            <a:ext cx="749300" cy="2984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7127" name="Rectangle 46">
            <a:extLst>
              <a:ext uri="{FF2B5EF4-FFF2-40B4-BE49-F238E27FC236}">
                <a16:creationId xmlns:a16="http://schemas.microsoft.com/office/drawing/2014/main" id="{44482B8E-2FB2-F98B-87DB-1F4F1E9AB6FE}"/>
              </a:ext>
            </a:extLst>
          </p:cNvPr>
          <p:cNvSpPr>
            <a:spLocks noChangeArrowheads="1"/>
          </p:cNvSpPr>
          <p:nvPr/>
        </p:nvSpPr>
        <p:spPr bwMode="auto">
          <a:xfrm>
            <a:off x="7445375" y="5353050"/>
            <a:ext cx="365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latin typeface="Book Antiqua" panose="02040602050305030304" pitchFamily="18" charset="0"/>
              </a:rPr>
              <a:t>1</a:t>
            </a:r>
          </a:p>
        </p:txBody>
      </p:sp>
      <p:sp>
        <p:nvSpPr>
          <p:cNvPr id="47128" name="Line 47">
            <a:extLst>
              <a:ext uri="{FF2B5EF4-FFF2-40B4-BE49-F238E27FC236}">
                <a16:creationId xmlns:a16="http://schemas.microsoft.com/office/drawing/2014/main" id="{E51FFABB-318E-FD33-5E06-BD3EF6F89BCD}"/>
              </a:ext>
            </a:extLst>
          </p:cNvPr>
          <p:cNvSpPr>
            <a:spLocks noChangeShapeType="1"/>
          </p:cNvSpPr>
          <p:nvPr/>
        </p:nvSpPr>
        <p:spPr bwMode="auto">
          <a:xfrm>
            <a:off x="7772400" y="542925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47129" name="Group 48">
            <a:extLst>
              <a:ext uri="{FF2B5EF4-FFF2-40B4-BE49-F238E27FC236}">
                <a16:creationId xmlns:a16="http://schemas.microsoft.com/office/drawing/2014/main" id="{CCC27F07-CAB9-934B-4C9A-1E13D1FBA085}"/>
              </a:ext>
            </a:extLst>
          </p:cNvPr>
          <p:cNvGrpSpPr>
            <a:grpSpLocks/>
          </p:cNvGrpSpPr>
          <p:nvPr/>
        </p:nvGrpSpPr>
        <p:grpSpPr bwMode="auto">
          <a:xfrm>
            <a:off x="8305800" y="5353050"/>
            <a:ext cx="749300" cy="523875"/>
            <a:chOff x="4128" y="3072"/>
            <a:chExt cx="472" cy="330"/>
          </a:xfrm>
        </p:grpSpPr>
        <p:sp>
          <p:nvSpPr>
            <p:cNvPr id="47148" name="Rectangle 49">
              <a:extLst>
                <a:ext uri="{FF2B5EF4-FFF2-40B4-BE49-F238E27FC236}">
                  <a16:creationId xmlns:a16="http://schemas.microsoft.com/office/drawing/2014/main" id="{639DC178-D5E1-80CC-8AF7-1F69044A5552}"/>
                </a:ext>
              </a:extLst>
            </p:cNvPr>
            <p:cNvSpPr>
              <a:spLocks noChangeArrowheads="1"/>
            </p:cNvSpPr>
            <p:nvPr/>
          </p:nvSpPr>
          <p:spPr bwMode="auto">
            <a:xfrm>
              <a:off x="4128" y="3086"/>
              <a:ext cx="472" cy="1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800">
                <a:latin typeface="Times New Roman" panose="02020603050405020304" pitchFamily="18" charset="0"/>
              </a:endParaRPr>
            </a:p>
          </p:txBody>
        </p:sp>
        <p:sp>
          <p:nvSpPr>
            <p:cNvPr id="47149" name="Line 50">
              <a:extLst>
                <a:ext uri="{FF2B5EF4-FFF2-40B4-BE49-F238E27FC236}">
                  <a16:creationId xmlns:a16="http://schemas.microsoft.com/office/drawing/2014/main" id="{535E95BB-D725-F273-5357-0BDF97AEE700}"/>
                </a:ext>
              </a:extLst>
            </p:cNvPr>
            <p:cNvSpPr>
              <a:spLocks noChangeShapeType="1"/>
            </p:cNvSpPr>
            <p:nvPr/>
          </p:nvSpPr>
          <p:spPr bwMode="auto">
            <a:xfrm>
              <a:off x="4508" y="3130"/>
              <a:ext cx="0" cy="144"/>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7150" name="Rectangle 51">
              <a:extLst>
                <a:ext uri="{FF2B5EF4-FFF2-40B4-BE49-F238E27FC236}">
                  <a16:creationId xmlns:a16="http://schemas.microsoft.com/office/drawing/2014/main" id="{218E3D36-3AE7-5EE5-DEFF-DC1AF7D30BA0}"/>
                </a:ext>
              </a:extLst>
            </p:cNvPr>
            <p:cNvSpPr>
              <a:spLocks noChangeArrowheads="1"/>
            </p:cNvSpPr>
            <p:nvPr/>
          </p:nvSpPr>
          <p:spPr bwMode="auto">
            <a:xfrm>
              <a:off x="4162" y="3072"/>
              <a:ext cx="2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latin typeface="Book Antiqua" panose="02040602050305030304" pitchFamily="18" charset="0"/>
                </a:rPr>
                <a:t>3</a:t>
              </a:r>
            </a:p>
          </p:txBody>
        </p:sp>
        <p:sp>
          <p:nvSpPr>
            <p:cNvPr id="47151" name="Line 52">
              <a:extLst>
                <a:ext uri="{FF2B5EF4-FFF2-40B4-BE49-F238E27FC236}">
                  <a16:creationId xmlns:a16="http://schemas.microsoft.com/office/drawing/2014/main" id="{EF02016E-4F89-7F97-DA17-CBEECA0555A9}"/>
                </a:ext>
              </a:extLst>
            </p:cNvPr>
            <p:cNvSpPr>
              <a:spLocks noChangeShapeType="1"/>
            </p:cNvSpPr>
            <p:nvPr/>
          </p:nvSpPr>
          <p:spPr bwMode="auto">
            <a:xfrm>
              <a:off x="4368" y="3120"/>
              <a:ext cx="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7130" name="Line 53">
            <a:extLst>
              <a:ext uri="{FF2B5EF4-FFF2-40B4-BE49-F238E27FC236}">
                <a16:creationId xmlns:a16="http://schemas.microsoft.com/office/drawing/2014/main" id="{4EFD526F-AC30-8CD8-56D5-9FD5409FD2D9}"/>
              </a:ext>
            </a:extLst>
          </p:cNvPr>
          <p:cNvSpPr>
            <a:spLocks noChangeShapeType="1"/>
          </p:cNvSpPr>
          <p:nvPr/>
        </p:nvSpPr>
        <p:spPr bwMode="auto">
          <a:xfrm>
            <a:off x="7924800" y="5505450"/>
            <a:ext cx="3810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7131" name="Line 59">
            <a:extLst>
              <a:ext uri="{FF2B5EF4-FFF2-40B4-BE49-F238E27FC236}">
                <a16:creationId xmlns:a16="http://schemas.microsoft.com/office/drawing/2014/main" id="{03E6FCEA-7731-2B50-89AF-7C0860FD9AD4}"/>
              </a:ext>
            </a:extLst>
          </p:cNvPr>
          <p:cNvSpPr>
            <a:spLocks noChangeShapeType="1"/>
          </p:cNvSpPr>
          <p:nvPr/>
        </p:nvSpPr>
        <p:spPr bwMode="auto">
          <a:xfrm>
            <a:off x="6858000" y="6115050"/>
            <a:ext cx="0" cy="2286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7132" name="Rectangle 60">
            <a:extLst>
              <a:ext uri="{FF2B5EF4-FFF2-40B4-BE49-F238E27FC236}">
                <a16:creationId xmlns:a16="http://schemas.microsoft.com/office/drawing/2014/main" id="{02419C68-4B90-AA7A-26A9-A247760ED807}"/>
              </a:ext>
            </a:extLst>
          </p:cNvPr>
          <p:cNvSpPr>
            <a:spLocks noChangeArrowheads="1"/>
          </p:cNvSpPr>
          <p:nvPr/>
        </p:nvSpPr>
        <p:spPr bwMode="auto">
          <a:xfrm>
            <a:off x="6705600" y="4514850"/>
            <a:ext cx="381000" cy="19050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800">
              <a:latin typeface="Times New Roman" panose="02020603050405020304" pitchFamily="18" charset="0"/>
            </a:endParaRPr>
          </a:p>
        </p:txBody>
      </p:sp>
      <p:sp>
        <p:nvSpPr>
          <p:cNvPr id="47133" name="Line 61">
            <a:extLst>
              <a:ext uri="{FF2B5EF4-FFF2-40B4-BE49-F238E27FC236}">
                <a16:creationId xmlns:a16="http://schemas.microsoft.com/office/drawing/2014/main" id="{94C061A3-7C91-87C7-D3C7-1C3A1F67084A}"/>
              </a:ext>
            </a:extLst>
          </p:cNvPr>
          <p:cNvSpPr>
            <a:spLocks noChangeShapeType="1"/>
          </p:cNvSpPr>
          <p:nvPr/>
        </p:nvSpPr>
        <p:spPr bwMode="auto">
          <a:xfrm>
            <a:off x="6705600" y="4895850"/>
            <a:ext cx="381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34" name="Line 62">
            <a:extLst>
              <a:ext uri="{FF2B5EF4-FFF2-40B4-BE49-F238E27FC236}">
                <a16:creationId xmlns:a16="http://schemas.microsoft.com/office/drawing/2014/main" id="{B22150FE-0384-2CD0-0B91-E4E744F616C0}"/>
              </a:ext>
            </a:extLst>
          </p:cNvPr>
          <p:cNvSpPr>
            <a:spLocks noChangeShapeType="1"/>
          </p:cNvSpPr>
          <p:nvPr/>
        </p:nvSpPr>
        <p:spPr bwMode="auto">
          <a:xfrm>
            <a:off x="6705600" y="5276850"/>
            <a:ext cx="381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35" name="Line 63">
            <a:extLst>
              <a:ext uri="{FF2B5EF4-FFF2-40B4-BE49-F238E27FC236}">
                <a16:creationId xmlns:a16="http://schemas.microsoft.com/office/drawing/2014/main" id="{4F194560-3F82-7949-CAA3-A981D69CB542}"/>
              </a:ext>
            </a:extLst>
          </p:cNvPr>
          <p:cNvSpPr>
            <a:spLocks noChangeShapeType="1"/>
          </p:cNvSpPr>
          <p:nvPr/>
        </p:nvSpPr>
        <p:spPr bwMode="auto">
          <a:xfrm>
            <a:off x="6705600" y="5657850"/>
            <a:ext cx="381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36" name="Line 64">
            <a:extLst>
              <a:ext uri="{FF2B5EF4-FFF2-40B4-BE49-F238E27FC236}">
                <a16:creationId xmlns:a16="http://schemas.microsoft.com/office/drawing/2014/main" id="{2DE007E6-AA25-65B3-F9FC-8C82FF79D46D}"/>
              </a:ext>
            </a:extLst>
          </p:cNvPr>
          <p:cNvSpPr>
            <a:spLocks noChangeShapeType="1"/>
          </p:cNvSpPr>
          <p:nvPr/>
        </p:nvSpPr>
        <p:spPr bwMode="auto">
          <a:xfrm>
            <a:off x="6705600" y="6038850"/>
            <a:ext cx="381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37" name="Line 65">
            <a:extLst>
              <a:ext uri="{FF2B5EF4-FFF2-40B4-BE49-F238E27FC236}">
                <a16:creationId xmlns:a16="http://schemas.microsoft.com/office/drawing/2014/main" id="{3C9EAE9E-DE13-A949-C8C0-63602AC6F912}"/>
              </a:ext>
            </a:extLst>
          </p:cNvPr>
          <p:cNvSpPr>
            <a:spLocks noChangeShapeType="1"/>
          </p:cNvSpPr>
          <p:nvPr/>
        </p:nvSpPr>
        <p:spPr bwMode="auto">
          <a:xfrm>
            <a:off x="6705600" y="6419850"/>
            <a:ext cx="381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47138" name="Group 75">
            <a:extLst>
              <a:ext uri="{FF2B5EF4-FFF2-40B4-BE49-F238E27FC236}">
                <a16:creationId xmlns:a16="http://schemas.microsoft.com/office/drawing/2014/main" id="{18E6CCA1-B18F-DAC9-48C0-3EEBE131EE12}"/>
              </a:ext>
            </a:extLst>
          </p:cNvPr>
          <p:cNvGrpSpPr>
            <a:grpSpLocks/>
          </p:cNvGrpSpPr>
          <p:nvPr/>
        </p:nvGrpSpPr>
        <p:grpSpPr bwMode="auto">
          <a:xfrm>
            <a:off x="8001000" y="1889125"/>
            <a:ext cx="838200" cy="1955800"/>
            <a:chOff x="4080" y="1190"/>
            <a:chExt cx="528" cy="1232"/>
          </a:xfrm>
        </p:grpSpPr>
        <p:sp>
          <p:nvSpPr>
            <p:cNvPr id="47140" name="Rectangle 66">
              <a:extLst>
                <a:ext uri="{FF2B5EF4-FFF2-40B4-BE49-F238E27FC236}">
                  <a16:creationId xmlns:a16="http://schemas.microsoft.com/office/drawing/2014/main" id="{0EB6DF11-247F-0F0F-5A4C-506671A0D762}"/>
                </a:ext>
              </a:extLst>
            </p:cNvPr>
            <p:cNvSpPr>
              <a:spLocks noChangeArrowheads="1"/>
            </p:cNvSpPr>
            <p:nvPr/>
          </p:nvSpPr>
          <p:spPr bwMode="auto">
            <a:xfrm>
              <a:off x="4080" y="1200"/>
              <a:ext cx="214"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Book Antiqua" panose="02040602050305030304" pitchFamily="18" charset="0"/>
                </a:rPr>
                <a:t>0</a:t>
              </a:r>
            </a:p>
            <a:p>
              <a:pPr eaLnBrk="1" hangingPunct="1">
                <a:spcBef>
                  <a:spcPct val="0"/>
                </a:spcBef>
                <a:buClrTx/>
                <a:buSzTx/>
                <a:buFontTx/>
                <a:buNone/>
              </a:pPr>
              <a:r>
                <a:rPr lang="en-US" altLang="en-US" sz="2400">
                  <a:latin typeface="Book Antiqua" panose="02040602050305030304" pitchFamily="18" charset="0"/>
                </a:rPr>
                <a:t>1</a:t>
              </a:r>
            </a:p>
            <a:p>
              <a:pPr eaLnBrk="1" hangingPunct="1">
                <a:spcBef>
                  <a:spcPct val="0"/>
                </a:spcBef>
                <a:buClrTx/>
                <a:buSzTx/>
                <a:buFontTx/>
                <a:buNone/>
              </a:pPr>
              <a:r>
                <a:rPr lang="en-US" altLang="en-US" sz="2400">
                  <a:latin typeface="Book Antiqua" panose="02040602050305030304" pitchFamily="18" charset="0"/>
                </a:rPr>
                <a:t>2</a:t>
              </a:r>
            </a:p>
            <a:p>
              <a:pPr eaLnBrk="1" hangingPunct="1">
                <a:spcBef>
                  <a:spcPct val="0"/>
                </a:spcBef>
                <a:buClrTx/>
                <a:buSzTx/>
                <a:buFontTx/>
                <a:buNone/>
              </a:pPr>
              <a:r>
                <a:rPr lang="en-US" altLang="en-US" sz="2400">
                  <a:latin typeface="Book Antiqua" panose="02040602050305030304" pitchFamily="18" charset="0"/>
                </a:rPr>
                <a:t>3</a:t>
              </a:r>
            </a:p>
            <a:p>
              <a:pPr eaLnBrk="1" hangingPunct="1">
                <a:spcBef>
                  <a:spcPct val="0"/>
                </a:spcBef>
                <a:buClrTx/>
                <a:buSzTx/>
                <a:buFontTx/>
                <a:buNone/>
              </a:pPr>
              <a:r>
                <a:rPr lang="en-US" altLang="en-US" sz="2400">
                  <a:latin typeface="Book Antiqua" panose="02040602050305030304" pitchFamily="18" charset="0"/>
                </a:rPr>
                <a:t>4</a:t>
              </a:r>
            </a:p>
          </p:txBody>
        </p:sp>
        <p:sp>
          <p:nvSpPr>
            <p:cNvPr id="47141" name="Rectangle 67">
              <a:extLst>
                <a:ext uri="{FF2B5EF4-FFF2-40B4-BE49-F238E27FC236}">
                  <a16:creationId xmlns:a16="http://schemas.microsoft.com/office/drawing/2014/main" id="{C5C64C7A-9004-9763-D962-6B5D84497B24}"/>
                </a:ext>
              </a:extLst>
            </p:cNvPr>
            <p:cNvSpPr>
              <a:spLocks noChangeArrowheads="1"/>
            </p:cNvSpPr>
            <p:nvPr/>
          </p:nvSpPr>
          <p:spPr bwMode="auto">
            <a:xfrm>
              <a:off x="4310" y="1190"/>
              <a:ext cx="26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Book Antiqua" panose="02040602050305030304" pitchFamily="18" charset="0"/>
                </a:rPr>
                <a:t>A</a:t>
              </a:r>
              <a:br>
                <a:rPr lang="en-US" altLang="en-US" sz="2400">
                  <a:latin typeface="Book Antiqua" panose="02040602050305030304" pitchFamily="18" charset="0"/>
                </a:rPr>
              </a:br>
              <a:r>
                <a:rPr lang="en-US" altLang="en-US" sz="2400">
                  <a:latin typeface="Book Antiqua" panose="02040602050305030304" pitchFamily="18" charset="0"/>
                </a:rPr>
                <a:t>B</a:t>
              </a:r>
              <a:br>
                <a:rPr lang="en-US" altLang="en-US" sz="2400">
                  <a:latin typeface="Book Antiqua" panose="02040602050305030304" pitchFamily="18" charset="0"/>
                </a:rPr>
              </a:br>
              <a:r>
                <a:rPr lang="en-US" altLang="en-US" sz="2400">
                  <a:latin typeface="Book Antiqua" panose="02040602050305030304" pitchFamily="18" charset="0"/>
                </a:rPr>
                <a:t>C</a:t>
              </a:r>
              <a:br>
                <a:rPr lang="en-US" altLang="en-US" sz="2400">
                  <a:latin typeface="Book Antiqua" panose="02040602050305030304" pitchFamily="18" charset="0"/>
                </a:rPr>
              </a:br>
              <a:r>
                <a:rPr lang="en-US" altLang="en-US" sz="2400">
                  <a:latin typeface="Book Antiqua" panose="02040602050305030304" pitchFamily="18" charset="0"/>
                </a:rPr>
                <a:t>D</a:t>
              </a:r>
              <a:br>
                <a:rPr lang="en-US" altLang="en-US" sz="2400">
                  <a:latin typeface="Book Antiqua" panose="02040602050305030304" pitchFamily="18" charset="0"/>
                </a:rPr>
              </a:br>
              <a:r>
                <a:rPr lang="en-US" altLang="en-US" sz="2400">
                  <a:latin typeface="Book Antiqua" panose="02040602050305030304" pitchFamily="18" charset="0"/>
                </a:rPr>
                <a:t>E</a:t>
              </a:r>
            </a:p>
          </p:txBody>
        </p:sp>
        <p:sp>
          <p:nvSpPr>
            <p:cNvPr id="47142" name="Rectangle 68">
              <a:extLst>
                <a:ext uri="{FF2B5EF4-FFF2-40B4-BE49-F238E27FC236}">
                  <a16:creationId xmlns:a16="http://schemas.microsoft.com/office/drawing/2014/main" id="{C816076B-2D64-B509-0745-2FA02CB0E2DD}"/>
                </a:ext>
              </a:extLst>
            </p:cNvPr>
            <p:cNvSpPr>
              <a:spLocks noChangeArrowheads="1"/>
            </p:cNvSpPr>
            <p:nvPr/>
          </p:nvSpPr>
          <p:spPr bwMode="auto">
            <a:xfrm>
              <a:off x="4320" y="1200"/>
              <a:ext cx="288" cy="12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7143" name="Line 69">
              <a:extLst>
                <a:ext uri="{FF2B5EF4-FFF2-40B4-BE49-F238E27FC236}">
                  <a16:creationId xmlns:a16="http://schemas.microsoft.com/office/drawing/2014/main" id="{977F7D88-061B-25C6-9110-5E992ABEEC4D}"/>
                </a:ext>
              </a:extLst>
            </p:cNvPr>
            <p:cNvSpPr>
              <a:spLocks noChangeShapeType="1"/>
            </p:cNvSpPr>
            <p:nvPr/>
          </p:nvSpPr>
          <p:spPr bwMode="auto">
            <a:xfrm>
              <a:off x="4320" y="1440"/>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44" name="Line 70">
              <a:extLst>
                <a:ext uri="{FF2B5EF4-FFF2-40B4-BE49-F238E27FC236}">
                  <a16:creationId xmlns:a16="http://schemas.microsoft.com/office/drawing/2014/main" id="{4614C202-1D17-46F5-FD01-A60597132665}"/>
                </a:ext>
              </a:extLst>
            </p:cNvPr>
            <p:cNvSpPr>
              <a:spLocks noChangeShapeType="1"/>
            </p:cNvSpPr>
            <p:nvPr/>
          </p:nvSpPr>
          <p:spPr bwMode="auto">
            <a:xfrm>
              <a:off x="4320" y="1680"/>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45" name="Line 71">
              <a:extLst>
                <a:ext uri="{FF2B5EF4-FFF2-40B4-BE49-F238E27FC236}">
                  <a16:creationId xmlns:a16="http://schemas.microsoft.com/office/drawing/2014/main" id="{6B374467-25A2-6DEE-8E8B-81E070044E25}"/>
                </a:ext>
              </a:extLst>
            </p:cNvPr>
            <p:cNvSpPr>
              <a:spLocks noChangeShapeType="1"/>
            </p:cNvSpPr>
            <p:nvPr/>
          </p:nvSpPr>
          <p:spPr bwMode="auto">
            <a:xfrm>
              <a:off x="4320" y="1920"/>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46" name="Line 72">
              <a:extLst>
                <a:ext uri="{FF2B5EF4-FFF2-40B4-BE49-F238E27FC236}">
                  <a16:creationId xmlns:a16="http://schemas.microsoft.com/office/drawing/2014/main" id="{711892D2-4514-C588-DCB7-4A934528E3A3}"/>
                </a:ext>
              </a:extLst>
            </p:cNvPr>
            <p:cNvSpPr>
              <a:spLocks noChangeShapeType="1"/>
            </p:cNvSpPr>
            <p:nvPr/>
          </p:nvSpPr>
          <p:spPr bwMode="auto">
            <a:xfrm>
              <a:off x="4320" y="2160"/>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47" name="Line 73">
              <a:extLst>
                <a:ext uri="{FF2B5EF4-FFF2-40B4-BE49-F238E27FC236}">
                  <a16:creationId xmlns:a16="http://schemas.microsoft.com/office/drawing/2014/main" id="{1403AA92-7B46-4AF6-A8AB-A1394291956E}"/>
                </a:ext>
              </a:extLst>
            </p:cNvPr>
            <p:cNvSpPr>
              <a:spLocks noChangeShapeType="1"/>
            </p:cNvSpPr>
            <p:nvPr/>
          </p:nvSpPr>
          <p:spPr bwMode="auto">
            <a:xfrm>
              <a:off x="4320" y="2400"/>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7139" name="Line 76">
            <a:extLst>
              <a:ext uri="{FF2B5EF4-FFF2-40B4-BE49-F238E27FC236}">
                <a16:creationId xmlns:a16="http://schemas.microsoft.com/office/drawing/2014/main" id="{8FF60CDE-64C0-556D-F52D-A8713C0C0D5A}"/>
              </a:ext>
            </a:extLst>
          </p:cNvPr>
          <p:cNvSpPr>
            <a:spLocks noChangeShapeType="1"/>
          </p:cNvSpPr>
          <p:nvPr/>
        </p:nvSpPr>
        <p:spPr bwMode="auto">
          <a:xfrm>
            <a:off x="6858000" y="5715000"/>
            <a:ext cx="0" cy="2286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7C573DB-7035-47AC-D05F-8ACB9507E22E}"/>
              </a:ext>
            </a:extLst>
          </p:cNvPr>
          <p:cNvSpPr>
            <a:spLocks noChangeArrowheads="1"/>
          </p:cNvSpPr>
          <p:nvPr/>
        </p:nvSpPr>
        <p:spPr bwMode="auto">
          <a:xfrm>
            <a:off x="2819400" y="914400"/>
            <a:ext cx="471488" cy="320675"/>
          </a:xfrm>
          <a:prstGeom prst="rect">
            <a:avLst/>
          </a:prstGeom>
          <a:solidFill>
            <a:schemeClr val="accent1"/>
          </a:solidFill>
          <a:ln w="12700">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nvGrpSpPr>
          <p:cNvPr id="49155" name="Group 3">
            <a:extLst>
              <a:ext uri="{FF2B5EF4-FFF2-40B4-BE49-F238E27FC236}">
                <a16:creationId xmlns:a16="http://schemas.microsoft.com/office/drawing/2014/main" id="{F748CB05-E45E-0416-C7DE-8A43986A36B9}"/>
              </a:ext>
            </a:extLst>
          </p:cNvPr>
          <p:cNvGrpSpPr>
            <a:grpSpLocks/>
          </p:cNvGrpSpPr>
          <p:nvPr/>
        </p:nvGrpSpPr>
        <p:grpSpPr bwMode="auto">
          <a:xfrm>
            <a:off x="3581400" y="914400"/>
            <a:ext cx="700088" cy="327025"/>
            <a:chOff x="947" y="1282"/>
            <a:chExt cx="441" cy="206"/>
          </a:xfrm>
        </p:grpSpPr>
        <p:sp>
          <p:nvSpPr>
            <p:cNvPr id="49261" name="Rectangle 4">
              <a:extLst>
                <a:ext uri="{FF2B5EF4-FFF2-40B4-BE49-F238E27FC236}">
                  <a16:creationId xmlns:a16="http://schemas.microsoft.com/office/drawing/2014/main" id="{78A45470-491B-B48F-75DF-CC6258B0978D}"/>
                </a:ext>
              </a:extLst>
            </p:cNvPr>
            <p:cNvSpPr>
              <a:spLocks noChangeArrowheads="1"/>
            </p:cNvSpPr>
            <p:nvPr/>
          </p:nvSpPr>
          <p:spPr bwMode="auto">
            <a:xfrm>
              <a:off x="947" y="1282"/>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62" name="Line 5">
              <a:extLst>
                <a:ext uri="{FF2B5EF4-FFF2-40B4-BE49-F238E27FC236}">
                  <a16:creationId xmlns:a16="http://schemas.microsoft.com/office/drawing/2014/main" id="{187020C0-DFBA-F461-4BBD-EBA0209634BE}"/>
                </a:ext>
              </a:extLst>
            </p:cNvPr>
            <p:cNvSpPr>
              <a:spLocks noChangeShapeType="1"/>
            </p:cNvSpPr>
            <p:nvPr/>
          </p:nvSpPr>
          <p:spPr bwMode="auto">
            <a:xfrm>
              <a:off x="1200" y="1296"/>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9156" name="Group 6">
            <a:extLst>
              <a:ext uri="{FF2B5EF4-FFF2-40B4-BE49-F238E27FC236}">
                <a16:creationId xmlns:a16="http://schemas.microsoft.com/office/drawing/2014/main" id="{05BFDAFD-F842-57F1-7CBA-8CD1E3C80D0F}"/>
              </a:ext>
            </a:extLst>
          </p:cNvPr>
          <p:cNvGrpSpPr>
            <a:grpSpLocks/>
          </p:cNvGrpSpPr>
          <p:nvPr/>
        </p:nvGrpSpPr>
        <p:grpSpPr bwMode="auto">
          <a:xfrm>
            <a:off x="4572000" y="914400"/>
            <a:ext cx="700088" cy="327025"/>
            <a:chOff x="1571" y="1282"/>
            <a:chExt cx="441" cy="206"/>
          </a:xfrm>
        </p:grpSpPr>
        <p:sp>
          <p:nvSpPr>
            <p:cNvPr id="49259" name="Rectangle 7">
              <a:extLst>
                <a:ext uri="{FF2B5EF4-FFF2-40B4-BE49-F238E27FC236}">
                  <a16:creationId xmlns:a16="http://schemas.microsoft.com/office/drawing/2014/main" id="{94BEDD39-FE83-DC1B-54F0-82A016065640}"/>
                </a:ext>
              </a:extLst>
            </p:cNvPr>
            <p:cNvSpPr>
              <a:spLocks noChangeArrowheads="1"/>
            </p:cNvSpPr>
            <p:nvPr/>
          </p:nvSpPr>
          <p:spPr bwMode="auto">
            <a:xfrm>
              <a:off x="1571" y="1282"/>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60" name="Line 8">
              <a:extLst>
                <a:ext uri="{FF2B5EF4-FFF2-40B4-BE49-F238E27FC236}">
                  <a16:creationId xmlns:a16="http://schemas.microsoft.com/office/drawing/2014/main" id="{06FE5BEE-3063-ED3B-E34B-2F7D4044F9C3}"/>
                </a:ext>
              </a:extLst>
            </p:cNvPr>
            <p:cNvSpPr>
              <a:spLocks noChangeShapeType="1"/>
            </p:cNvSpPr>
            <p:nvPr/>
          </p:nvSpPr>
          <p:spPr bwMode="auto">
            <a:xfrm>
              <a:off x="1824" y="1296"/>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9157" name="Group 9">
            <a:extLst>
              <a:ext uri="{FF2B5EF4-FFF2-40B4-BE49-F238E27FC236}">
                <a16:creationId xmlns:a16="http://schemas.microsoft.com/office/drawing/2014/main" id="{1AE7B155-ECC7-1739-82F8-368D04B3106A}"/>
              </a:ext>
            </a:extLst>
          </p:cNvPr>
          <p:cNvGrpSpPr>
            <a:grpSpLocks/>
          </p:cNvGrpSpPr>
          <p:nvPr/>
        </p:nvGrpSpPr>
        <p:grpSpPr bwMode="auto">
          <a:xfrm>
            <a:off x="5562600" y="914400"/>
            <a:ext cx="700088" cy="327025"/>
            <a:chOff x="2195" y="1282"/>
            <a:chExt cx="441" cy="206"/>
          </a:xfrm>
        </p:grpSpPr>
        <p:sp>
          <p:nvSpPr>
            <p:cNvPr id="49257" name="Rectangle 10">
              <a:extLst>
                <a:ext uri="{FF2B5EF4-FFF2-40B4-BE49-F238E27FC236}">
                  <a16:creationId xmlns:a16="http://schemas.microsoft.com/office/drawing/2014/main" id="{AF9CA148-561B-EB52-C1C1-0874C2ADA649}"/>
                </a:ext>
              </a:extLst>
            </p:cNvPr>
            <p:cNvSpPr>
              <a:spLocks noChangeArrowheads="1"/>
            </p:cNvSpPr>
            <p:nvPr/>
          </p:nvSpPr>
          <p:spPr bwMode="auto">
            <a:xfrm>
              <a:off x="2195" y="1282"/>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58" name="Line 11">
              <a:extLst>
                <a:ext uri="{FF2B5EF4-FFF2-40B4-BE49-F238E27FC236}">
                  <a16:creationId xmlns:a16="http://schemas.microsoft.com/office/drawing/2014/main" id="{C98C4740-4D22-4C86-E021-C3F321C9B802}"/>
                </a:ext>
              </a:extLst>
            </p:cNvPr>
            <p:cNvSpPr>
              <a:spLocks noChangeShapeType="1"/>
            </p:cNvSpPr>
            <p:nvPr/>
          </p:nvSpPr>
          <p:spPr bwMode="auto">
            <a:xfrm>
              <a:off x="2448" y="1296"/>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9158" name="Line 12">
            <a:extLst>
              <a:ext uri="{FF2B5EF4-FFF2-40B4-BE49-F238E27FC236}">
                <a16:creationId xmlns:a16="http://schemas.microsoft.com/office/drawing/2014/main" id="{73990989-0D17-F443-9773-FD661FCF8DE2}"/>
              </a:ext>
            </a:extLst>
          </p:cNvPr>
          <p:cNvSpPr>
            <a:spLocks noChangeShapeType="1"/>
          </p:cNvSpPr>
          <p:nvPr/>
        </p:nvSpPr>
        <p:spPr bwMode="auto">
          <a:xfrm>
            <a:off x="3068638" y="1089025"/>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59" name="Line 13">
            <a:extLst>
              <a:ext uri="{FF2B5EF4-FFF2-40B4-BE49-F238E27FC236}">
                <a16:creationId xmlns:a16="http://schemas.microsoft.com/office/drawing/2014/main" id="{B0760CF7-52BC-DE40-795A-960185F17208}"/>
              </a:ext>
            </a:extLst>
          </p:cNvPr>
          <p:cNvSpPr>
            <a:spLocks noChangeShapeType="1"/>
          </p:cNvSpPr>
          <p:nvPr/>
        </p:nvSpPr>
        <p:spPr bwMode="auto">
          <a:xfrm>
            <a:off x="4059238" y="1089025"/>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60" name="Line 14">
            <a:extLst>
              <a:ext uri="{FF2B5EF4-FFF2-40B4-BE49-F238E27FC236}">
                <a16:creationId xmlns:a16="http://schemas.microsoft.com/office/drawing/2014/main" id="{777B975D-95AC-0AA4-3719-27F1E2B5AAF5}"/>
              </a:ext>
            </a:extLst>
          </p:cNvPr>
          <p:cNvSpPr>
            <a:spLocks noChangeShapeType="1"/>
          </p:cNvSpPr>
          <p:nvPr/>
        </p:nvSpPr>
        <p:spPr bwMode="auto">
          <a:xfrm>
            <a:off x="5049838" y="1089025"/>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61" name="Line 15">
            <a:extLst>
              <a:ext uri="{FF2B5EF4-FFF2-40B4-BE49-F238E27FC236}">
                <a16:creationId xmlns:a16="http://schemas.microsoft.com/office/drawing/2014/main" id="{D7B4140E-BECF-1554-85C1-88CD05E99BC9}"/>
              </a:ext>
            </a:extLst>
          </p:cNvPr>
          <p:cNvSpPr>
            <a:spLocks noChangeShapeType="1"/>
          </p:cNvSpPr>
          <p:nvPr/>
        </p:nvSpPr>
        <p:spPr bwMode="auto">
          <a:xfrm>
            <a:off x="5964238" y="936625"/>
            <a:ext cx="30480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162" name="Rectangle 16">
            <a:extLst>
              <a:ext uri="{FF2B5EF4-FFF2-40B4-BE49-F238E27FC236}">
                <a16:creationId xmlns:a16="http://schemas.microsoft.com/office/drawing/2014/main" id="{2421DD97-E8E9-871D-3EEE-A9E3A99A65E3}"/>
              </a:ext>
            </a:extLst>
          </p:cNvPr>
          <p:cNvSpPr>
            <a:spLocks noChangeArrowheads="1"/>
          </p:cNvSpPr>
          <p:nvPr/>
        </p:nvSpPr>
        <p:spPr bwMode="auto">
          <a:xfrm>
            <a:off x="2819400" y="1371600"/>
            <a:ext cx="471488" cy="320675"/>
          </a:xfrm>
          <a:prstGeom prst="rect">
            <a:avLst/>
          </a:prstGeom>
          <a:solidFill>
            <a:schemeClr val="accent1"/>
          </a:solidFill>
          <a:ln w="12700">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nvGrpSpPr>
          <p:cNvPr id="49163" name="Group 17">
            <a:extLst>
              <a:ext uri="{FF2B5EF4-FFF2-40B4-BE49-F238E27FC236}">
                <a16:creationId xmlns:a16="http://schemas.microsoft.com/office/drawing/2014/main" id="{0065BA81-278F-75E8-3220-982B359ED51D}"/>
              </a:ext>
            </a:extLst>
          </p:cNvPr>
          <p:cNvGrpSpPr>
            <a:grpSpLocks/>
          </p:cNvGrpSpPr>
          <p:nvPr/>
        </p:nvGrpSpPr>
        <p:grpSpPr bwMode="auto">
          <a:xfrm>
            <a:off x="3581400" y="1371600"/>
            <a:ext cx="700088" cy="327025"/>
            <a:chOff x="947" y="1570"/>
            <a:chExt cx="441" cy="206"/>
          </a:xfrm>
        </p:grpSpPr>
        <p:sp>
          <p:nvSpPr>
            <p:cNvPr id="49255" name="Rectangle 18">
              <a:extLst>
                <a:ext uri="{FF2B5EF4-FFF2-40B4-BE49-F238E27FC236}">
                  <a16:creationId xmlns:a16="http://schemas.microsoft.com/office/drawing/2014/main" id="{9B3D3FFC-85A7-8D88-4C96-6F4CCB748811}"/>
                </a:ext>
              </a:extLst>
            </p:cNvPr>
            <p:cNvSpPr>
              <a:spLocks noChangeArrowheads="1"/>
            </p:cNvSpPr>
            <p:nvPr/>
          </p:nvSpPr>
          <p:spPr bwMode="auto">
            <a:xfrm>
              <a:off x="947" y="1570"/>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56" name="Line 19">
              <a:extLst>
                <a:ext uri="{FF2B5EF4-FFF2-40B4-BE49-F238E27FC236}">
                  <a16:creationId xmlns:a16="http://schemas.microsoft.com/office/drawing/2014/main" id="{A842E3C9-79ED-B71D-783F-67CA09B5AC2E}"/>
                </a:ext>
              </a:extLst>
            </p:cNvPr>
            <p:cNvSpPr>
              <a:spLocks noChangeShapeType="1"/>
            </p:cNvSpPr>
            <p:nvPr/>
          </p:nvSpPr>
          <p:spPr bwMode="auto">
            <a:xfrm>
              <a:off x="1200" y="1584"/>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9164" name="Group 20">
            <a:extLst>
              <a:ext uri="{FF2B5EF4-FFF2-40B4-BE49-F238E27FC236}">
                <a16:creationId xmlns:a16="http://schemas.microsoft.com/office/drawing/2014/main" id="{431EED5F-8A02-8EFB-55DC-18734BA70100}"/>
              </a:ext>
            </a:extLst>
          </p:cNvPr>
          <p:cNvGrpSpPr>
            <a:grpSpLocks/>
          </p:cNvGrpSpPr>
          <p:nvPr/>
        </p:nvGrpSpPr>
        <p:grpSpPr bwMode="auto">
          <a:xfrm>
            <a:off x="4572000" y="1371600"/>
            <a:ext cx="700088" cy="327025"/>
            <a:chOff x="1571" y="1570"/>
            <a:chExt cx="441" cy="206"/>
          </a:xfrm>
        </p:grpSpPr>
        <p:sp>
          <p:nvSpPr>
            <p:cNvPr id="49253" name="Rectangle 21">
              <a:extLst>
                <a:ext uri="{FF2B5EF4-FFF2-40B4-BE49-F238E27FC236}">
                  <a16:creationId xmlns:a16="http://schemas.microsoft.com/office/drawing/2014/main" id="{9EE381D0-2EBE-EA47-511F-28F33DC6F9AB}"/>
                </a:ext>
              </a:extLst>
            </p:cNvPr>
            <p:cNvSpPr>
              <a:spLocks noChangeArrowheads="1"/>
            </p:cNvSpPr>
            <p:nvPr/>
          </p:nvSpPr>
          <p:spPr bwMode="auto">
            <a:xfrm>
              <a:off x="1571" y="1570"/>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54" name="Line 22">
              <a:extLst>
                <a:ext uri="{FF2B5EF4-FFF2-40B4-BE49-F238E27FC236}">
                  <a16:creationId xmlns:a16="http://schemas.microsoft.com/office/drawing/2014/main" id="{13E6D047-6F8B-EE4A-1BF0-7EB5C1A9D7C4}"/>
                </a:ext>
              </a:extLst>
            </p:cNvPr>
            <p:cNvSpPr>
              <a:spLocks noChangeShapeType="1"/>
            </p:cNvSpPr>
            <p:nvPr/>
          </p:nvSpPr>
          <p:spPr bwMode="auto">
            <a:xfrm>
              <a:off x="1824" y="1584"/>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9165" name="Group 23">
            <a:extLst>
              <a:ext uri="{FF2B5EF4-FFF2-40B4-BE49-F238E27FC236}">
                <a16:creationId xmlns:a16="http://schemas.microsoft.com/office/drawing/2014/main" id="{ABCEA81D-14A2-C211-579B-206CCC8F9AC4}"/>
              </a:ext>
            </a:extLst>
          </p:cNvPr>
          <p:cNvGrpSpPr>
            <a:grpSpLocks/>
          </p:cNvGrpSpPr>
          <p:nvPr/>
        </p:nvGrpSpPr>
        <p:grpSpPr bwMode="auto">
          <a:xfrm>
            <a:off x="5562600" y="1371600"/>
            <a:ext cx="700088" cy="327025"/>
            <a:chOff x="2195" y="1570"/>
            <a:chExt cx="441" cy="206"/>
          </a:xfrm>
        </p:grpSpPr>
        <p:sp>
          <p:nvSpPr>
            <p:cNvPr id="49251" name="Rectangle 24">
              <a:extLst>
                <a:ext uri="{FF2B5EF4-FFF2-40B4-BE49-F238E27FC236}">
                  <a16:creationId xmlns:a16="http://schemas.microsoft.com/office/drawing/2014/main" id="{57BE2672-EB49-7F82-31A5-730F1C3ADAEA}"/>
                </a:ext>
              </a:extLst>
            </p:cNvPr>
            <p:cNvSpPr>
              <a:spLocks noChangeArrowheads="1"/>
            </p:cNvSpPr>
            <p:nvPr/>
          </p:nvSpPr>
          <p:spPr bwMode="auto">
            <a:xfrm>
              <a:off x="2195" y="1570"/>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52" name="Line 25">
              <a:extLst>
                <a:ext uri="{FF2B5EF4-FFF2-40B4-BE49-F238E27FC236}">
                  <a16:creationId xmlns:a16="http://schemas.microsoft.com/office/drawing/2014/main" id="{1D2629A0-18D1-2722-3FB7-64F97B079E0C}"/>
                </a:ext>
              </a:extLst>
            </p:cNvPr>
            <p:cNvSpPr>
              <a:spLocks noChangeShapeType="1"/>
            </p:cNvSpPr>
            <p:nvPr/>
          </p:nvSpPr>
          <p:spPr bwMode="auto">
            <a:xfrm>
              <a:off x="2448" y="1584"/>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9166" name="Line 26">
            <a:extLst>
              <a:ext uri="{FF2B5EF4-FFF2-40B4-BE49-F238E27FC236}">
                <a16:creationId xmlns:a16="http://schemas.microsoft.com/office/drawing/2014/main" id="{99617465-4A3B-D100-DC07-4A253DA917A1}"/>
              </a:ext>
            </a:extLst>
          </p:cNvPr>
          <p:cNvSpPr>
            <a:spLocks noChangeShapeType="1"/>
          </p:cNvSpPr>
          <p:nvPr/>
        </p:nvSpPr>
        <p:spPr bwMode="auto">
          <a:xfrm>
            <a:off x="3068638" y="1546225"/>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67" name="Line 27">
            <a:extLst>
              <a:ext uri="{FF2B5EF4-FFF2-40B4-BE49-F238E27FC236}">
                <a16:creationId xmlns:a16="http://schemas.microsoft.com/office/drawing/2014/main" id="{0A883234-3694-1777-DAA2-6F7B7BC2FC27}"/>
              </a:ext>
            </a:extLst>
          </p:cNvPr>
          <p:cNvSpPr>
            <a:spLocks noChangeShapeType="1"/>
          </p:cNvSpPr>
          <p:nvPr/>
        </p:nvSpPr>
        <p:spPr bwMode="auto">
          <a:xfrm>
            <a:off x="4059238" y="1546225"/>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68" name="Line 28">
            <a:extLst>
              <a:ext uri="{FF2B5EF4-FFF2-40B4-BE49-F238E27FC236}">
                <a16:creationId xmlns:a16="http://schemas.microsoft.com/office/drawing/2014/main" id="{8A4C591C-4278-EE92-6EBC-0379500C2145}"/>
              </a:ext>
            </a:extLst>
          </p:cNvPr>
          <p:cNvSpPr>
            <a:spLocks noChangeShapeType="1"/>
          </p:cNvSpPr>
          <p:nvPr/>
        </p:nvSpPr>
        <p:spPr bwMode="auto">
          <a:xfrm>
            <a:off x="5049838" y="1546225"/>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69" name="Line 29">
            <a:extLst>
              <a:ext uri="{FF2B5EF4-FFF2-40B4-BE49-F238E27FC236}">
                <a16:creationId xmlns:a16="http://schemas.microsoft.com/office/drawing/2014/main" id="{8BF41ABA-BC7E-EEC0-9C43-E3F64F27AB07}"/>
              </a:ext>
            </a:extLst>
          </p:cNvPr>
          <p:cNvSpPr>
            <a:spLocks noChangeShapeType="1"/>
          </p:cNvSpPr>
          <p:nvPr/>
        </p:nvSpPr>
        <p:spPr bwMode="auto">
          <a:xfrm>
            <a:off x="5964238" y="1393825"/>
            <a:ext cx="30480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170" name="Rectangle 30">
            <a:extLst>
              <a:ext uri="{FF2B5EF4-FFF2-40B4-BE49-F238E27FC236}">
                <a16:creationId xmlns:a16="http://schemas.microsoft.com/office/drawing/2014/main" id="{B1B60BA2-B62C-1794-60F1-76CA46CB7895}"/>
              </a:ext>
            </a:extLst>
          </p:cNvPr>
          <p:cNvSpPr>
            <a:spLocks noChangeArrowheads="1"/>
          </p:cNvSpPr>
          <p:nvPr/>
        </p:nvSpPr>
        <p:spPr bwMode="auto">
          <a:xfrm>
            <a:off x="2819400" y="1828800"/>
            <a:ext cx="471488" cy="320675"/>
          </a:xfrm>
          <a:prstGeom prst="rect">
            <a:avLst/>
          </a:prstGeom>
          <a:solidFill>
            <a:schemeClr val="accent1"/>
          </a:solidFill>
          <a:ln w="12700">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nvGrpSpPr>
          <p:cNvPr id="49171" name="Group 31">
            <a:extLst>
              <a:ext uri="{FF2B5EF4-FFF2-40B4-BE49-F238E27FC236}">
                <a16:creationId xmlns:a16="http://schemas.microsoft.com/office/drawing/2014/main" id="{227C9873-08FE-66F9-3102-9A5C22823468}"/>
              </a:ext>
            </a:extLst>
          </p:cNvPr>
          <p:cNvGrpSpPr>
            <a:grpSpLocks/>
          </p:cNvGrpSpPr>
          <p:nvPr/>
        </p:nvGrpSpPr>
        <p:grpSpPr bwMode="auto">
          <a:xfrm>
            <a:off x="3581400" y="1828800"/>
            <a:ext cx="700088" cy="327025"/>
            <a:chOff x="947" y="1858"/>
            <a:chExt cx="441" cy="206"/>
          </a:xfrm>
        </p:grpSpPr>
        <p:sp>
          <p:nvSpPr>
            <p:cNvPr id="49249" name="Rectangle 32">
              <a:extLst>
                <a:ext uri="{FF2B5EF4-FFF2-40B4-BE49-F238E27FC236}">
                  <a16:creationId xmlns:a16="http://schemas.microsoft.com/office/drawing/2014/main" id="{DE24D053-B0F7-A4FE-96DC-F796DA4970C0}"/>
                </a:ext>
              </a:extLst>
            </p:cNvPr>
            <p:cNvSpPr>
              <a:spLocks noChangeArrowheads="1"/>
            </p:cNvSpPr>
            <p:nvPr/>
          </p:nvSpPr>
          <p:spPr bwMode="auto">
            <a:xfrm>
              <a:off x="947" y="1858"/>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50" name="Line 33">
              <a:extLst>
                <a:ext uri="{FF2B5EF4-FFF2-40B4-BE49-F238E27FC236}">
                  <a16:creationId xmlns:a16="http://schemas.microsoft.com/office/drawing/2014/main" id="{C8703ADA-0DE7-5B04-93F0-8A0667748A41}"/>
                </a:ext>
              </a:extLst>
            </p:cNvPr>
            <p:cNvSpPr>
              <a:spLocks noChangeShapeType="1"/>
            </p:cNvSpPr>
            <p:nvPr/>
          </p:nvSpPr>
          <p:spPr bwMode="auto">
            <a:xfrm>
              <a:off x="1200" y="1872"/>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9172" name="Group 34">
            <a:extLst>
              <a:ext uri="{FF2B5EF4-FFF2-40B4-BE49-F238E27FC236}">
                <a16:creationId xmlns:a16="http://schemas.microsoft.com/office/drawing/2014/main" id="{6A71C9F1-1CB5-59F0-2D3D-BA1B593C2E2E}"/>
              </a:ext>
            </a:extLst>
          </p:cNvPr>
          <p:cNvGrpSpPr>
            <a:grpSpLocks/>
          </p:cNvGrpSpPr>
          <p:nvPr/>
        </p:nvGrpSpPr>
        <p:grpSpPr bwMode="auto">
          <a:xfrm>
            <a:off x="4572000" y="1828800"/>
            <a:ext cx="700088" cy="327025"/>
            <a:chOff x="1571" y="1858"/>
            <a:chExt cx="441" cy="206"/>
          </a:xfrm>
        </p:grpSpPr>
        <p:sp>
          <p:nvSpPr>
            <p:cNvPr id="49247" name="Rectangle 35">
              <a:extLst>
                <a:ext uri="{FF2B5EF4-FFF2-40B4-BE49-F238E27FC236}">
                  <a16:creationId xmlns:a16="http://schemas.microsoft.com/office/drawing/2014/main" id="{C32381DE-12D9-6D3C-FFD7-4E99471ACBA3}"/>
                </a:ext>
              </a:extLst>
            </p:cNvPr>
            <p:cNvSpPr>
              <a:spLocks noChangeArrowheads="1"/>
            </p:cNvSpPr>
            <p:nvPr/>
          </p:nvSpPr>
          <p:spPr bwMode="auto">
            <a:xfrm>
              <a:off x="1571" y="1858"/>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48" name="Line 36">
              <a:extLst>
                <a:ext uri="{FF2B5EF4-FFF2-40B4-BE49-F238E27FC236}">
                  <a16:creationId xmlns:a16="http://schemas.microsoft.com/office/drawing/2014/main" id="{DFBF79DF-7854-6E19-F21A-16D39293C979}"/>
                </a:ext>
              </a:extLst>
            </p:cNvPr>
            <p:cNvSpPr>
              <a:spLocks noChangeShapeType="1"/>
            </p:cNvSpPr>
            <p:nvPr/>
          </p:nvSpPr>
          <p:spPr bwMode="auto">
            <a:xfrm>
              <a:off x="1824" y="1872"/>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9173" name="Group 37">
            <a:extLst>
              <a:ext uri="{FF2B5EF4-FFF2-40B4-BE49-F238E27FC236}">
                <a16:creationId xmlns:a16="http://schemas.microsoft.com/office/drawing/2014/main" id="{9BDF9360-3104-B930-A73F-5F2616693792}"/>
              </a:ext>
            </a:extLst>
          </p:cNvPr>
          <p:cNvGrpSpPr>
            <a:grpSpLocks/>
          </p:cNvGrpSpPr>
          <p:nvPr/>
        </p:nvGrpSpPr>
        <p:grpSpPr bwMode="auto">
          <a:xfrm>
            <a:off x="5562600" y="1828800"/>
            <a:ext cx="700088" cy="327025"/>
            <a:chOff x="2195" y="1858"/>
            <a:chExt cx="441" cy="206"/>
          </a:xfrm>
        </p:grpSpPr>
        <p:sp>
          <p:nvSpPr>
            <p:cNvPr id="49245" name="Rectangle 38">
              <a:extLst>
                <a:ext uri="{FF2B5EF4-FFF2-40B4-BE49-F238E27FC236}">
                  <a16:creationId xmlns:a16="http://schemas.microsoft.com/office/drawing/2014/main" id="{4E61078B-5872-F46E-1CBB-6DA21E953B78}"/>
                </a:ext>
              </a:extLst>
            </p:cNvPr>
            <p:cNvSpPr>
              <a:spLocks noChangeArrowheads="1"/>
            </p:cNvSpPr>
            <p:nvPr/>
          </p:nvSpPr>
          <p:spPr bwMode="auto">
            <a:xfrm>
              <a:off x="2195" y="1858"/>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46" name="Line 39">
              <a:extLst>
                <a:ext uri="{FF2B5EF4-FFF2-40B4-BE49-F238E27FC236}">
                  <a16:creationId xmlns:a16="http://schemas.microsoft.com/office/drawing/2014/main" id="{C22AA6EC-1C1D-F0B6-30F2-423AE10C420D}"/>
                </a:ext>
              </a:extLst>
            </p:cNvPr>
            <p:cNvSpPr>
              <a:spLocks noChangeShapeType="1"/>
            </p:cNvSpPr>
            <p:nvPr/>
          </p:nvSpPr>
          <p:spPr bwMode="auto">
            <a:xfrm>
              <a:off x="2448" y="1872"/>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9174" name="Line 40">
            <a:extLst>
              <a:ext uri="{FF2B5EF4-FFF2-40B4-BE49-F238E27FC236}">
                <a16:creationId xmlns:a16="http://schemas.microsoft.com/office/drawing/2014/main" id="{D377359C-88BB-5F88-4319-06E9809A92B2}"/>
              </a:ext>
            </a:extLst>
          </p:cNvPr>
          <p:cNvSpPr>
            <a:spLocks noChangeShapeType="1"/>
          </p:cNvSpPr>
          <p:nvPr/>
        </p:nvSpPr>
        <p:spPr bwMode="auto">
          <a:xfrm>
            <a:off x="3068638" y="2003425"/>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75" name="Line 41">
            <a:extLst>
              <a:ext uri="{FF2B5EF4-FFF2-40B4-BE49-F238E27FC236}">
                <a16:creationId xmlns:a16="http://schemas.microsoft.com/office/drawing/2014/main" id="{561D6515-77BA-0B6D-3BC2-90A27E02CAEC}"/>
              </a:ext>
            </a:extLst>
          </p:cNvPr>
          <p:cNvSpPr>
            <a:spLocks noChangeShapeType="1"/>
          </p:cNvSpPr>
          <p:nvPr/>
        </p:nvSpPr>
        <p:spPr bwMode="auto">
          <a:xfrm>
            <a:off x="4059238" y="2003425"/>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76" name="Line 42">
            <a:extLst>
              <a:ext uri="{FF2B5EF4-FFF2-40B4-BE49-F238E27FC236}">
                <a16:creationId xmlns:a16="http://schemas.microsoft.com/office/drawing/2014/main" id="{2210DBD1-144A-B191-1894-43F68DFF835B}"/>
              </a:ext>
            </a:extLst>
          </p:cNvPr>
          <p:cNvSpPr>
            <a:spLocks noChangeShapeType="1"/>
          </p:cNvSpPr>
          <p:nvPr/>
        </p:nvSpPr>
        <p:spPr bwMode="auto">
          <a:xfrm>
            <a:off x="5049838" y="2003425"/>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77" name="Line 43">
            <a:extLst>
              <a:ext uri="{FF2B5EF4-FFF2-40B4-BE49-F238E27FC236}">
                <a16:creationId xmlns:a16="http://schemas.microsoft.com/office/drawing/2014/main" id="{6850A69F-AF26-0D31-511F-1D80741227AF}"/>
              </a:ext>
            </a:extLst>
          </p:cNvPr>
          <p:cNvSpPr>
            <a:spLocks noChangeShapeType="1"/>
          </p:cNvSpPr>
          <p:nvPr/>
        </p:nvSpPr>
        <p:spPr bwMode="auto">
          <a:xfrm>
            <a:off x="5964238" y="1851025"/>
            <a:ext cx="30480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178" name="Rectangle 44">
            <a:extLst>
              <a:ext uri="{FF2B5EF4-FFF2-40B4-BE49-F238E27FC236}">
                <a16:creationId xmlns:a16="http://schemas.microsoft.com/office/drawing/2014/main" id="{A624A2A5-C9C1-80E0-4EC4-426241E3AD20}"/>
              </a:ext>
            </a:extLst>
          </p:cNvPr>
          <p:cNvSpPr>
            <a:spLocks noChangeArrowheads="1"/>
          </p:cNvSpPr>
          <p:nvPr/>
        </p:nvSpPr>
        <p:spPr bwMode="auto">
          <a:xfrm>
            <a:off x="2819400" y="2286000"/>
            <a:ext cx="471488" cy="320675"/>
          </a:xfrm>
          <a:prstGeom prst="rect">
            <a:avLst/>
          </a:prstGeom>
          <a:solidFill>
            <a:schemeClr val="accent1"/>
          </a:solidFill>
          <a:ln w="12700">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nvGrpSpPr>
          <p:cNvPr id="49179" name="Group 45">
            <a:extLst>
              <a:ext uri="{FF2B5EF4-FFF2-40B4-BE49-F238E27FC236}">
                <a16:creationId xmlns:a16="http://schemas.microsoft.com/office/drawing/2014/main" id="{0F8BC3D5-824C-D098-1777-A3CA4104FFCF}"/>
              </a:ext>
            </a:extLst>
          </p:cNvPr>
          <p:cNvGrpSpPr>
            <a:grpSpLocks/>
          </p:cNvGrpSpPr>
          <p:nvPr/>
        </p:nvGrpSpPr>
        <p:grpSpPr bwMode="auto">
          <a:xfrm>
            <a:off x="3581400" y="2286000"/>
            <a:ext cx="700088" cy="327025"/>
            <a:chOff x="947" y="2146"/>
            <a:chExt cx="441" cy="206"/>
          </a:xfrm>
        </p:grpSpPr>
        <p:sp>
          <p:nvSpPr>
            <p:cNvPr id="49243" name="Rectangle 46">
              <a:extLst>
                <a:ext uri="{FF2B5EF4-FFF2-40B4-BE49-F238E27FC236}">
                  <a16:creationId xmlns:a16="http://schemas.microsoft.com/office/drawing/2014/main" id="{17E20CDC-83CE-3264-520C-44C100722431}"/>
                </a:ext>
              </a:extLst>
            </p:cNvPr>
            <p:cNvSpPr>
              <a:spLocks noChangeArrowheads="1"/>
            </p:cNvSpPr>
            <p:nvPr/>
          </p:nvSpPr>
          <p:spPr bwMode="auto">
            <a:xfrm>
              <a:off x="947" y="2146"/>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44" name="Line 47">
              <a:extLst>
                <a:ext uri="{FF2B5EF4-FFF2-40B4-BE49-F238E27FC236}">
                  <a16:creationId xmlns:a16="http://schemas.microsoft.com/office/drawing/2014/main" id="{8CF2C826-E4BF-2683-AFE3-8C09DD72E478}"/>
                </a:ext>
              </a:extLst>
            </p:cNvPr>
            <p:cNvSpPr>
              <a:spLocks noChangeShapeType="1"/>
            </p:cNvSpPr>
            <p:nvPr/>
          </p:nvSpPr>
          <p:spPr bwMode="auto">
            <a:xfrm>
              <a:off x="1200" y="2160"/>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9180" name="Group 48">
            <a:extLst>
              <a:ext uri="{FF2B5EF4-FFF2-40B4-BE49-F238E27FC236}">
                <a16:creationId xmlns:a16="http://schemas.microsoft.com/office/drawing/2014/main" id="{79CD5424-4525-5EAA-4F15-AF210C6C7080}"/>
              </a:ext>
            </a:extLst>
          </p:cNvPr>
          <p:cNvGrpSpPr>
            <a:grpSpLocks/>
          </p:cNvGrpSpPr>
          <p:nvPr/>
        </p:nvGrpSpPr>
        <p:grpSpPr bwMode="auto">
          <a:xfrm>
            <a:off x="4572000" y="2286000"/>
            <a:ext cx="700088" cy="327025"/>
            <a:chOff x="1571" y="2146"/>
            <a:chExt cx="441" cy="206"/>
          </a:xfrm>
        </p:grpSpPr>
        <p:sp>
          <p:nvSpPr>
            <p:cNvPr id="49241" name="Rectangle 49">
              <a:extLst>
                <a:ext uri="{FF2B5EF4-FFF2-40B4-BE49-F238E27FC236}">
                  <a16:creationId xmlns:a16="http://schemas.microsoft.com/office/drawing/2014/main" id="{ADF72BE1-DC01-29D1-DA42-6FEF89016909}"/>
                </a:ext>
              </a:extLst>
            </p:cNvPr>
            <p:cNvSpPr>
              <a:spLocks noChangeArrowheads="1"/>
            </p:cNvSpPr>
            <p:nvPr/>
          </p:nvSpPr>
          <p:spPr bwMode="auto">
            <a:xfrm>
              <a:off x="1571" y="2146"/>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42" name="Line 50">
              <a:extLst>
                <a:ext uri="{FF2B5EF4-FFF2-40B4-BE49-F238E27FC236}">
                  <a16:creationId xmlns:a16="http://schemas.microsoft.com/office/drawing/2014/main" id="{7D8DA961-D672-96F3-BFD2-373ED1E8E192}"/>
                </a:ext>
              </a:extLst>
            </p:cNvPr>
            <p:cNvSpPr>
              <a:spLocks noChangeShapeType="1"/>
            </p:cNvSpPr>
            <p:nvPr/>
          </p:nvSpPr>
          <p:spPr bwMode="auto">
            <a:xfrm>
              <a:off x="1824" y="2160"/>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9181" name="Group 51">
            <a:extLst>
              <a:ext uri="{FF2B5EF4-FFF2-40B4-BE49-F238E27FC236}">
                <a16:creationId xmlns:a16="http://schemas.microsoft.com/office/drawing/2014/main" id="{B66F5132-4F60-A406-7D6E-646E2D4BBF50}"/>
              </a:ext>
            </a:extLst>
          </p:cNvPr>
          <p:cNvGrpSpPr>
            <a:grpSpLocks/>
          </p:cNvGrpSpPr>
          <p:nvPr/>
        </p:nvGrpSpPr>
        <p:grpSpPr bwMode="auto">
          <a:xfrm>
            <a:off x="5562600" y="2286000"/>
            <a:ext cx="700088" cy="327025"/>
            <a:chOff x="2195" y="2146"/>
            <a:chExt cx="441" cy="206"/>
          </a:xfrm>
        </p:grpSpPr>
        <p:sp>
          <p:nvSpPr>
            <p:cNvPr id="49239" name="Rectangle 52">
              <a:extLst>
                <a:ext uri="{FF2B5EF4-FFF2-40B4-BE49-F238E27FC236}">
                  <a16:creationId xmlns:a16="http://schemas.microsoft.com/office/drawing/2014/main" id="{22127B7A-4CB3-CBF2-003E-47CAF45F005D}"/>
                </a:ext>
              </a:extLst>
            </p:cNvPr>
            <p:cNvSpPr>
              <a:spLocks noChangeArrowheads="1"/>
            </p:cNvSpPr>
            <p:nvPr/>
          </p:nvSpPr>
          <p:spPr bwMode="auto">
            <a:xfrm>
              <a:off x="2195" y="2146"/>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40" name="Line 53">
              <a:extLst>
                <a:ext uri="{FF2B5EF4-FFF2-40B4-BE49-F238E27FC236}">
                  <a16:creationId xmlns:a16="http://schemas.microsoft.com/office/drawing/2014/main" id="{7E96BD5A-5CBA-E2F0-4404-08079102F6E3}"/>
                </a:ext>
              </a:extLst>
            </p:cNvPr>
            <p:cNvSpPr>
              <a:spLocks noChangeShapeType="1"/>
            </p:cNvSpPr>
            <p:nvPr/>
          </p:nvSpPr>
          <p:spPr bwMode="auto">
            <a:xfrm>
              <a:off x="2448" y="2160"/>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9182" name="Line 54">
            <a:extLst>
              <a:ext uri="{FF2B5EF4-FFF2-40B4-BE49-F238E27FC236}">
                <a16:creationId xmlns:a16="http://schemas.microsoft.com/office/drawing/2014/main" id="{C6347716-4BD3-3690-6B3D-2E6BA81A8EA3}"/>
              </a:ext>
            </a:extLst>
          </p:cNvPr>
          <p:cNvSpPr>
            <a:spLocks noChangeShapeType="1"/>
          </p:cNvSpPr>
          <p:nvPr/>
        </p:nvSpPr>
        <p:spPr bwMode="auto">
          <a:xfrm>
            <a:off x="3068638" y="2460625"/>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83" name="Line 55">
            <a:extLst>
              <a:ext uri="{FF2B5EF4-FFF2-40B4-BE49-F238E27FC236}">
                <a16:creationId xmlns:a16="http://schemas.microsoft.com/office/drawing/2014/main" id="{6911A973-125D-6F63-9B00-E3B862C07B8E}"/>
              </a:ext>
            </a:extLst>
          </p:cNvPr>
          <p:cNvSpPr>
            <a:spLocks noChangeShapeType="1"/>
          </p:cNvSpPr>
          <p:nvPr/>
        </p:nvSpPr>
        <p:spPr bwMode="auto">
          <a:xfrm>
            <a:off x="4059238" y="2460625"/>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84" name="Line 56">
            <a:extLst>
              <a:ext uri="{FF2B5EF4-FFF2-40B4-BE49-F238E27FC236}">
                <a16:creationId xmlns:a16="http://schemas.microsoft.com/office/drawing/2014/main" id="{B9C08A7C-6F57-4F12-3C83-52437726A7CB}"/>
              </a:ext>
            </a:extLst>
          </p:cNvPr>
          <p:cNvSpPr>
            <a:spLocks noChangeShapeType="1"/>
          </p:cNvSpPr>
          <p:nvPr/>
        </p:nvSpPr>
        <p:spPr bwMode="auto">
          <a:xfrm>
            <a:off x="5049838" y="2460625"/>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85" name="Line 57">
            <a:extLst>
              <a:ext uri="{FF2B5EF4-FFF2-40B4-BE49-F238E27FC236}">
                <a16:creationId xmlns:a16="http://schemas.microsoft.com/office/drawing/2014/main" id="{7DFC7584-3F82-228C-75A6-C2CAB404931B}"/>
              </a:ext>
            </a:extLst>
          </p:cNvPr>
          <p:cNvSpPr>
            <a:spLocks noChangeShapeType="1"/>
          </p:cNvSpPr>
          <p:nvPr/>
        </p:nvSpPr>
        <p:spPr bwMode="auto">
          <a:xfrm>
            <a:off x="5964238" y="2308225"/>
            <a:ext cx="30480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186" name="Rectangle 58">
            <a:extLst>
              <a:ext uri="{FF2B5EF4-FFF2-40B4-BE49-F238E27FC236}">
                <a16:creationId xmlns:a16="http://schemas.microsoft.com/office/drawing/2014/main" id="{36DD5171-555A-5102-89EC-3E9D15DD9943}"/>
              </a:ext>
            </a:extLst>
          </p:cNvPr>
          <p:cNvSpPr>
            <a:spLocks noChangeArrowheads="1"/>
          </p:cNvSpPr>
          <p:nvPr/>
        </p:nvSpPr>
        <p:spPr bwMode="auto">
          <a:xfrm>
            <a:off x="3560763" y="4016375"/>
            <a:ext cx="471487" cy="320675"/>
          </a:xfrm>
          <a:prstGeom prst="rect">
            <a:avLst/>
          </a:prstGeom>
          <a:solidFill>
            <a:schemeClr val="accent1"/>
          </a:solidFill>
          <a:ln w="12700">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nvGrpSpPr>
          <p:cNvPr id="49187" name="Group 59">
            <a:extLst>
              <a:ext uri="{FF2B5EF4-FFF2-40B4-BE49-F238E27FC236}">
                <a16:creationId xmlns:a16="http://schemas.microsoft.com/office/drawing/2014/main" id="{D29C400D-A20C-559F-E138-E2526471C276}"/>
              </a:ext>
            </a:extLst>
          </p:cNvPr>
          <p:cNvGrpSpPr>
            <a:grpSpLocks/>
          </p:cNvGrpSpPr>
          <p:nvPr/>
        </p:nvGrpSpPr>
        <p:grpSpPr bwMode="auto">
          <a:xfrm>
            <a:off x="4322763" y="4016375"/>
            <a:ext cx="700087" cy="327025"/>
            <a:chOff x="947" y="2914"/>
            <a:chExt cx="441" cy="206"/>
          </a:xfrm>
        </p:grpSpPr>
        <p:sp>
          <p:nvSpPr>
            <p:cNvPr id="49237" name="Rectangle 60">
              <a:extLst>
                <a:ext uri="{FF2B5EF4-FFF2-40B4-BE49-F238E27FC236}">
                  <a16:creationId xmlns:a16="http://schemas.microsoft.com/office/drawing/2014/main" id="{ED91BB37-E457-4852-E1B3-FB345085DA33}"/>
                </a:ext>
              </a:extLst>
            </p:cNvPr>
            <p:cNvSpPr>
              <a:spLocks noChangeArrowheads="1"/>
            </p:cNvSpPr>
            <p:nvPr/>
          </p:nvSpPr>
          <p:spPr bwMode="auto">
            <a:xfrm>
              <a:off x="947" y="2914"/>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38" name="Line 61">
              <a:extLst>
                <a:ext uri="{FF2B5EF4-FFF2-40B4-BE49-F238E27FC236}">
                  <a16:creationId xmlns:a16="http://schemas.microsoft.com/office/drawing/2014/main" id="{A495EF1C-B689-2D83-E4AD-9F8B94D72920}"/>
                </a:ext>
              </a:extLst>
            </p:cNvPr>
            <p:cNvSpPr>
              <a:spLocks noChangeShapeType="1"/>
            </p:cNvSpPr>
            <p:nvPr/>
          </p:nvSpPr>
          <p:spPr bwMode="auto">
            <a:xfrm>
              <a:off x="1200" y="2928"/>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9188" name="Line 62">
            <a:extLst>
              <a:ext uri="{FF2B5EF4-FFF2-40B4-BE49-F238E27FC236}">
                <a16:creationId xmlns:a16="http://schemas.microsoft.com/office/drawing/2014/main" id="{2DB50021-3F06-CD65-0AB2-8A9BBF12020F}"/>
              </a:ext>
            </a:extLst>
          </p:cNvPr>
          <p:cNvSpPr>
            <a:spLocks noChangeShapeType="1"/>
          </p:cNvSpPr>
          <p:nvPr/>
        </p:nvSpPr>
        <p:spPr bwMode="auto">
          <a:xfrm>
            <a:off x="3810000" y="4191000"/>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89" name="Rectangle 63">
            <a:extLst>
              <a:ext uri="{FF2B5EF4-FFF2-40B4-BE49-F238E27FC236}">
                <a16:creationId xmlns:a16="http://schemas.microsoft.com/office/drawing/2014/main" id="{5B082354-4C0A-BE6E-157F-ABC5E3D855CD}"/>
              </a:ext>
            </a:extLst>
          </p:cNvPr>
          <p:cNvSpPr>
            <a:spLocks noChangeArrowheads="1"/>
          </p:cNvSpPr>
          <p:nvPr/>
        </p:nvSpPr>
        <p:spPr bwMode="auto">
          <a:xfrm>
            <a:off x="3560763" y="4473575"/>
            <a:ext cx="471487" cy="320675"/>
          </a:xfrm>
          <a:prstGeom prst="rect">
            <a:avLst/>
          </a:prstGeom>
          <a:solidFill>
            <a:schemeClr val="accent1"/>
          </a:solidFill>
          <a:ln w="12700">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nvGrpSpPr>
          <p:cNvPr id="49190" name="Group 64">
            <a:extLst>
              <a:ext uri="{FF2B5EF4-FFF2-40B4-BE49-F238E27FC236}">
                <a16:creationId xmlns:a16="http://schemas.microsoft.com/office/drawing/2014/main" id="{C9428FBC-3727-A096-6F5C-654BF72935E7}"/>
              </a:ext>
            </a:extLst>
          </p:cNvPr>
          <p:cNvGrpSpPr>
            <a:grpSpLocks/>
          </p:cNvGrpSpPr>
          <p:nvPr/>
        </p:nvGrpSpPr>
        <p:grpSpPr bwMode="auto">
          <a:xfrm>
            <a:off x="4322763" y="4473575"/>
            <a:ext cx="700087" cy="327025"/>
            <a:chOff x="947" y="3202"/>
            <a:chExt cx="441" cy="206"/>
          </a:xfrm>
        </p:grpSpPr>
        <p:sp>
          <p:nvSpPr>
            <p:cNvPr id="49235" name="Rectangle 65">
              <a:extLst>
                <a:ext uri="{FF2B5EF4-FFF2-40B4-BE49-F238E27FC236}">
                  <a16:creationId xmlns:a16="http://schemas.microsoft.com/office/drawing/2014/main" id="{9F37120D-CC8A-44C3-EE2C-7E86FA6E117D}"/>
                </a:ext>
              </a:extLst>
            </p:cNvPr>
            <p:cNvSpPr>
              <a:spLocks noChangeArrowheads="1"/>
            </p:cNvSpPr>
            <p:nvPr/>
          </p:nvSpPr>
          <p:spPr bwMode="auto">
            <a:xfrm>
              <a:off x="947" y="3202"/>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36" name="Line 66">
              <a:extLst>
                <a:ext uri="{FF2B5EF4-FFF2-40B4-BE49-F238E27FC236}">
                  <a16:creationId xmlns:a16="http://schemas.microsoft.com/office/drawing/2014/main" id="{66716CE5-A26C-23CA-721D-79D451C127C9}"/>
                </a:ext>
              </a:extLst>
            </p:cNvPr>
            <p:cNvSpPr>
              <a:spLocks noChangeShapeType="1"/>
            </p:cNvSpPr>
            <p:nvPr/>
          </p:nvSpPr>
          <p:spPr bwMode="auto">
            <a:xfrm>
              <a:off x="1200" y="3216"/>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9191" name="Group 67">
            <a:extLst>
              <a:ext uri="{FF2B5EF4-FFF2-40B4-BE49-F238E27FC236}">
                <a16:creationId xmlns:a16="http://schemas.microsoft.com/office/drawing/2014/main" id="{1CE4D7A4-2772-DAF3-2858-8F5311CBF79D}"/>
              </a:ext>
            </a:extLst>
          </p:cNvPr>
          <p:cNvGrpSpPr>
            <a:grpSpLocks/>
          </p:cNvGrpSpPr>
          <p:nvPr/>
        </p:nvGrpSpPr>
        <p:grpSpPr bwMode="auto">
          <a:xfrm>
            <a:off x="5313363" y="4473575"/>
            <a:ext cx="700087" cy="327025"/>
            <a:chOff x="1571" y="3202"/>
            <a:chExt cx="441" cy="206"/>
          </a:xfrm>
        </p:grpSpPr>
        <p:sp>
          <p:nvSpPr>
            <p:cNvPr id="49233" name="Rectangle 68">
              <a:extLst>
                <a:ext uri="{FF2B5EF4-FFF2-40B4-BE49-F238E27FC236}">
                  <a16:creationId xmlns:a16="http://schemas.microsoft.com/office/drawing/2014/main" id="{7A6642A4-4E26-A05A-9120-6CE7803F88AE}"/>
                </a:ext>
              </a:extLst>
            </p:cNvPr>
            <p:cNvSpPr>
              <a:spLocks noChangeArrowheads="1"/>
            </p:cNvSpPr>
            <p:nvPr/>
          </p:nvSpPr>
          <p:spPr bwMode="auto">
            <a:xfrm>
              <a:off x="1571" y="3202"/>
              <a:ext cx="441" cy="20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234" name="Line 69">
              <a:extLst>
                <a:ext uri="{FF2B5EF4-FFF2-40B4-BE49-F238E27FC236}">
                  <a16:creationId xmlns:a16="http://schemas.microsoft.com/office/drawing/2014/main" id="{77789E09-F232-6D0D-F3CA-8022C3DCFA5A}"/>
                </a:ext>
              </a:extLst>
            </p:cNvPr>
            <p:cNvSpPr>
              <a:spLocks noChangeShapeType="1"/>
            </p:cNvSpPr>
            <p:nvPr/>
          </p:nvSpPr>
          <p:spPr bwMode="auto">
            <a:xfrm>
              <a:off x="1824" y="3216"/>
              <a:ext cx="0"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9192" name="Line 70">
            <a:extLst>
              <a:ext uri="{FF2B5EF4-FFF2-40B4-BE49-F238E27FC236}">
                <a16:creationId xmlns:a16="http://schemas.microsoft.com/office/drawing/2014/main" id="{FB570A3B-69B1-1EDB-604F-829C3D4FF8DC}"/>
              </a:ext>
            </a:extLst>
          </p:cNvPr>
          <p:cNvSpPr>
            <a:spLocks noChangeShapeType="1"/>
          </p:cNvSpPr>
          <p:nvPr/>
        </p:nvSpPr>
        <p:spPr bwMode="auto">
          <a:xfrm>
            <a:off x="3810000" y="4648200"/>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93" name="Line 71">
            <a:extLst>
              <a:ext uri="{FF2B5EF4-FFF2-40B4-BE49-F238E27FC236}">
                <a16:creationId xmlns:a16="http://schemas.microsoft.com/office/drawing/2014/main" id="{CCB4C86A-E89C-B75C-173C-FDEF05D2A3FA}"/>
              </a:ext>
            </a:extLst>
          </p:cNvPr>
          <p:cNvSpPr>
            <a:spLocks noChangeShapeType="1"/>
          </p:cNvSpPr>
          <p:nvPr/>
        </p:nvSpPr>
        <p:spPr bwMode="auto">
          <a:xfrm>
            <a:off x="4800600" y="4648200"/>
            <a:ext cx="5334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194" name="Rectangle 72">
            <a:extLst>
              <a:ext uri="{FF2B5EF4-FFF2-40B4-BE49-F238E27FC236}">
                <a16:creationId xmlns:a16="http://schemas.microsoft.com/office/drawing/2014/main" id="{68559D77-76C0-44BF-6DCF-19C75B58BC77}"/>
              </a:ext>
            </a:extLst>
          </p:cNvPr>
          <p:cNvSpPr>
            <a:spLocks noChangeArrowheads="1"/>
          </p:cNvSpPr>
          <p:nvPr/>
        </p:nvSpPr>
        <p:spPr bwMode="auto">
          <a:xfrm>
            <a:off x="3560763" y="4930775"/>
            <a:ext cx="471487" cy="320675"/>
          </a:xfrm>
          <a:prstGeom prst="rect">
            <a:avLst/>
          </a:prstGeom>
          <a:solidFill>
            <a:schemeClr val="accent1"/>
          </a:solidFill>
          <a:ln w="12700">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49195" name="Line 73">
            <a:extLst>
              <a:ext uri="{FF2B5EF4-FFF2-40B4-BE49-F238E27FC236}">
                <a16:creationId xmlns:a16="http://schemas.microsoft.com/office/drawing/2014/main" id="{914429AD-CBC3-C049-3173-83BC4746E0A5}"/>
              </a:ext>
            </a:extLst>
          </p:cNvPr>
          <p:cNvSpPr>
            <a:spLocks noChangeShapeType="1"/>
          </p:cNvSpPr>
          <p:nvPr/>
        </p:nvSpPr>
        <p:spPr bwMode="auto">
          <a:xfrm>
            <a:off x="5715000" y="4495800"/>
            <a:ext cx="30480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196" name="Line 74">
            <a:extLst>
              <a:ext uri="{FF2B5EF4-FFF2-40B4-BE49-F238E27FC236}">
                <a16:creationId xmlns:a16="http://schemas.microsoft.com/office/drawing/2014/main" id="{04F894CD-AC8B-FC42-2930-24E0D856DF8F}"/>
              </a:ext>
            </a:extLst>
          </p:cNvPr>
          <p:cNvSpPr>
            <a:spLocks noChangeShapeType="1"/>
          </p:cNvSpPr>
          <p:nvPr/>
        </p:nvSpPr>
        <p:spPr bwMode="auto">
          <a:xfrm>
            <a:off x="3581400" y="4953000"/>
            <a:ext cx="45720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197" name="Line 75">
            <a:extLst>
              <a:ext uri="{FF2B5EF4-FFF2-40B4-BE49-F238E27FC236}">
                <a16:creationId xmlns:a16="http://schemas.microsoft.com/office/drawing/2014/main" id="{19D72256-9BD8-01CC-8E6A-9B1DD5F20900}"/>
              </a:ext>
            </a:extLst>
          </p:cNvPr>
          <p:cNvSpPr>
            <a:spLocks noChangeShapeType="1"/>
          </p:cNvSpPr>
          <p:nvPr/>
        </p:nvSpPr>
        <p:spPr bwMode="auto">
          <a:xfrm>
            <a:off x="4724400" y="4038600"/>
            <a:ext cx="30480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198" name="Rectangle 148">
            <a:extLst>
              <a:ext uri="{FF2B5EF4-FFF2-40B4-BE49-F238E27FC236}">
                <a16:creationId xmlns:a16="http://schemas.microsoft.com/office/drawing/2014/main" id="{275268A4-2AB4-D6C9-AD01-C8D5DD9888BC}"/>
              </a:ext>
            </a:extLst>
          </p:cNvPr>
          <p:cNvSpPr>
            <a:spLocks noChangeArrowheads="1"/>
          </p:cNvSpPr>
          <p:nvPr/>
        </p:nvSpPr>
        <p:spPr bwMode="auto">
          <a:xfrm>
            <a:off x="2366963" y="820738"/>
            <a:ext cx="361950"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105000"/>
              </a:lnSpc>
              <a:spcBef>
                <a:spcPct val="0"/>
              </a:spcBef>
              <a:buClrTx/>
              <a:buSzTx/>
              <a:buFontTx/>
              <a:buNone/>
            </a:pPr>
            <a:r>
              <a:rPr kumimoji="1" lang="en-US" altLang="zh-TW" sz="2800">
                <a:latin typeface="Times New Roman" panose="02020603050405020304" pitchFamily="18" charset="0"/>
                <a:ea typeface="PMingLiU" panose="020B0604030504040204" pitchFamily="18" charset="-120"/>
              </a:rPr>
              <a:t>0</a:t>
            </a:r>
          </a:p>
          <a:p>
            <a:pPr eaLnBrk="1" hangingPunct="1">
              <a:lnSpc>
                <a:spcPct val="105000"/>
              </a:lnSpc>
              <a:spcBef>
                <a:spcPct val="0"/>
              </a:spcBef>
              <a:buClrTx/>
              <a:buSzTx/>
              <a:buFontTx/>
              <a:buNone/>
            </a:pPr>
            <a:r>
              <a:rPr kumimoji="1" lang="en-US" altLang="zh-TW" sz="2800">
                <a:latin typeface="Times New Roman" panose="02020603050405020304" pitchFamily="18" charset="0"/>
                <a:ea typeface="PMingLiU" panose="020B0604030504040204" pitchFamily="18" charset="-120"/>
              </a:rPr>
              <a:t>1</a:t>
            </a:r>
          </a:p>
          <a:p>
            <a:pPr eaLnBrk="1" hangingPunct="1">
              <a:lnSpc>
                <a:spcPct val="105000"/>
              </a:lnSpc>
              <a:spcBef>
                <a:spcPct val="0"/>
              </a:spcBef>
              <a:buClrTx/>
              <a:buSzTx/>
              <a:buFontTx/>
              <a:buNone/>
            </a:pPr>
            <a:r>
              <a:rPr kumimoji="1" lang="en-US" altLang="zh-TW" sz="2800">
                <a:latin typeface="Times New Roman" panose="02020603050405020304" pitchFamily="18" charset="0"/>
                <a:ea typeface="PMingLiU" panose="020B0604030504040204" pitchFamily="18" charset="-120"/>
              </a:rPr>
              <a:t>2</a:t>
            </a:r>
          </a:p>
          <a:p>
            <a:pPr eaLnBrk="1" hangingPunct="1">
              <a:lnSpc>
                <a:spcPct val="105000"/>
              </a:lnSpc>
              <a:spcBef>
                <a:spcPct val="0"/>
              </a:spcBef>
              <a:buClrTx/>
              <a:buSzTx/>
              <a:buFontTx/>
              <a:buNone/>
            </a:pPr>
            <a:r>
              <a:rPr kumimoji="1" lang="en-US" altLang="zh-TW" sz="2800">
                <a:latin typeface="Times New Roman" panose="02020603050405020304" pitchFamily="18" charset="0"/>
                <a:ea typeface="PMingLiU" panose="020B0604030504040204" pitchFamily="18" charset="-120"/>
              </a:rPr>
              <a:t>3</a:t>
            </a:r>
          </a:p>
        </p:txBody>
      </p:sp>
      <p:sp>
        <p:nvSpPr>
          <p:cNvPr id="49199" name="Rectangle 149">
            <a:extLst>
              <a:ext uri="{FF2B5EF4-FFF2-40B4-BE49-F238E27FC236}">
                <a16:creationId xmlns:a16="http://schemas.microsoft.com/office/drawing/2014/main" id="{58FCFF42-CE34-5DF6-CF70-A39663AB4074}"/>
              </a:ext>
            </a:extLst>
          </p:cNvPr>
          <p:cNvSpPr>
            <a:spLocks noChangeArrowheads="1"/>
          </p:cNvSpPr>
          <p:nvPr/>
        </p:nvSpPr>
        <p:spPr bwMode="auto">
          <a:xfrm>
            <a:off x="3108325" y="3922713"/>
            <a:ext cx="36195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105000"/>
              </a:lnSpc>
              <a:spcBef>
                <a:spcPct val="0"/>
              </a:spcBef>
              <a:buClrTx/>
              <a:buSzTx/>
              <a:buFontTx/>
              <a:buNone/>
            </a:pPr>
            <a:r>
              <a:rPr kumimoji="1" lang="en-US" altLang="zh-TW" sz="2800">
                <a:latin typeface="Times New Roman" panose="02020603050405020304" pitchFamily="18" charset="0"/>
                <a:ea typeface="PMingLiU" panose="020B0604030504040204" pitchFamily="18" charset="-120"/>
              </a:rPr>
              <a:t>0</a:t>
            </a:r>
          </a:p>
          <a:p>
            <a:pPr eaLnBrk="1" hangingPunct="1">
              <a:lnSpc>
                <a:spcPct val="105000"/>
              </a:lnSpc>
              <a:spcBef>
                <a:spcPct val="0"/>
              </a:spcBef>
              <a:buClrTx/>
              <a:buSzTx/>
              <a:buFontTx/>
              <a:buNone/>
            </a:pPr>
            <a:r>
              <a:rPr kumimoji="1" lang="en-US" altLang="zh-TW" sz="2800">
                <a:latin typeface="Times New Roman" panose="02020603050405020304" pitchFamily="18" charset="0"/>
                <a:ea typeface="PMingLiU" panose="020B0604030504040204" pitchFamily="18" charset="-120"/>
              </a:rPr>
              <a:t>1</a:t>
            </a:r>
          </a:p>
          <a:p>
            <a:pPr eaLnBrk="1" hangingPunct="1">
              <a:lnSpc>
                <a:spcPct val="105000"/>
              </a:lnSpc>
              <a:spcBef>
                <a:spcPct val="0"/>
              </a:spcBef>
              <a:buClrTx/>
              <a:buSzTx/>
              <a:buFontTx/>
              <a:buNone/>
            </a:pPr>
            <a:r>
              <a:rPr kumimoji="1" lang="en-US" altLang="zh-TW" sz="2800">
                <a:latin typeface="Times New Roman" panose="02020603050405020304" pitchFamily="18" charset="0"/>
                <a:ea typeface="PMingLiU" panose="020B0604030504040204" pitchFamily="18" charset="-120"/>
              </a:rPr>
              <a:t>2</a:t>
            </a:r>
          </a:p>
        </p:txBody>
      </p:sp>
      <p:sp>
        <p:nvSpPr>
          <p:cNvPr id="49200" name="Rectangle 151">
            <a:extLst>
              <a:ext uri="{FF2B5EF4-FFF2-40B4-BE49-F238E27FC236}">
                <a16:creationId xmlns:a16="http://schemas.microsoft.com/office/drawing/2014/main" id="{85DC4D60-5991-4366-22B3-E271E5B63CD0}"/>
              </a:ext>
            </a:extLst>
          </p:cNvPr>
          <p:cNvSpPr>
            <a:spLocks noChangeArrowheads="1"/>
          </p:cNvSpPr>
          <p:nvPr/>
        </p:nvSpPr>
        <p:spPr bwMode="auto">
          <a:xfrm>
            <a:off x="3578225" y="863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1</a:t>
            </a:r>
          </a:p>
        </p:txBody>
      </p:sp>
      <p:sp>
        <p:nvSpPr>
          <p:cNvPr id="49201" name="Rectangle 152">
            <a:extLst>
              <a:ext uri="{FF2B5EF4-FFF2-40B4-BE49-F238E27FC236}">
                <a16:creationId xmlns:a16="http://schemas.microsoft.com/office/drawing/2014/main" id="{7440D368-D0A2-DE15-51C1-82EC85743136}"/>
              </a:ext>
            </a:extLst>
          </p:cNvPr>
          <p:cNvSpPr>
            <a:spLocks noChangeArrowheads="1"/>
          </p:cNvSpPr>
          <p:nvPr/>
        </p:nvSpPr>
        <p:spPr bwMode="auto">
          <a:xfrm>
            <a:off x="4602163" y="8667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2</a:t>
            </a:r>
          </a:p>
        </p:txBody>
      </p:sp>
      <p:sp>
        <p:nvSpPr>
          <p:cNvPr id="49202" name="Rectangle 153">
            <a:extLst>
              <a:ext uri="{FF2B5EF4-FFF2-40B4-BE49-F238E27FC236}">
                <a16:creationId xmlns:a16="http://schemas.microsoft.com/office/drawing/2014/main" id="{2D9DD515-028A-B95A-8F59-781BA6ECC5B0}"/>
              </a:ext>
            </a:extLst>
          </p:cNvPr>
          <p:cNvSpPr>
            <a:spLocks noChangeArrowheads="1"/>
          </p:cNvSpPr>
          <p:nvPr/>
        </p:nvSpPr>
        <p:spPr bwMode="auto">
          <a:xfrm>
            <a:off x="5608638" y="8667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3</a:t>
            </a:r>
          </a:p>
        </p:txBody>
      </p:sp>
      <p:sp>
        <p:nvSpPr>
          <p:cNvPr id="49203" name="Rectangle 154">
            <a:extLst>
              <a:ext uri="{FF2B5EF4-FFF2-40B4-BE49-F238E27FC236}">
                <a16:creationId xmlns:a16="http://schemas.microsoft.com/office/drawing/2014/main" id="{0982A2FE-2A6A-E5E8-3941-A09C81E39BF5}"/>
              </a:ext>
            </a:extLst>
          </p:cNvPr>
          <p:cNvSpPr>
            <a:spLocks noChangeArrowheads="1"/>
          </p:cNvSpPr>
          <p:nvPr/>
        </p:nvSpPr>
        <p:spPr bwMode="auto">
          <a:xfrm>
            <a:off x="3594100" y="13144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0</a:t>
            </a:r>
          </a:p>
        </p:txBody>
      </p:sp>
      <p:sp>
        <p:nvSpPr>
          <p:cNvPr id="49204" name="Rectangle 155">
            <a:extLst>
              <a:ext uri="{FF2B5EF4-FFF2-40B4-BE49-F238E27FC236}">
                <a16:creationId xmlns:a16="http://schemas.microsoft.com/office/drawing/2014/main" id="{16E83EA4-2F75-A5E4-F288-CE055CFF5B0F}"/>
              </a:ext>
            </a:extLst>
          </p:cNvPr>
          <p:cNvSpPr>
            <a:spLocks noChangeArrowheads="1"/>
          </p:cNvSpPr>
          <p:nvPr/>
        </p:nvSpPr>
        <p:spPr bwMode="auto">
          <a:xfrm>
            <a:off x="4602163" y="1314450"/>
            <a:ext cx="401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2</a:t>
            </a:r>
          </a:p>
        </p:txBody>
      </p:sp>
      <p:sp>
        <p:nvSpPr>
          <p:cNvPr id="49205" name="Rectangle 156">
            <a:extLst>
              <a:ext uri="{FF2B5EF4-FFF2-40B4-BE49-F238E27FC236}">
                <a16:creationId xmlns:a16="http://schemas.microsoft.com/office/drawing/2014/main" id="{C94D112E-E747-C8A3-CE89-6BE97137164B}"/>
              </a:ext>
            </a:extLst>
          </p:cNvPr>
          <p:cNvSpPr>
            <a:spLocks noChangeArrowheads="1"/>
          </p:cNvSpPr>
          <p:nvPr/>
        </p:nvSpPr>
        <p:spPr bwMode="auto">
          <a:xfrm>
            <a:off x="5594350" y="13144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3</a:t>
            </a:r>
          </a:p>
        </p:txBody>
      </p:sp>
      <p:sp>
        <p:nvSpPr>
          <p:cNvPr id="49206" name="Rectangle 157">
            <a:extLst>
              <a:ext uri="{FF2B5EF4-FFF2-40B4-BE49-F238E27FC236}">
                <a16:creationId xmlns:a16="http://schemas.microsoft.com/office/drawing/2014/main" id="{A211EC77-F590-F437-7885-C9FDAE9F245C}"/>
              </a:ext>
            </a:extLst>
          </p:cNvPr>
          <p:cNvSpPr>
            <a:spLocks noChangeArrowheads="1"/>
          </p:cNvSpPr>
          <p:nvPr/>
        </p:nvSpPr>
        <p:spPr bwMode="auto">
          <a:xfrm>
            <a:off x="3594100" y="17637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0</a:t>
            </a:r>
          </a:p>
        </p:txBody>
      </p:sp>
      <p:sp>
        <p:nvSpPr>
          <p:cNvPr id="49207" name="Rectangle 158">
            <a:extLst>
              <a:ext uri="{FF2B5EF4-FFF2-40B4-BE49-F238E27FC236}">
                <a16:creationId xmlns:a16="http://schemas.microsoft.com/office/drawing/2014/main" id="{C6EAC78D-BCE0-C92A-89C5-46C9C9605B0E}"/>
              </a:ext>
            </a:extLst>
          </p:cNvPr>
          <p:cNvSpPr>
            <a:spLocks noChangeArrowheads="1"/>
          </p:cNvSpPr>
          <p:nvPr/>
        </p:nvSpPr>
        <p:spPr bwMode="auto">
          <a:xfrm>
            <a:off x="4589463" y="17637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1</a:t>
            </a:r>
          </a:p>
        </p:txBody>
      </p:sp>
      <p:sp>
        <p:nvSpPr>
          <p:cNvPr id="49208" name="Rectangle 159">
            <a:extLst>
              <a:ext uri="{FF2B5EF4-FFF2-40B4-BE49-F238E27FC236}">
                <a16:creationId xmlns:a16="http://schemas.microsoft.com/office/drawing/2014/main" id="{BF94E008-DFF9-8A76-D1FA-E888A1105C88}"/>
              </a:ext>
            </a:extLst>
          </p:cNvPr>
          <p:cNvSpPr>
            <a:spLocks noChangeArrowheads="1"/>
          </p:cNvSpPr>
          <p:nvPr/>
        </p:nvSpPr>
        <p:spPr bwMode="auto">
          <a:xfrm>
            <a:off x="5594350" y="17637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3</a:t>
            </a:r>
          </a:p>
        </p:txBody>
      </p:sp>
      <p:sp>
        <p:nvSpPr>
          <p:cNvPr id="49209" name="Rectangle 160">
            <a:extLst>
              <a:ext uri="{FF2B5EF4-FFF2-40B4-BE49-F238E27FC236}">
                <a16:creationId xmlns:a16="http://schemas.microsoft.com/office/drawing/2014/main" id="{1CC42F28-B623-6723-58E9-9DDB0B2C8496}"/>
              </a:ext>
            </a:extLst>
          </p:cNvPr>
          <p:cNvSpPr>
            <a:spLocks noChangeArrowheads="1"/>
          </p:cNvSpPr>
          <p:nvPr/>
        </p:nvSpPr>
        <p:spPr bwMode="auto">
          <a:xfrm>
            <a:off x="3594100" y="22399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0</a:t>
            </a:r>
          </a:p>
        </p:txBody>
      </p:sp>
      <p:sp>
        <p:nvSpPr>
          <p:cNvPr id="49210" name="Rectangle 161">
            <a:extLst>
              <a:ext uri="{FF2B5EF4-FFF2-40B4-BE49-F238E27FC236}">
                <a16:creationId xmlns:a16="http://schemas.microsoft.com/office/drawing/2014/main" id="{0E63D544-6C49-2211-F668-1AC207AA51BD}"/>
              </a:ext>
            </a:extLst>
          </p:cNvPr>
          <p:cNvSpPr>
            <a:spLocks noChangeArrowheads="1"/>
          </p:cNvSpPr>
          <p:nvPr/>
        </p:nvSpPr>
        <p:spPr bwMode="auto">
          <a:xfrm>
            <a:off x="4587875" y="22129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1</a:t>
            </a:r>
          </a:p>
        </p:txBody>
      </p:sp>
      <p:sp>
        <p:nvSpPr>
          <p:cNvPr id="49211" name="Rectangle 162">
            <a:extLst>
              <a:ext uri="{FF2B5EF4-FFF2-40B4-BE49-F238E27FC236}">
                <a16:creationId xmlns:a16="http://schemas.microsoft.com/office/drawing/2014/main" id="{DA442835-06D6-0F49-A678-976C3EF6C4B7}"/>
              </a:ext>
            </a:extLst>
          </p:cNvPr>
          <p:cNvSpPr>
            <a:spLocks noChangeArrowheads="1"/>
          </p:cNvSpPr>
          <p:nvPr/>
        </p:nvSpPr>
        <p:spPr bwMode="auto">
          <a:xfrm>
            <a:off x="5608638" y="22129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2</a:t>
            </a:r>
          </a:p>
        </p:txBody>
      </p:sp>
      <p:sp>
        <p:nvSpPr>
          <p:cNvPr id="49212" name="Rectangle 163">
            <a:extLst>
              <a:ext uri="{FF2B5EF4-FFF2-40B4-BE49-F238E27FC236}">
                <a16:creationId xmlns:a16="http://schemas.microsoft.com/office/drawing/2014/main" id="{B6296B0E-B895-611A-4D85-820D9EA6C09D}"/>
              </a:ext>
            </a:extLst>
          </p:cNvPr>
          <p:cNvSpPr>
            <a:spLocks noChangeArrowheads="1"/>
          </p:cNvSpPr>
          <p:nvPr/>
        </p:nvSpPr>
        <p:spPr bwMode="auto">
          <a:xfrm>
            <a:off x="4191000" y="2819400"/>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G</a:t>
            </a:r>
            <a:r>
              <a:rPr kumimoji="1" lang="en-US" altLang="zh-TW" sz="1600">
                <a:latin typeface="Times New Roman" panose="02020603050405020304" pitchFamily="18" charset="0"/>
                <a:ea typeface="PMingLiU" panose="020B0604030504040204" pitchFamily="18" charset="-120"/>
              </a:rPr>
              <a:t>1</a:t>
            </a:r>
          </a:p>
        </p:txBody>
      </p:sp>
      <p:sp>
        <p:nvSpPr>
          <p:cNvPr id="49213" name="Rectangle 164">
            <a:extLst>
              <a:ext uri="{FF2B5EF4-FFF2-40B4-BE49-F238E27FC236}">
                <a16:creationId xmlns:a16="http://schemas.microsoft.com/office/drawing/2014/main" id="{E427217C-ABE1-FEB5-D519-5BB075630BC2}"/>
              </a:ext>
            </a:extLst>
          </p:cNvPr>
          <p:cNvSpPr>
            <a:spLocks noChangeArrowheads="1"/>
          </p:cNvSpPr>
          <p:nvPr/>
        </p:nvSpPr>
        <p:spPr bwMode="auto">
          <a:xfrm>
            <a:off x="4335463" y="39751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1</a:t>
            </a:r>
          </a:p>
        </p:txBody>
      </p:sp>
      <p:sp>
        <p:nvSpPr>
          <p:cNvPr id="49214" name="Rectangle 165">
            <a:extLst>
              <a:ext uri="{FF2B5EF4-FFF2-40B4-BE49-F238E27FC236}">
                <a16:creationId xmlns:a16="http://schemas.microsoft.com/office/drawing/2014/main" id="{EF2EE1D0-B703-5B6B-718F-28AB9E364103}"/>
              </a:ext>
            </a:extLst>
          </p:cNvPr>
          <p:cNvSpPr>
            <a:spLocks noChangeArrowheads="1"/>
          </p:cNvSpPr>
          <p:nvPr/>
        </p:nvSpPr>
        <p:spPr bwMode="auto">
          <a:xfrm>
            <a:off x="4335463" y="44100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0</a:t>
            </a:r>
          </a:p>
        </p:txBody>
      </p:sp>
      <p:sp>
        <p:nvSpPr>
          <p:cNvPr id="49215" name="Rectangle 166">
            <a:extLst>
              <a:ext uri="{FF2B5EF4-FFF2-40B4-BE49-F238E27FC236}">
                <a16:creationId xmlns:a16="http://schemas.microsoft.com/office/drawing/2014/main" id="{D07D22AE-0A80-6874-CEE3-11AE148E9D51}"/>
              </a:ext>
            </a:extLst>
          </p:cNvPr>
          <p:cNvSpPr>
            <a:spLocks noChangeArrowheads="1"/>
          </p:cNvSpPr>
          <p:nvPr/>
        </p:nvSpPr>
        <p:spPr bwMode="auto">
          <a:xfrm>
            <a:off x="5341938" y="44116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2</a:t>
            </a:r>
          </a:p>
        </p:txBody>
      </p:sp>
      <p:sp>
        <p:nvSpPr>
          <p:cNvPr id="49216" name="Rectangle 167">
            <a:extLst>
              <a:ext uri="{FF2B5EF4-FFF2-40B4-BE49-F238E27FC236}">
                <a16:creationId xmlns:a16="http://schemas.microsoft.com/office/drawing/2014/main" id="{EAD18152-E08F-B317-0000-949AD927F654}"/>
              </a:ext>
            </a:extLst>
          </p:cNvPr>
          <p:cNvSpPr>
            <a:spLocks noChangeArrowheads="1"/>
          </p:cNvSpPr>
          <p:nvPr/>
        </p:nvSpPr>
        <p:spPr bwMode="auto">
          <a:xfrm>
            <a:off x="4267200" y="5486400"/>
            <a:ext cx="54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kumimoji="1" lang="en-US" altLang="zh-TW" sz="2800">
                <a:latin typeface="Times New Roman" panose="02020603050405020304" pitchFamily="18" charset="0"/>
                <a:ea typeface="PMingLiU" panose="020B0604030504040204" pitchFamily="18" charset="-120"/>
              </a:rPr>
              <a:t>G</a:t>
            </a:r>
            <a:r>
              <a:rPr kumimoji="1" lang="en-US" altLang="zh-TW" sz="1600">
                <a:latin typeface="Times New Roman" panose="02020603050405020304" pitchFamily="18" charset="0"/>
                <a:ea typeface="PMingLiU" panose="020B0604030504040204" pitchFamily="18" charset="-120"/>
              </a:rPr>
              <a:t>2</a:t>
            </a:r>
          </a:p>
        </p:txBody>
      </p:sp>
      <p:sp>
        <p:nvSpPr>
          <p:cNvPr id="49217" name="Oval 183">
            <a:extLst>
              <a:ext uri="{FF2B5EF4-FFF2-40B4-BE49-F238E27FC236}">
                <a16:creationId xmlns:a16="http://schemas.microsoft.com/office/drawing/2014/main" id="{62D0EB6A-3007-676F-B013-B3FB76F6F76C}"/>
              </a:ext>
            </a:extLst>
          </p:cNvPr>
          <p:cNvSpPr>
            <a:spLocks noChangeArrowheads="1"/>
          </p:cNvSpPr>
          <p:nvPr/>
        </p:nvSpPr>
        <p:spPr bwMode="auto">
          <a:xfrm>
            <a:off x="7480300" y="1155700"/>
            <a:ext cx="444500" cy="444500"/>
          </a:xfrm>
          <a:prstGeom prst="ellipse">
            <a:avLst/>
          </a:prstGeom>
          <a:solidFill>
            <a:schemeClr val="bg1"/>
          </a:solidFill>
          <a:ln w="12700">
            <a:solidFill>
              <a:schemeClr val="tx2"/>
            </a:solidFill>
            <a:round/>
            <a:headEnd/>
            <a:tailEnd/>
          </a:ln>
        </p:spPr>
        <p:txBody>
          <a:bodyPr wrap="none" lIns="92075" tIns="46038" rIns="92075" bIns="46038"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kumimoji="1" lang="en-US" altLang="zh-TW" sz="2800">
                <a:solidFill>
                  <a:schemeClr val="tx2"/>
                </a:solidFill>
                <a:latin typeface="Times New Roman" panose="02020603050405020304" pitchFamily="18" charset="0"/>
                <a:ea typeface="PMingLiU" panose="020B0604030504040204" pitchFamily="18" charset="-120"/>
              </a:rPr>
              <a:t>0</a:t>
            </a:r>
          </a:p>
        </p:txBody>
      </p:sp>
      <p:sp>
        <p:nvSpPr>
          <p:cNvPr id="49218" name="Oval 184">
            <a:extLst>
              <a:ext uri="{FF2B5EF4-FFF2-40B4-BE49-F238E27FC236}">
                <a16:creationId xmlns:a16="http://schemas.microsoft.com/office/drawing/2014/main" id="{C4232630-CB24-948E-37BE-705E9A088518}"/>
              </a:ext>
            </a:extLst>
          </p:cNvPr>
          <p:cNvSpPr>
            <a:spLocks noChangeArrowheads="1"/>
          </p:cNvSpPr>
          <p:nvPr/>
        </p:nvSpPr>
        <p:spPr bwMode="auto">
          <a:xfrm>
            <a:off x="6794500" y="1917700"/>
            <a:ext cx="444500" cy="444500"/>
          </a:xfrm>
          <a:prstGeom prst="ellipse">
            <a:avLst/>
          </a:prstGeom>
          <a:solidFill>
            <a:schemeClr val="bg1"/>
          </a:solidFill>
          <a:ln w="12700">
            <a:solidFill>
              <a:schemeClr val="tx2"/>
            </a:solidFill>
            <a:round/>
            <a:headEnd/>
            <a:tailEnd/>
          </a:ln>
        </p:spPr>
        <p:txBody>
          <a:bodyPr wrap="none" lIns="92075" tIns="46038" rIns="92075" bIns="46038"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kumimoji="1" lang="en-US" altLang="zh-TW" sz="2800">
                <a:solidFill>
                  <a:schemeClr val="tx2"/>
                </a:solidFill>
                <a:latin typeface="Times New Roman" panose="02020603050405020304" pitchFamily="18" charset="0"/>
                <a:ea typeface="PMingLiU" panose="020B0604030504040204" pitchFamily="18" charset="-120"/>
              </a:rPr>
              <a:t>1</a:t>
            </a:r>
          </a:p>
        </p:txBody>
      </p:sp>
      <p:sp>
        <p:nvSpPr>
          <p:cNvPr id="49219" name="Oval 185">
            <a:extLst>
              <a:ext uri="{FF2B5EF4-FFF2-40B4-BE49-F238E27FC236}">
                <a16:creationId xmlns:a16="http://schemas.microsoft.com/office/drawing/2014/main" id="{D51DF42E-8453-BAAC-1037-2E4BC26199AF}"/>
              </a:ext>
            </a:extLst>
          </p:cNvPr>
          <p:cNvSpPr>
            <a:spLocks noChangeArrowheads="1"/>
          </p:cNvSpPr>
          <p:nvPr/>
        </p:nvSpPr>
        <p:spPr bwMode="auto">
          <a:xfrm>
            <a:off x="8166100" y="1917700"/>
            <a:ext cx="444500" cy="444500"/>
          </a:xfrm>
          <a:prstGeom prst="ellipse">
            <a:avLst/>
          </a:prstGeom>
          <a:solidFill>
            <a:schemeClr val="bg1"/>
          </a:solidFill>
          <a:ln w="12700">
            <a:solidFill>
              <a:schemeClr val="tx2"/>
            </a:solidFill>
            <a:round/>
            <a:headEnd/>
            <a:tailEnd/>
          </a:ln>
        </p:spPr>
        <p:txBody>
          <a:bodyPr wrap="none" lIns="92075" tIns="46038" rIns="92075" bIns="46038"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kumimoji="1" lang="en-US" altLang="zh-TW" sz="2800">
                <a:solidFill>
                  <a:schemeClr val="tx2"/>
                </a:solidFill>
                <a:latin typeface="Times New Roman" panose="02020603050405020304" pitchFamily="18" charset="0"/>
                <a:ea typeface="PMingLiU" panose="020B0604030504040204" pitchFamily="18" charset="-120"/>
              </a:rPr>
              <a:t>2</a:t>
            </a:r>
          </a:p>
        </p:txBody>
      </p:sp>
      <p:sp>
        <p:nvSpPr>
          <p:cNvPr id="49220" name="Oval 186">
            <a:extLst>
              <a:ext uri="{FF2B5EF4-FFF2-40B4-BE49-F238E27FC236}">
                <a16:creationId xmlns:a16="http://schemas.microsoft.com/office/drawing/2014/main" id="{66854F43-7EFA-62CA-3D42-D7B89EBDA3AB}"/>
              </a:ext>
            </a:extLst>
          </p:cNvPr>
          <p:cNvSpPr>
            <a:spLocks noChangeArrowheads="1"/>
          </p:cNvSpPr>
          <p:nvPr/>
        </p:nvSpPr>
        <p:spPr bwMode="auto">
          <a:xfrm>
            <a:off x="7480300" y="2527300"/>
            <a:ext cx="444500" cy="444500"/>
          </a:xfrm>
          <a:prstGeom prst="ellipse">
            <a:avLst/>
          </a:prstGeom>
          <a:solidFill>
            <a:schemeClr val="bg1"/>
          </a:solidFill>
          <a:ln w="12700">
            <a:solidFill>
              <a:schemeClr val="tx2"/>
            </a:solidFill>
            <a:round/>
            <a:headEnd/>
            <a:tailEnd/>
          </a:ln>
        </p:spPr>
        <p:txBody>
          <a:bodyPr wrap="none" lIns="92075" tIns="46038" rIns="92075" bIns="46038"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kumimoji="1" lang="en-US" altLang="zh-TW" sz="2800">
                <a:solidFill>
                  <a:schemeClr val="tx2"/>
                </a:solidFill>
                <a:latin typeface="Times New Roman" panose="02020603050405020304" pitchFamily="18" charset="0"/>
                <a:ea typeface="PMingLiU" panose="020B0604030504040204" pitchFamily="18" charset="-120"/>
              </a:rPr>
              <a:t>3</a:t>
            </a:r>
          </a:p>
        </p:txBody>
      </p:sp>
      <p:sp>
        <p:nvSpPr>
          <p:cNvPr id="49221" name="Line 187">
            <a:extLst>
              <a:ext uri="{FF2B5EF4-FFF2-40B4-BE49-F238E27FC236}">
                <a16:creationId xmlns:a16="http://schemas.microsoft.com/office/drawing/2014/main" id="{613595DC-249C-5B97-6D81-2E4366EFA8F0}"/>
              </a:ext>
            </a:extLst>
          </p:cNvPr>
          <p:cNvSpPr>
            <a:spLocks noChangeShapeType="1"/>
          </p:cNvSpPr>
          <p:nvPr/>
        </p:nvSpPr>
        <p:spPr bwMode="auto">
          <a:xfrm>
            <a:off x="7702550" y="1606550"/>
            <a:ext cx="0" cy="9144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222" name="Line 188">
            <a:extLst>
              <a:ext uri="{FF2B5EF4-FFF2-40B4-BE49-F238E27FC236}">
                <a16:creationId xmlns:a16="http://schemas.microsoft.com/office/drawing/2014/main" id="{E8998993-68AC-7ABC-B4AD-66BE9844F92A}"/>
              </a:ext>
            </a:extLst>
          </p:cNvPr>
          <p:cNvSpPr>
            <a:spLocks noChangeShapeType="1"/>
          </p:cNvSpPr>
          <p:nvPr/>
        </p:nvSpPr>
        <p:spPr bwMode="auto">
          <a:xfrm>
            <a:off x="7245350" y="2139950"/>
            <a:ext cx="914400" cy="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223" name="Line 189">
            <a:extLst>
              <a:ext uri="{FF2B5EF4-FFF2-40B4-BE49-F238E27FC236}">
                <a16:creationId xmlns:a16="http://schemas.microsoft.com/office/drawing/2014/main" id="{A30042AA-276F-66A3-BBE9-7DD5AA346C63}"/>
              </a:ext>
            </a:extLst>
          </p:cNvPr>
          <p:cNvSpPr>
            <a:spLocks noChangeShapeType="1"/>
          </p:cNvSpPr>
          <p:nvPr/>
        </p:nvSpPr>
        <p:spPr bwMode="auto">
          <a:xfrm flipH="1">
            <a:off x="7134225" y="1530350"/>
            <a:ext cx="407988" cy="43497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224" name="Line 190">
            <a:extLst>
              <a:ext uri="{FF2B5EF4-FFF2-40B4-BE49-F238E27FC236}">
                <a16:creationId xmlns:a16="http://schemas.microsoft.com/office/drawing/2014/main" id="{AC813F69-EF0E-F746-BEFB-C6649D05CEC1}"/>
              </a:ext>
            </a:extLst>
          </p:cNvPr>
          <p:cNvSpPr>
            <a:spLocks noChangeShapeType="1"/>
          </p:cNvSpPr>
          <p:nvPr/>
        </p:nvSpPr>
        <p:spPr bwMode="auto">
          <a:xfrm>
            <a:off x="7854950" y="1530350"/>
            <a:ext cx="422275" cy="43497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225" name="Line 191">
            <a:extLst>
              <a:ext uri="{FF2B5EF4-FFF2-40B4-BE49-F238E27FC236}">
                <a16:creationId xmlns:a16="http://schemas.microsoft.com/office/drawing/2014/main" id="{76CBD7BB-EAFF-A859-726D-B06313DD225E}"/>
              </a:ext>
            </a:extLst>
          </p:cNvPr>
          <p:cNvSpPr>
            <a:spLocks noChangeShapeType="1"/>
          </p:cNvSpPr>
          <p:nvPr/>
        </p:nvSpPr>
        <p:spPr bwMode="auto">
          <a:xfrm>
            <a:off x="7119938" y="2346325"/>
            <a:ext cx="354012" cy="312738"/>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226" name="Line 192">
            <a:extLst>
              <a:ext uri="{FF2B5EF4-FFF2-40B4-BE49-F238E27FC236}">
                <a16:creationId xmlns:a16="http://schemas.microsoft.com/office/drawing/2014/main" id="{33C69CCA-C1CA-0F24-BB33-8B1A33202ED5}"/>
              </a:ext>
            </a:extLst>
          </p:cNvPr>
          <p:cNvSpPr>
            <a:spLocks noChangeShapeType="1"/>
          </p:cNvSpPr>
          <p:nvPr/>
        </p:nvSpPr>
        <p:spPr bwMode="auto">
          <a:xfrm flipH="1">
            <a:off x="7908925" y="2319338"/>
            <a:ext cx="327025" cy="33972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227" name="Oval 193">
            <a:extLst>
              <a:ext uri="{FF2B5EF4-FFF2-40B4-BE49-F238E27FC236}">
                <a16:creationId xmlns:a16="http://schemas.microsoft.com/office/drawing/2014/main" id="{7C1D5491-2FDF-7011-0458-20E158EF95EE}"/>
              </a:ext>
            </a:extLst>
          </p:cNvPr>
          <p:cNvSpPr>
            <a:spLocks noChangeArrowheads="1"/>
          </p:cNvSpPr>
          <p:nvPr/>
        </p:nvSpPr>
        <p:spPr bwMode="auto">
          <a:xfrm>
            <a:off x="7466013" y="3822700"/>
            <a:ext cx="444500" cy="444500"/>
          </a:xfrm>
          <a:prstGeom prst="ellipse">
            <a:avLst/>
          </a:prstGeom>
          <a:solidFill>
            <a:schemeClr val="bg1"/>
          </a:solidFill>
          <a:ln w="12700">
            <a:solidFill>
              <a:schemeClr val="tx2"/>
            </a:solidFill>
            <a:round/>
            <a:headEnd/>
            <a:tailEnd/>
          </a:ln>
        </p:spPr>
        <p:txBody>
          <a:bodyPr wrap="none" lIns="92075" tIns="46038" rIns="92075" bIns="46038"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kumimoji="1" lang="en-US" altLang="zh-TW" sz="2800">
                <a:solidFill>
                  <a:schemeClr val="tx2"/>
                </a:solidFill>
                <a:latin typeface="Times New Roman" panose="02020603050405020304" pitchFamily="18" charset="0"/>
                <a:ea typeface="PMingLiU" panose="020B0604030504040204" pitchFamily="18" charset="-120"/>
              </a:rPr>
              <a:t>0</a:t>
            </a:r>
          </a:p>
        </p:txBody>
      </p:sp>
      <p:sp>
        <p:nvSpPr>
          <p:cNvPr id="49228" name="Oval 194">
            <a:extLst>
              <a:ext uri="{FF2B5EF4-FFF2-40B4-BE49-F238E27FC236}">
                <a16:creationId xmlns:a16="http://schemas.microsoft.com/office/drawing/2014/main" id="{4BB8CEB8-3637-9D1C-1635-A26347361471}"/>
              </a:ext>
            </a:extLst>
          </p:cNvPr>
          <p:cNvSpPr>
            <a:spLocks noChangeArrowheads="1"/>
          </p:cNvSpPr>
          <p:nvPr/>
        </p:nvSpPr>
        <p:spPr bwMode="auto">
          <a:xfrm>
            <a:off x="7464425" y="4926013"/>
            <a:ext cx="444500" cy="444500"/>
          </a:xfrm>
          <a:prstGeom prst="ellipse">
            <a:avLst/>
          </a:prstGeom>
          <a:solidFill>
            <a:schemeClr val="bg1"/>
          </a:solidFill>
          <a:ln w="12700">
            <a:solidFill>
              <a:schemeClr val="tx2"/>
            </a:solidFill>
            <a:round/>
            <a:headEnd/>
            <a:tailEnd/>
          </a:ln>
        </p:spPr>
        <p:txBody>
          <a:bodyPr wrap="none" lIns="92075" tIns="46038" rIns="92075" bIns="46038"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kumimoji="1" lang="en-US" altLang="zh-TW" sz="2800">
                <a:solidFill>
                  <a:schemeClr val="tx2"/>
                </a:solidFill>
                <a:latin typeface="Times New Roman" panose="02020603050405020304" pitchFamily="18" charset="0"/>
                <a:ea typeface="PMingLiU" panose="020B0604030504040204" pitchFamily="18" charset="-120"/>
              </a:rPr>
              <a:t>1</a:t>
            </a:r>
          </a:p>
        </p:txBody>
      </p:sp>
      <p:sp>
        <p:nvSpPr>
          <p:cNvPr id="49229" name="Oval 195">
            <a:extLst>
              <a:ext uri="{FF2B5EF4-FFF2-40B4-BE49-F238E27FC236}">
                <a16:creationId xmlns:a16="http://schemas.microsoft.com/office/drawing/2014/main" id="{5F3C8FF1-878E-1CD3-2F57-17D1919F26DD}"/>
              </a:ext>
            </a:extLst>
          </p:cNvPr>
          <p:cNvSpPr>
            <a:spLocks noChangeArrowheads="1"/>
          </p:cNvSpPr>
          <p:nvPr/>
        </p:nvSpPr>
        <p:spPr bwMode="auto">
          <a:xfrm>
            <a:off x="7480300" y="5945188"/>
            <a:ext cx="444500" cy="444500"/>
          </a:xfrm>
          <a:prstGeom prst="ellipse">
            <a:avLst/>
          </a:prstGeom>
          <a:solidFill>
            <a:schemeClr val="bg1"/>
          </a:solidFill>
          <a:ln w="12700">
            <a:solidFill>
              <a:schemeClr val="tx2"/>
            </a:solidFill>
            <a:round/>
            <a:headEnd/>
            <a:tailEnd/>
          </a:ln>
        </p:spPr>
        <p:txBody>
          <a:bodyPr wrap="none" lIns="92075" tIns="46038" rIns="92075" bIns="46038"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kumimoji="1" lang="en-US" altLang="zh-TW" sz="2800">
                <a:solidFill>
                  <a:schemeClr val="tx2"/>
                </a:solidFill>
                <a:latin typeface="Times New Roman" panose="02020603050405020304" pitchFamily="18" charset="0"/>
                <a:ea typeface="PMingLiU" panose="020B0604030504040204" pitchFamily="18" charset="-120"/>
              </a:rPr>
              <a:t>2</a:t>
            </a:r>
          </a:p>
        </p:txBody>
      </p:sp>
      <p:sp>
        <p:nvSpPr>
          <p:cNvPr id="49230" name="Line 196">
            <a:extLst>
              <a:ext uri="{FF2B5EF4-FFF2-40B4-BE49-F238E27FC236}">
                <a16:creationId xmlns:a16="http://schemas.microsoft.com/office/drawing/2014/main" id="{1B76A101-D44A-459C-CF50-7ACE34D770A1}"/>
              </a:ext>
            </a:extLst>
          </p:cNvPr>
          <p:cNvSpPr>
            <a:spLocks noChangeShapeType="1"/>
          </p:cNvSpPr>
          <p:nvPr/>
        </p:nvSpPr>
        <p:spPr bwMode="auto">
          <a:xfrm>
            <a:off x="7702550" y="5381625"/>
            <a:ext cx="0" cy="558800"/>
          </a:xfrm>
          <a:prstGeom prst="line">
            <a:avLst/>
          </a:prstGeom>
          <a:noFill/>
          <a:ln w="12700">
            <a:solidFill>
              <a:schemeClr val="tx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231" name="Line 197">
            <a:extLst>
              <a:ext uri="{FF2B5EF4-FFF2-40B4-BE49-F238E27FC236}">
                <a16:creationId xmlns:a16="http://schemas.microsoft.com/office/drawing/2014/main" id="{56889019-5620-0C9B-373F-ECDF9D98AFF1}"/>
              </a:ext>
            </a:extLst>
          </p:cNvPr>
          <p:cNvSpPr>
            <a:spLocks noChangeShapeType="1"/>
          </p:cNvSpPr>
          <p:nvPr/>
        </p:nvSpPr>
        <p:spPr bwMode="auto">
          <a:xfrm flipV="1">
            <a:off x="7880350" y="4211638"/>
            <a:ext cx="0" cy="720725"/>
          </a:xfrm>
          <a:prstGeom prst="line">
            <a:avLst/>
          </a:prstGeom>
          <a:noFill/>
          <a:ln w="12700">
            <a:solidFill>
              <a:schemeClr val="tx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9232" name="Line 198">
            <a:extLst>
              <a:ext uri="{FF2B5EF4-FFF2-40B4-BE49-F238E27FC236}">
                <a16:creationId xmlns:a16="http://schemas.microsoft.com/office/drawing/2014/main" id="{E02A1D83-9F2E-8002-C028-382B1781FB1C}"/>
              </a:ext>
            </a:extLst>
          </p:cNvPr>
          <p:cNvSpPr>
            <a:spLocks noChangeShapeType="1"/>
          </p:cNvSpPr>
          <p:nvPr/>
        </p:nvSpPr>
        <p:spPr bwMode="auto">
          <a:xfrm>
            <a:off x="7512050" y="4238625"/>
            <a:ext cx="0" cy="735013"/>
          </a:xfrm>
          <a:prstGeom prst="line">
            <a:avLst/>
          </a:prstGeom>
          <a:noFill/>
          <a:ln w="12700">
            <a:solidFill>
              <a:schemeClr val="tx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Content Placeholder 6">
            <a:extLst>
              <a:ext uri="{FF2B5EF4-FFF2-40B4-BE49-F238E27FC236}">
                <a16:creationId xmlns:a16="http://schemas.microsoft.com/office/drawing/2014/main" id="{4221F4FA-EB0D-0B8A-DE1E-73F307C5906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971800" y="1828800"/>
            <a:ext cx="5661025" cy="3276600"/>
          </a:xfrm>
        </p:spPr>
      </p:pic>
      <p:sp>
        <p:nvSpPr>
          <p:cNvPr id="5" name="Title 4">
            <a:extLst>
              <a:ext uri="{FF2B5EF4-FFF2-40B4-BE49-F238E27FC236}">
                <a16:creationId xmlns:a16="http://schemas.microsoft.com/office/drawing/2014/main" id="{0C4FC2EF-4925-A338-10D5-532B3B4A221B}"/>
              </a:ext>
            </a:extLst>
          </p:cNvPr>
          <p:cNvSpPr>
            <a:spLocks noGrp="1"/>
          </p:cNvSpPr>
          <p:nvPr>
            <p:ph type="title"/>
          </p:nvPr>
        </p:nvSpPr>
        <p:spPr/>
        <p:txBody>
          <a:bodyPr/>
          <a:lstStyle/>
          <a:p>
            <a:pPr>
              <a:defRPr/>
            </a:pPr>
            <a:r>
              <a:rPr lang="en-US" dirty="0"/>
              <a:t>Graph</a:t>
            </a:r>
          </a:p>
        </p:txBody>
      </p:sp>
      <p:sp>
        <p:nvSpPr>
          <p:cNvPr id="50180" name="Slide Number Placeholder 3">
            <a:extLst>
              <a:ext uri="{FF2B5EF4-FFF2-40B4-BE49-F238E27FC236}">
                <a16:creationId xmlns:a16="http://schemas.microsoft.com/office/drawing/2014/main" id="{0A8DB124-9063-4C16-A3B5-006DB4A769C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6294E99-FA13-4DEA-89A2-344E95E105DA}" type="slidenum">
              <a:rPr lang="en-US" altLang="en-US" sz="1000"/>
              <a:pPr/>
              <a:t>13</a:t>
            </a:fld>
            <a:endParaRPr lang="en-US" alt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Content Placeholder 6">
            <a:extLst>
              <a:ext uri="{FF2B5EF4-FFF2-40B4-BE49-F238E27FC236}">
                <a16:creationId xmlns:a16="http://schemas.microsoft.com/office/drawing/2014/main" id="{2DC8AA13-80B0-C052-5E7B-072D8D2D476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31825" y="2133600"/>
            <a:ext cx="10623550" cy="1752600"/>
          </a:xfrm>
        </p:spPr>
      </p:pic>
      <p:sp>
        <p:nvSpPr>
          <p:cNvPr id="3" name="Title 2">
            <a:extLst>
              <a:ext uri="{FF2B5EF4-FFF2-40B4-BE49-F238E27FC236}">
                <a16:creationId xmlns:a16="http://schemas.microsoft.com/office/drawing/2014/main" id="{6B30E449-73E8-AC18-E627-6C8D1817724B}"/>
              </a:ext>
            </a:extLst>
          </p:cNvPr>
          <p:cNvSpPr>
            <a:spLocks noGrp="1"/>
          </p:cNvSpPr>
          <p:nvPr>
            <p:ph type="title"/>
          </p:nvPr>
        </p:nvSpPr>
        <p:spPr/>
        <p:txBody>
          <a:bodyPr/>
          <a:lstStyle/>
          <a:p>
            <a:pPr>
              <a:defRPr/>
            </a:pPr>
            <a:r>
              <a:rPr lang="en-US" dirty="0"/>
              <a:t>Edge list</a:t>
            </a:r>
          </a:p>
        </p:txBody>
      </p:sp>
      <p:sp>
        <p:nvSpPr>
          <p:cNvPr id="51204" name="Slide Number Placeholder 5">
            <a:extLst>
              <a:ext uri="{FF2B5EF4-FFF2-40B4-BE49-F238E27FC236}">
                <a16:creationId xmlns:a16="http://schemas.microsoft.com/office/drawing/2014/main" id="{E7362958-F5CD-08E4-572C-841BA44FA2C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68A639F-C69D-4D9A-824F-4095A6448EAE}" type="slidenum">
              <a:rPr lang="en-US" altLang="en-US" sz="1000"/>
              <a:pPr/>
              <a:t>14</a:t>
            </a:fld>
            <a:endParaRPr lang="en-US" alt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Content Placeholder 6">
            <a:extLst>
              <a:ext uri="{FF2B5EF4-FFF2-40B4-BE49-F238E27FC236}">
                <a16:creationId xmlns:a16="http://schemas.microsoft.com/office/drawing/2014/main" id="{5299510A-2488-BB8F-7C88-50BD05329AF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352800" y="1600200"/>
            <a:ext cx="4640263" cy="4191000"/>
          </a:xfrm>
        </p:spPr>
      </p:pic>
      <p:sp>
        <p:nvSpPr>
          <p:cNvPr id="3" name="Title 2">
            <a:extLst>
              <a:ext uri="{FF2B5EF4-FFF2-40B4-BE49-F238E27FC236}">
                <a16:creationId xmlns:a16="http://schemas.microsoft.com/office/drawing/2014/main" id="{60CDDB6F-9237-77B4-2BFB-19BC0C6F9D5E}"/>
              </a:ext>
            </a:extLst>
          </p:cNvPr>
          <p:cNvSpPr>
            <a:spLocks noGrp="1"/>
          </p:cNvSpPr>
          <p:nvPr>
            <p:ph type="title"/>
          </p:nvPr>
        </p:nvSpPr>
        <p:spPr/>
        <p:txBody>
          <a:bodyPr/>
          <a:lstStyle/>
          <a:p>
            <a:pPr>
              <a:defRPr/>
            </a:pPr>
            <a:r>
              <a:rPr lang="en-US" dirty="0"/>
              <a:t>Adjacency matrix</a:t>
            </a:r>
          </a:p>
        </p:txBody>
      </p:sp>
      <p:sp>
        <p:nvSpPr>
          <p:cNvPr id="52228" name="Slide Number Placeholder 5">
            <a:extLst>
              <a:ext uri="{FF2B5EF4-FFF2-40B4-BE49-F238E27FC236}">
                <a16:creationId xmlns:a16="http://schemas.microsoft.com/office/drawing/2014/main" id="{E8039DFB-4FA8-0761-0475-BB53B75476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F84F45D-FF19-4FDD-BCBC-94EF9B196B60}" type="slidenum">
              <a:rPr lang="en-US" altLang="en-US" sz="1000"/>
              <a:pPr/>
              <a:t>15</a:t>
            </a:fld>
            <a:endParaRPr lang="en-US" alt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5CE875-66F2-E37D-0A6A-110594BDD9CC}"/>
              </a:ext>
            </a:extLst>
          </p:cNvPr>
          <p:cNvSpPr>
            <a:spLocks noGrp="1"/>
          </p:cNvSpPr>
          <p:nvPr>
            <p:ph type="title"/>
          </p:nvPr>
        </p:nvSpPr>
        <p:spPr/>
        <p:txBody>
          <a:bodyPr/>
          <a:lstStyle/>
          <a:p>
            <a:pPr>
              <a:defRPr/>
            </a:pPr>
            <a:r>
              <a:rPr lang="en-US" dirty="0"/>
              <a:t>Adjacency list</a:t>
            </a:r>
          </a:p>
        </p:txBody>
      </p:sp>
      <p:sp>
        <p:nvSpPr>
          <p:cNvPr id="53251" name="Slide Number Placeholder 5">
            <a:extLst>
              <a:ext uri="{FF2B5EF4-FFF2-40B4-BE49-F238E27FC236}">
                <a16:creationId xmlns:a16="http://schemas.microsoft.com/office/drawing/2014/main" id="{CE121762-BAF3-A344-A01C-074BDBE066D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F80E17A-D9D7-4C90-8D82-B762892270C9}" type="slidenum">
              <a:rPr lang="en-US" altLang="en-US" sz="1000"/>
              <a:pPr/>
              <a:t>16</a:t>
            </a:fld>
            <a:endParaRPr lang="en-US" altLang="en-US" sz="1000"/>
          </a:p>
        </p:txBody>
      </p:sp>
      <p:pic>
        <p:nvPicPr>
          <p:cNvPr id="53252" name="Content Placeholder 6">
            <a:extLst>
              <a:ext uri="{FF2B5EF4-FFF2-40B4-BE49-F238E27FC236}">
                <a16:creationId xmlns:a16="http://schemas.microsoft.com/office/drawing/2014/main" id="{294D2414-05C6-51C8-5C23-0E07165EB1C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657600" y="1752600"/>
            <a:ext cx="3886200" cy="4402138"/>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363D95-0932-9FB9-6EE9-74841F0D35BE}"/>
              </a:ext>
            </a:extLst>
          </p:cNvPr>
          <p:cNvSpPr>
            <a:spLocks noGrp="1"/>
          </p:cNvSpPr>
          <p:nvPr>
            <p:ph type="title"/>
          </p:nvPr>
        </p:nvSpPr>
        <p:spPr/>
        <p:txBody>
          <a:bodyPr/>
          <a:lstStyle/>
          <a:p>
            <a:pPr>
              <a:defRPr/>
            </a:pPr>
            <a:r>
              <a:rPr lang="en-US" dirty="0"/>
              <a:t>Drawbacks of adjacency matrix</a:t>
            </a:r>
          </a:p>
        </p:txBody>
      </p:sp>
      <p:sp>
        <p:nvSpPr>
          <p:cNvPr id="54275" name="Slide Number Placeholder 3">
            <a:extLst>
              <a:ext uri="{FF2B5EF4-FFF2-40B4-BE49-F238E27FC236}">
                <a16:creationId xmlns:a16="http://schemas.microsoft.com/office/drawing/2014/main" id="{4583F607-3C13-050A-7CA6-96A6AD88157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6251B55-9F6B-4086-B242-8E688411B40F}" type="slidenum">
              <a:rPr lang="en-US" altLang="en-US" sz="1000"/>
              <a:pPr/>
              <a:t>17</a:t>
            </a:fld>
            <a:endParaRPr lang="en-US" altLang="en-US" sz="1000"/>
          </a:p>
        </p:txBody>
      </p:sp>
      <p:sp>
        <p:nvSpPr>
          <p:cNvPr id="54276" name="Content Placeholder 7">
            <a:extLst>
              <a:ext uri="{FF2B5EF4-FFF2-40B4-BE49-F238E27FC236}">
                <a16:creationId xmlns:a16="http://schemas.microsoft.com/office/drawing/2014/main" id="{03E371F2-21E0-7A0F-C9E4-06C34A9528CC}"/>
              </a:ext>
            </a:extLst>
          </p:cNvPr>
          <p:cNvSpPr>
            <a:spLocks noGrp="1"/>
          </p:cNvSpPr>
          <p:nvPr>
            <p:ph idx="1"/>
          </p:nvPr>
        </p:nvSpPr>
        <p:spPr/>
        <p:txBody>
          <a:bodyPr>
            <a:normAutofit lnSpcReduction="10000"/>
          </a:bodyPr>
          <a:lstStyle/>
          <a:p>
            <a:r>
              <a:rPr lang="en-US" altLang="en-US" sz="2800" dirty="0"/>
              <a:t>Memory is a huge problem. No matter how many edges are there, we will always need N * N sized matrix where N is the number of nodes. If there are 10000 nodes, the matrix size will be 4 * 10000 * 10000 around 381 megabytes. This is a huge waste of memory if we consider graphs that have a few edges.</a:t>
            </a:r>
          </a:p>
          <a:p>
            <a:r>
              <a:rPr lang="en-US" altLang="en-US" sz="2800" dirty="0"/>
              <a:t>Suppose we want to find out to which node we can go from a node </a:t>
            </a:r>
            <a:r>
              <a:rPr lang="en-US" altLang="en-US" sz="2800" b="1" dirty="0"/>
              <a:t>u</a:t>
            </a:r>
            <a:r>
              <a:rPr lang="en-US" altLang="en-US" sz="2800" dirty="0"/>
              <a:t>. We'll need to check the whole row of </a:t>
            </a:r>
            <a:r>
              <a:rPr lang="en-US" altLang="en-US" sz="2800" b="1" dirty="0"/>
              <a:t>u</a:t>
            </a:r>
            <a:r>
              <a:rPr lang="en-US" altLang="en-US" sz="2800" dirty="0"/>
              <a:t>, which costs a lot of time.</a:t>
            </a:r>
          </a:p>
          <a:p>
            <a:r>
              <a:rPr lang="en-US" altLang="en-US" sz="2800" dirty="0"/>
              <a:t>The only benefit is that, we can easily find the connection between </a:t>
            </a:r>
            <a:r>
              <a:rPr lang="en-US" altLang="en-US" sz="2800" b="1" dirty="0"/>
              <a:t>u-v</a:t>
            </a:r>
            <a:r>
              <a:rPr lang="en-US" altLang="en-US" sz="2800" dirty="0"/>
              <a:t> nodes, and their cost using Adjacency Matrix.</a:t>
            </a:r>
          </a:p>
          <a:p>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1">
            <a:extLst>
              <a:ext uri="{FF2B5EF4-FFF2-40B4-BE49-F238E27FC236}">
                <a16:creationId xmlns:a16="http://schemas.microsoft.com/office/drawing/2014/main" id="{A70E0D5A-4B96-9A2B-2046-F4DC11DA99F5}"/>
              </a:ext>
            </a:extLst>
          </p:cNvPr>
          <p:cNvSpPr>
            <a:spLocks noGrp="1"/>
          </p:cNvSpPr>
          <p:nvPr>
            <p:ph idx="1"/>
          </p:nvPr>
        </p:nvSpPr>
        <p:spPr/>
        <p:txBody>
          <a:bodyPr>
            <a:normAutofit/>
          </a:bodyPr>
          <a:lstStyle/>
          <a:p>
            <a:r>
              <a:rPr lang="en-US" altLang="en-US" sz="3200" dirty="0"/>
              <a:t>Adjacency matrix                                O(n^2)</a:t>
            </a:r>
          </a:p>
          <a:p>
            <a:r>
              <a:rPr lang="en-US" altLang="en-US" sz="3200" dirty="0"/>
              <a:t>Adjacency list                                      O(</a:t>
            </a:r>
            <a:r>
              <a:rPr lang="en-US" altLang="en-US" sz="3200" dirty="0" err="1"/>
              <a:t>m+n</a:t>
            </a:r>
            <a:r>
              <a:rPr lang="en-US" altLang="en-US" sz="3200" dirty="0"/>
              <a:t>) where m is the total number of edges and n is the total number of nodes.</a:t>
            </a:r>
          </a:p>
        </p:txBody>
      </p:sp>
      <p:sp>
        <p:nvSpPr>
          <p:cNvPr id="3" name="Title 2">
            <a:extLst>
              <a:ext uri="{FF2B5EF4-FFF2-40B4-BE49-F238E27FC236}">
                <a16:creationId xmlns:a16="http://schemas.microsoft.com/office/drawing/2014/main" id="{798750D4-10BD-858E-BEB2-FF8CB4A991CC}"/>
              </a:ext>
            </a:extLst>
          </p:cNvPr>
          <p:cNvSpPr>
            <a:spLocks noGrp="1"/>
          </p:cNvSpPr>
          <p:nvPr>
            <p:ph type="title"/>
          </p:nvPr>
        </p:nvSpPr>
        <p:spPr/>
        <p:txBody>
          <a:bodyPr/>
          <a:lstStyle/>
          <a:p>
            <a:pPr>
              <a:defRPr/>
            </a:pPr>
            <a:r>
              <a:rPr lang="en-US" dirty="0"/>
              <a:t>Time complexity</a:t>
            </a:r>
          </a:p>
        </p:txBody>
      </p:sp>
      <p:sp>
        <p:nvSpPr>
          <p:cNvPr id="55300" name="Slide Number Placeholder 5">
            <a:extLst>
              <a:ext uri="{FF2B5EF4-FFF2-40B4-BE49-F238E27FC236}">
                <a16:creationId xmlns:a16="http://schemas.microsoft.com/office/drawing/2014/main" id="{723AD184-45B1-B36B-F14B-3B51341C89B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5A1CCE3-4D10-4B4A-A531-86277ECE1516}" type="slidenum">
              <a:rPr lang="en-US" altLang="en-US" sz="1000"/>
              <a:pPr/>
              <a:t>18</a:t>
            </a:fld>
            <a:endParaRPr lang="en-US" altLang="en-US"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GB" sz="4000" b="1" spc="-5" dirty="0">
                <a:solidFill>
                  <a:schemeClr val="tx1">
                    <a:lumMod val="65000"/>
                    <a:lumOff val="35000"/>
                  </a:schemeClr>
                </a:solidFill>
              </a:rPr>
              <a:t>Graph Traversing</a:t>
            </a:r>
            <a:endParaRPr lang="en-US" sz="4000" b="1" spc="-10" dirty="0">
              <a:solidFill>
                <a:schemeClr val="tx1">
                  <a:lumMod val="65000"/>
                  <a:lumOff val="35000"/>
                </a:schemeClr>
              </a:solidFill>
            </a:endParaRPr>
          </a:p>
        </p:txBody>
      </p:sp>
      <p:sp>
        <p:nvSpPr>
          <p:cNvPr id="30" name="Rectangle 3">
            <a:extLst>
              <a:ext uri="{FF2B5EF4-FFF2-40B4-BE49-F238E27FC236}">
                <a16:creationId xmlns:a16="http://schemas.microsoft.com/office/drawing/2014/main" id="{EEEE7672-1E9D-4717-9E9B-6480FB1331E5}"/>
              </a:ext>
            </a:extLst>
          </p:cNvPr>
          <p:cNvSpPr>
            <a:spLocks noGrp="1" noChangeArrowheads="1"/>
          </p:cNvSpPr>
          <p:nvPr>
            <p:ph idx="1"/>
          </p:nvPr>
        </p:nvSpPr>
        <p:spPr>
          <a:xfrm>
            <a:off x="1318630" y="1925619"/>
            <a:ext cx="9654170" cy="4475181"/>
          </a:xfrm>
        </p:spPr>
        <p:txBody>
          <a:bodyPr>
            <a:normAutofit/>
          </a:bodyPr>
          <a:lstStyle/>
          <a:p>
            <a:pPr marL="0" indent="0">
              <a:buNone/>
              <a:defRPr/>
            </a:pPr>
            <a:r>
              <a:rPr lang="en-US" sz="2800" dirty="0"/>
              <a:t>A traversal (search):</a:t>
            </a:r>
          </a:p>
          <a:p>
            <a:pPr marL="746125" indent="0">
              <a:buNone/>
              <a:defRPr/>
            </a:pPr>
            <a:r>
              <a:rPr lang="en-US" sz="2800" dirty="0"/>
              <a:t>An algorithm for systematically exploring a graph</a:t>
            </a:r>
          </a:p>
          <a:p>
            <a:pPr marL="746125" indent="0">
              <a:buNone/>
              <a:defRPr/>
            </a:pPr>
            <a:r>
              <a:rPr lang="en-US" sz="2800" dirty="0"/>
              <a:t>Visiting (all) vertices </a:t>
            </a:r>
          </a:p>
          <a:p>
            <a:pPr marL="746125" indent="0">
              <a:buNone/>
              <a:defRPr/>
            </a:pPr>
            <a:r>
              <a:rPr lang="en-US" sz="2800" dirty="0"/>
              <a:t>Until finding a goal vertex or until no more vertices</a:t>
            </a:r>
          </a:p>
          <a:p>
            <a:pPr marL="746125" indent="0">
              <a:buNone/>
              <a:defRPr/>
            </a:pPr>
            <a:r>
              <a:rPr lang="en-US" sz="2800" b="1" dirty="0"/>
              <a:t>Only for connected graphs</a:t>
            </a:r>
          </a:p>
          <a:p>
            <a:pPr marL="0" indent="0">
              <a:buNone/>
              <a:defRPr/>
            </a:pPr>
            <a:r>
              <a:rPr lang="en-US" sz="2800" dirty="0"/>
              <a:t>Given: a graph G = (V, E), directed or undirected</a:t>
            </a:r>
          </a:p>
          <a:p>
            <a:pPr marL="0" indent="0">
              <a:buNone/>
              <a:defRPr/>
            </a:pPr>
            <a:r>
              <a:rPr lang="en-US" sz="2800" dirty="0"/>
              <a:t>Goal: methodically explore every vertex and every edge</a:t>
            </a:r>
          </a:p>
          <a:p>
            <a:pPr marL="0" indent="0">
              <a:buNone/>
              <a:defRPr/>
            </a:pPr>
            <a:endParaRPr lang="en-US" sz="2800" dirty="0"/>
          </a:p>
        </p:txBody>
      </p:sp>
    </p:spTree>
    <p:extLst>
      <p:ext uri="{BB962C8B-B14F-4D97-AF65-F5344CB8AC3E}">
        <p14:creationId xmlns:p14="http://schemas.microsoft.com/office/powerpoint/2010/main" val="1765381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GB" sz="4000" b="1" spc="-5" dirty="0">
                <a:solidFill>
                  <a:schemeClr val="tx1">
                    <a:lumMod val="65000"/>
                    <a:lumOff val="35000"/>
                  </a:schemeClr>
                </a:solidFill>
              </a:rPr>
              <a:t>Graph Traversing Methods</a:t>
            </a:r>
            <a:endParaRPr lang="en-US" sz="4000" b="1" spc="-10" dirty="0">
              <a:solidFill>
                <a:schemeClr val="tx1">
                  <a:lumMod val="65000"/>
                  <a:lumOff val="35000"/>
                </a:schemeClr>
              </a:solidFill>
            </a:endParaRPr>
          </a:p>
        </p:txBody>
      </p:sp>
      <p:sp>
        <p:nvSpPr>
          <p:cNvPr id="13" name="Espace réservé du contenu 2">
            <a:extLst>
              <a:ext uri="{FF2B5EF4-FFF2-40B4-BE49-F238E27FC236}">
                <a16:creationId xmlns:a16="http://schemas.microsoft.com/office/drawing/2014/main" id="{90717B78-DBDA-4E8A-B790-C35A35745579}"/>
              </a:ext>
            </a:extLst>
          </p:cNvPr>
          <p:cNvSpPr>
            <a:spLocks noGrp="1"/>
          </p:cNvSpPr>
          <p:nvPr>
            <p:ph idx="1"/>
          </p:nvPr>
        </p:nvSpPr>
        <p:spPr>
          <a:xfrm>
            <a:off x="1246324" y="2304228"/>
            <a:ext cx="9670366" cy="4248972"/>
          </a:xfrm>
        </p:spPr>
        <p:txBody>
          <a:bodyPr/>
          <a:lstStyle/>
          <a:p>
            <a:pPr>
              <a:defRPr/>
            </a:pPr>
            <a:r>
              <a:rPr lang="en-US" sz="2400" b="1" dirty="0"/>
              <a:t>Breadth-First Search (BFS)</a:t>
            </a:r>
          </a:p>
          <a:p>
            <a:pPr lvl="1">
              <a:defRPr/>
            </a:pPr>
            <a:r>
              <a:rPr lang="en-US" sz="2800" dirty="0"/>
              <a:t>Expand the shallowest unexpanded (unmarked) node.</a:t>
            </a:r>
          </a:p>
          <a:p>
            <a:pPr lvl="1">
              <a:defRPr/>
            </a:pPr>
            <a:r>
              <a:rPr lang="en-US" sz="2800" dirty="0"/>
              <a:t>Implementation: queue</a:t>
            </a:r>
            <a:endParaRPr lang="en-US" sz="2000" dirty="0"/>
          </a:p>
          <a:p>
            <a:pPr>
              <a:defRPr/>
            </a:pPr>
            <a:r>
              <a:rPr lang="en-US" sz="2400" b="1" dirty="0"/>
              <a:t>Depth-First Search (DFS)</a:t>
            </a:r>
          </a:p>
          <a:p>
            <a:pPr lvl="1">
              <a:defRPr/>
            </a:pPr>
            <a:r>
              <a:rPr lang="en-US" sz="3200" dirty="0"/>
              <a:t>Expand the deepest unexpanded (unmarked) node.</a:t>
            </a:r>
          </a:p>
          <a:p>
            <a:pPr lvl="1">
              <a:defRPr/>
            </a:pPr>
            <a:r>
              <a:rPr lang="en-US" sz="3200" dirty="0"/>
              <a:t>Implementation: stack or recursion.</a:t>
            </a:r>
          </a:p>
        </p:txBody>
      </p:sp>
    </p:spTree>
    <p:extLst>
      <p:ext uri="{BB962C8B-B14F-4D97-AF65-F5344CB8AC3E}">
        <p14:creationId xmlns:p14="http://schemas.microsoft.com/office/powerpoint/2010/main" val="523098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GB" sz="4000" b="1" spc="-5" dirty="0">
                <a:solidFill>
                  <a:schemeClr val="tx1">
                    <a:lumMod val="65000"/>
                    <a:lumOff val="35000"/>
                  </a:schemeClr>
                </a:solidFill>
              </a:rPr>
              <a:t>Breadth-First Search (BFS)</a:t>
            </a:r>
            <a:endParaRPr lang="en-US" sz="4000" b="1" spc="-10" dirty="0">
              <a:solidFill>
                <a:schemeClr val="tx1">
                  <a:lumMod val="65000"/>
                  <a:lumOff val="35000"/>
                </a:schemeClr>
              </a:solidFill>
            </a:endParaRPr>
          </a:p>
        </p:txBody>
      </p:sp>
      <p:sp>
        <p:nvSpPr>
          <p:cNvPr id="14" name="Rectangle 3">
            <a:extLst>
              <a:ext uri="{FF2B5EF4-FFF2-40B4-BE49-F238E27FC236}">
                <a16:creationId xmlns:a16="http://schemas.microsoft.com/office/drawing/2014/main" id="{74638F07-74F6-4C99-B5A5-D56478BAC6E1}"/>
              </a:ext>
            </a:extLst>
          </p:cNvPr>
          <p:cNvSpPr>
            <a:spLocks noGrp="1" noChangeArrowheads="1"/>
          </p:cNvSpPr>
          <p:nvPr>
            <p:ph idx="1"/>
          </p:nvPr>
        </p:nvSpPr>
        <p:spPr>
          <a:xfrm>
            <a:off x="1158820" y="1832650"/>
            <a:ext cx="9864069" cy="4557392"/>
          </a:xfrm>
        </p:spPr>
        <p:txBody>
          <a:bodyPr>
            <a:normAutofit/>
          </a:bodyPr>
          <a:lstStyle/>
          <a:p>
            <a:pPr marL="0" indent="0">
              <a:buNone/>
            </a:pPr>
            <a:r>
              <a:rPr lang="en-US" sz="2400" dirty="0"/>
              <a:t>BFS is a graph traversal technique in which we traverse all the nodes in a breadth-wise motion. </a:t>
            </a:r>
          </a:p>
          <a:p>
            <a:pPr marL="0" indent="0">
              <a:buNone/>
            </a:pPr>
            <a:r>
              <a:rPr lang="en-US" sz="2400" dirty="0"/>
              <a:t>Traverse one level at a time and then jump to the next level.</a:t>
            </a:r>
          </a:p>
          <a:p>
            <a:pPr marL="0" indent="0">
              <a:buNone/>
            </a:pPr>
            <a:r>
              <a:rPr lang="en-US" sz="2400" dirty="0"/>
              <a:t>In a graph, the traversal can start from any node and cover all the nodes level-wise. </a:t>
            </a:r>
          </a:p>
          <a:p>
            <a:pPr marL="0" indent="0">
              <a:buNone/>
            </a:pPr>
            <a:r>
              <a:rPr lang="en-US" sz="2400" b="1" dirty="0">
                <a:solidFill>
                  <a:srgbClr val="FF0000"/>
                </a:solidFill>
              </a:rPr>
              <a:t>In BFS the queue data structure is used for implementation. </a:t>
            </a:r>
          </a:p>
          <a:p>
            <a:pPr marL="0" indent="0">
              <a:buNone/>
            </a:pPr>
            <a:r>
              <a:rPr lang="en-US" sz="2400" dirty="0"/>
              <a:t>In BFS, we always reach the final goal state (which was not always the case for DFS).</a:t>
            </a:r>
          </a:p>
          <a:p>
            <a:pPr marL="0" indent="0">
              <a:buNone/>
            </a:pPr>
            <a:endParaRPr lang="en-US" sz="2400" dirty="0"/>
          </a:p>
        </p:txBody>
      </p:sp>
    </p:spTree>
    <p:extLst>
      <p:ext uri="{BB962C8B-B14F-4D97-AF65-F5344CB8AC3E}">
        <p14:creationId xmlns:p14="http://schemas.microsoft.com/office/powerpoint/2010/main" val="1904587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a:extLst>
              <a:ext uri="{FF2B5EF4-FFF2-40B4-BE49-F238E27FC236}">
                <a16:creationId xmlns:a16="http://schemas.microsoft.com/office/drawing/2014/main" id="{85CECEFB-189C-4E4D-BB2E-5B553AE6FE11}"/>
              </a:ext>
            </a:extLst>
          </p:cNvPr>
          <p:cNvSpPr>
            <a:spLocks noGrp="1" noChangeArrowheads="1"/>
          </p:cNvSpPr>
          <p:nvPr>
            <p:ph type="title"/>
          </p:nvPr>
        </p:nvSpPr>
        <p:spPr>
          <a:xfrm>
            <a:off x="1301489" y="498756"/>
            <a:ext cx="7750175" cy="792162"/>
          </a:xfrm>
        </p:spPr>
        <p:txBody>
          <a:bodyPr/>
          <a:lstStyle/>
          <a:p>
            <a:pPr>
              <a:defRPr/>
            </a:pPr>
            <a:r>
              <a:rPr lang="en-US" dirty="0"/>
              <a:t>The general BFS algorithm</a:t>
            </a:r>
          </a:p>
        </p:txBody>
      </p:sp>
      <p:sp>
        <p:nvSpPr>
          <p:cNvPr id="65539" name="Rectangle 3">
            <a:extLst>
              <a:ext uri="{FF2B5EF4-FFF2-40B4-BE49-F238E27FC236}">
                <a16:creationId xmlns:a16="http://schemas.microsoft.com/office/drawing/2014/main" id="{EA2A1745-D2A4-4131-814E-756034FC2152}"/>
              </a:ext>
            </a:extLst>
          </p:cNvPr>
          <p:cNvSpPr>
            <a:spLocks noGrp="1"/>
          </p:cNvSpPr>
          <p:nvPr>
            <p:ph type="body" idx="1"/>
          </p:nvPr>
        </p:nvSpPr>
        <p:spPr>
          <a:xfrm>
            <a:off x="1524000" y="1882587"/>
            <a:ext cx="9144000" cy="4642037"/>
          </a:xfrm>
        </p:spPr>
        <p:txBody>
          <a:bodyPr>
            <a:normAutofit/>
          </a:bodyPr>
          <a:lstStyle/>
          <a:p>
            <a:r>
              <a:rPr lang="en-US" altLang="en-US" sz="2800" dirty="0"/>
              <a:t>Each vertex can be in one of three states:</a:t>
            </a:r>
          </a:p>
          <a:p>
            <a:pPr lvl="1"/>
            <a:r>
              <a:rPr lang="en-US" altLang="en-US" sz="2400" dirty="0"/>
              <a:t>Unmarked and not on queue</a:t>
            </a:r>
          </a:p>
          <a:p>
            <a:pPr lvl="1"/>
            <a:r>
              <a:rPr lang="en-US" altLang="en-US" sz="2400" dirty="0"/>
              <a:t>Marked and on queue</a:t>
            </a:r>
          </a:p>
          <a:p>
            <a:pPr lvl="1"/>
            <a:r>
              <a:rPr lang="en-US" altLang="en-US" sz="2400" dirty="0"/>
              <a:t>Marked and off queue</a:t>
            </a:r>
          </a:p>
          <a:p>
            <a:r>
              <a:rPr lang="en-US" altLang="en-US" sz="2800" dirty="0"/>
              <a:t>The algorithm moves vertices between these states</a:t>
            </a:r>
          </a:p>
          <a:p>
            <a:r>
              <a:rPr lang="en-US" sz="2800" dirty="0"/>
              <a:t>The purpose of the algorithm is to mark each vertex as visited while avoiding cycles.</a:t>
            </a:r>
          </a:p>
          <a:p>
            <a:endParaRPr lang="en-US" altLang="en-US" sz="2800" dirty="0"/>
          </a:p>
        </p:txBody>
      </p:sp>
    </p:spTree>
    <p:extLst>
      <p:ext uri="{BB962C8B-B14F-4D97-AF65-F5344CB8AC3E}">
        <p14:creationId xmlns:p14="http://schemas.microsoft.com/office/powerpoint/2010/main" val="3714378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a:extLst>
              <a:ext uri="{FF2B5EF4-FFF2-40B4-BE49-F238E27FC236}">
                <a16:creationId xmlns:a16="http://schemas.microsoft.com/office/drawing/2014/main" id="{7F4D1F8B-B101-4CDB-ABF3-DF581CE8F1A0}"/>
              </a:ext>
            </a:extLst>
          </p:cNvPr>
          <p:cNvSpPr>
            <a:spLocks noGrp="1" noChangeArrowheads="1"/>
          </p:cNvSpPr>
          <p:nvPr>
            <p:ph type="title"/>
          </p:nvPr>
        </p:nvSpPr>
        <p:spPr>
          <a:xfrm>
            <a:off x="1981200" y="320676"/>
            <a:ext cx="7239000" cy="669925"/>
          </a:xfrm>
        </p:spPr>
        <p:txBody>
          <a:bodyPr>
            <a:normAutofit fontScale="90000"/>
          </a:bodyPr>
          <a:lstStyle/>
          <a:p>
            <a:pPr>
              <a:defRPr/>
            </a:pPr>
            <a:r>
              <a:rPr lang="en-US" b="1" dirty="0"/>
              <a:t>Handling vertices</a:t>
            </a:r>
          </a:p>
        </p:txBody>
      </p:sp>
      <p:sp>
        <p:nvSpPr>
          <p:cNvPr id="66563" name="Rectangle 3">
            <a:extLst>
              <a:ext uri="{FF2B5EF4-FFF2-40B4-BE49-F238E27FC236}">
                <a16:creationId xmlns:a16="http://schemas.microsoft.com/office/drawing/2014/main" id="{2BE0F810-07B9-4083-B45C-6A43994CFF28}"/>
              </a:ext>
            </a:extLst>
          </p:cNvPr>
          <p:cNvSpPr>
            <a:spLocks noGrp="1"/>
          </p:cNvSpPr>
          <p:nvPr>
            <p:ph type="body" idx="1"/>
          </p:nvPr>
        </p:nvSpPr>
        <p:spPr>
          <a:xfrm>
            <a:off x="1703388" y="1719263"/>
            <a:ext cx="8964612" cy="4411662"/>
          </a:xfrm>
        </p:spPr>
        <p:txBody>
          <a:bodyPr/>
          <a:lstStyle/>
          <a:p>
            <a:r>
              <a:rPr lang="en-US" altLang="en-US" sz="2800" dirty="0"/>
              <a:t>Unmarked and not on queue:</a:t>
            </a:r>
          </a:p>
          <a:p>
            <a:pPr lvl="1"/>
            <a:r>
              <a:rPr lang="en-US" altLang="en-US" sz="2400" dirty="0"/>
              <a:t>Not reached yet</a:t>
            </a:r>
          </a:p>
          <a:p>
            <a:r>
              <a:rPr lang="en-US" altLang="en-US" sz="2800" dirty="0"/>
              <a:t>Marked and on queue:</a:t>
            </a:r>
          </a:p>
          <a:p>
            <a:pPr lvl="1"/>
            <a:r>
              <a:rPr lang="en-US" altLang="en-US" sz="2400" dirty="0"/>
              <a:t>Known, but adjacent vertices not visited yet (possibly)</a:t>
            </a:r>
          </a:p>
          <a:p>
            <a:r>
              <a:rPr lang="en-US" altLang="en-US" sz="2800" dirty="0"/>
              <a:t>Marked and off queue:</a:t>
            </a:r>
          </a:p>
          <a:p>
            <a:pPr lvl="1"/>
            <a:r>
              <a:rPr lang="en-US" altLang="en-US" sz="2400" dirty="0"/>
              <a:t>Known, all adjacent vertices on queue or done with</a:t>
            </a:r>
          </a:p>
          <a:p>
            <a:endParaRPr lang="en-US" altLang="en-US" dirty="0"/>
          </a:p>
        </p:txBody>
      </p:sp>
    </p:spTree>
    <p:extLst>
      <p:ext uri="{BB962C8B-B14F-4D97-AF65-F5344CB8AC3E}">
        <p14:creationId xmlns:p14="http://schemas.microsoft.com/office/powerpoint/2010/main" val="2092148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GB" sz="4000" b="1" spc="-5" dirty="0">
                <a:solidFill>
                  <a:schemeClr val="tx1"/>
                </a:solidFill>
              </a:rPr>
              <a:t>Breadth-First Search</a:t>
            </a:r>
            <a:endParaRPr lang="en-US" sz="4000" b="1" spc="-10" dirty="0">
              <a:solidFill>
                <a:schemeClr val="tx1"/>
              </a:solidFill>
            </a:endParaRPr>
          </a:p>
        </p:txBody>
      </p:sp>
      <p:sp>
        <p:nvSpPr>
          <p:cNvPr id="13" name="Rectangle 2">
            <a:extLst>
              <a:ext uri="{FF2B5EF4-FFF2-40B4-BE49-F238E27FC236}">
                <a16:creationId xmlns:a16="http://schemas.microsoft.com/office/drawing/2014/main" id="{EDE06581-BCBD-4733-B8F9-773EC145F1DC}"/>
              </a:ext>
            </a:extLst>
          </p:cNvPr>
          <p:cNvSpPr>
            <a:spLocks noGrp="1" noChangeArrowheads="1"/>
          </p:cNvSpPr>
          <p:nvPr>
            <p:ph idx="1"/>
          </p:nvPr>
        </p:nvSpPr>
        <p:spPr>
          <a:xfrm>
            <a:off x="1222775" y="2241440"/>
            <a:ext cx="9750025" cy="4351338"/>
          </a:xfrm>
        </p:spPr>
        <p:txBody>
          <a:bodyPr/>
          <a:lstStyle/>
          <a:p>
            <a:pPr marL="0" indent="0">
              <a:buNone/>
              <a:defRPr/>
            </a:pPr>
            <a:r>
              <a:rPr lang="en-US" sz="2800" i="1" dirty="0"/>
              <a:t>create a queue Q</a:t>
            </a:r>
          </a:p>
          <a:p>
            <a:pPr marL="0" indent="0">
              <a:buNone/>
              <a:defRPr/>
            </a:pPr>
            <a:r>
              <a:rPr lang="en-US" sz="2800" i="1" dirty="0"/>
              <a:t>mark v as visited and put v into Q </a:t>
            </a:r>
          </a:p>
          <a:p>
            <a:pPr marL="0" indent="0">
              <a:buNone/>
              <a:defRPr/>
            </a:pPr>
            <a:r>
              <a:rPr lang="en-US" sz="2800" i="1" dirty="0"/>
              <a:t>while Q is non-empty</a:t>
            </a:r>
          </a:p>
          <a:p>
            <a:pPr marL="0" indent="0">
              <a:buNone/>
              <a:defRPr/>
            </a:pPr>
            <a:r>
              <a:rPr lang="en-US" sz="2800" i="1" dirty="0"/>
              <a:t>	remove the head u of Q</a:t>
            </a:r>
          </a:p>
          <a:p>
            <a:pPr marL="0" indent="0">
              <a:buNone/>
              <a:defRPr/>
            </a:pPr>
            <a:r>
              <a:rPr lang="en-US" sz="2800" i="1" dirty="0"/>
              <a:t>	mark and enqueue all (unvisited) neighbors of u</a:t>
            </a:r>
          </a:p>
        </p:txBody>
      </p:sp>
    </p:spTree>
    <p:extLst>
      <p:ext uri="{BB962C8B-B14F-4D97-AF65-F5344CB8AC3E}">
        <p14:creationId xmlns:p14="http://schemas.microsoft.com/office/powerpoint/2010/main" val="3503558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a:extLst>
              <a:ext uri="{FF2B5EF4-FFF2-40B4-BE49-F238E27FC236}">
                <a16:creationId xmlns:a16="http://schemas.microsoft.com/office/drawing/2014/main" id="{72053BCF-34B0-4A1E-8EB2-158EB67FF1D4}"/>
              </a:ext>
            </a:extLst>
          </p:cNvPr>
          <p:cNvSpPr>
            <a:spLocks noGrp="1" noChangeArrowheads="1"/>
          </p:cNvSpPr>
          <p:nvPr>
            <p:ph type="title"/>
          </p:nvPr>
        </p:nvSpPr>
        <p:spPr>
          <a:xfrm>
            <a:off x="1217407" y="826286"/>
            <a:ext cx="7239000" cy="593725"/>
          </a:xfrm>
        </p:spPr>
        <p:txBody>
          <a:bodyPr>
            <a:normAutofit fontScale="90000"/>
          </a:bodyPr>
          <a:lstStyle/>
          <a:p>
            <a:pPr>
              <a:defRPr/>
            </a:pPr>
            <a:r>
              <a:rPr lang="en-US" dirty="0"/>
              <a:t>Breadth-first search</a:t>
            </a:r>
          </a:p>
        </p:txBody>
      </p:sp>
      <p:sp>
        <p:nvSpPr>
          <p:cNvPr id="57347" name="Rectangle 3">
            <a:extLst>
              <a:ext uri="{FF2B5EF4-FFF2-40B4-BE49-F238E27FC236}">
                <a16:creationId xmlns:a16="http://schemas.microsoft.com/office/drawing/2014/main" id="{56B95770-C370-4D11-842D-72650D25A67B}"/>
              </a:ext>
            </a:extLst>
          </p:cNvPr>
          <p:cNvSpPr>
            <a:spLocks noGrp="1"/>
          </p:cNvSpPr>
          <p:nvPr>
            <p:ph type="body" idx="1"/>
          </p:nvPr>
        </p:nvSpPr>
        <p:spPr>
          <a:xfrm>
            <a:off x="1397596" y="1792941"/>
            <a:ext cx="9080351" cy="4511040"/>
          </a:xfrm>
        </p:spPr>
        <p:txBody>
          <a:bodyPr/>
          <a:lstStyle/>
          <a:p>
            <a:pPr marL="0" indent="0">
              <a:buNone/>
            </a:pPr>
            <a:r>
              <a:rPr lang="en-US" sz="2000" b="1" dirty="0"/>
              <a:t>The algorithm works as follows:</a:t>
            </a:r>
          </a:p>
          <a:p>
            <a:pPr marL="517525" indent="-227013"/>
            <a:r>
              <a:rPr lang="en-US" sz="2400" dirty="0"/>
              <a:t>Start by putting any one of the graph's vertices </a:t>
            </a:r>
            <a:r>
              <a:rPr lang="en-US" altLang="en-US" sz="2400" dirty="0"/>
              <a:t>distance d = 0 </a:t>
            </a:r>
            <a:r>
              <a:rPr lang="en-US" sz="2400" dirty="0"/>
              <a:t>at the back of a queue.</a:t>
            </a:r>
          </a:p>
          <a:p>
            <a:pPr marL="517525" indent="-227013"/>
            <a:r>
              <a:rPr lang="en-US" sz="2400" dirty="0"/>
              <a:t>Take the front item of the queue and add it to the visited list.</a:t>
            </a:r>
          </a:p>
          <a:p>
            <a:pPr marL="517525" indent="-227013"/>
            <a:r>
              <a:rPr lang="en-US" sz="2400" dirty="0"/>
              <a:t>Create a list of that vertex's </a:t>
            </a:r>
            <a:r>
              <a:rPr lang="en-US" altLang="en-US" sz="2400" dirty="0"/>
              <a:t>(at distance d) </a:t>
            </a:r>
            <a:r>
              <a:rPr lang="en-US" sz="2400" dirty="0"/>
              <a:t>adjacent nodes </a:t>
            </a:r>
            <a:r>
              <a:rPr lang="en-US" altLang="en-US" sz="2400" dirty="0"/>
              <a:t>(at distance d+1)</a:t>
            </a:r>
            <a:r>
              <a:rPr lang="en-US" sz="2400" dirty="0"/>
              <a:t>. Add the ones which aren't in the visited list to the back of the queue.</a:t>
            </a:r>
          </a:p>
          <a:p>
            <a:pPr marL="517525" indent="-227013"/>
            <a:r>
              <a:rPr lang="en-US" sz="2400" dirty="0"/>
              <a:t>Keep repeating steps 2 and 3 until </a:t>
            </a:r>
            <a:r>
              <a:rPr lang="en-US" altLang="en-US" sz="2400" dirty="0" err="1"/>
              <a:t>until</a:t>
            </a:r>
            <a:r>
              <a:rPr lang="en-US" altLang="en-US" sz="2400" dirty="0"/>
              <a:t> no new vertex is discovered and </a:t>
            </a:r>
            <a:r>
              <a:rPr lang="en-US" sz="2400" dirty="0"/>
              <a:t>the queue become empty.</a:t>
            </a:r>
          </a:p>
          <a:p>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Content Placeholder 6">
            <a:extLst>
              <a:ext uri="{FF2B5EF4-FFF2-40B4-BE49-F238E27FC236}">
                <a16:creationId xmlns:a16="http://schemas.microsoft.com/office/drawing/2014/main" id="{13D0C892-1126-471F-8FBB-E4B9C7B5DB9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49325" y="1481138"/>
            <a:ext cx="10293350" cy="4525962"/>
          </a:xfrm>
        </p:spPr>
      </p:pic>
      <p:sp>
        <p:nvSpPr>
          <p:cNvPr id="3" name="Title 2">
            <a:extLst>
              <a:ext uri="{FF2B5EF4-FFF2-40B4-BE49-F238E27FC236}">
                <a16:creationId xmlns:a16="http://schemas.microsoft.com/office/drawing/2014/main" id="{01A4D51D-5F31-43AF-9D89-2853CE39AC74}"/>
              </a:ext>
            </a:extLst>
          </p:cNvPr>
          <p:cNvSpPr>
            <a:spLocks noGrp="1"/>
          </p:cNvSpPr>
          <p:nvPr>
            <p:ph type="title"/>
          </p:nvPr>
        </p:nvSpPr>
        <p:spPr/>
        <p:txBody>
          <a:bodyPr/>
          <a:lstStyle/>
          <a:p>
            <a:pPr>
              <a:defRPr/>
            </a:pPr>
            <a:endParaRPr lang="en-US"/>
          </a:p>
        </p:txBody>
      </p:sp>
      <p:sp>
        <p:nvSpPr>
          <p:cNvPr id="59396" name="Slide Number Placeholder 5">
            <a:extLst>
              <a:ext uri="{FF2B5EF4-FFF2-40B4-BE49-F238E27FC236}">
                <a16:creationId xmlns:a16="http://schemas.microsoft.com/office/drawing/2014/main" id="{9A83F24C-1DA9-4BCE-A988-D7BAE73AF892}"/>
              </a:ext>
            </a:extLst>
          </p:cNvPr>
          <p:cNvSpPr>
            <a:spLocks noGrp="1"/>
          </p:cNvSpPr>
          <p:nvPr>
            <p:ph type="sldNum" sz="quarter" idx="12"/>
          </p:nvPr>
        </p:nvSpPr>
        <p:spPr bwMode="auto">
          <a:xfrm>
            <a:off x="11530013" y="6408738"/>
            <a:ext cx="48895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000" kern="1200" smtClean="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A417C8DD-BC1F-4051-B1FB-75E659135EDD}" type="slidenum">
              <a:rPr lang="en-US" altLang="en-US" smtClean="0"/>
              <a:pPr>
                <a:defRPr/>
              </a:pPr>
              <a:t>26</a:t>
            </a:fld>
            <a:endParaRPr lang="en-US" altLang="en-US" sz="1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a:extLst>
              <a:ext uri="{FF2B5EF4-FFF2-40B4-BE49-F238E27FC236}">
                <a16:creationId xmlns:a16="http://schemas.microsoft.com/office/drawing/2014/main" id="{A03E59D0-9952-4A84-9523-CEB8C3937EFA}"/>
              </a:ext>
            </a:extLst>
          </p:cNvPr>
          <p:cNvSpPr>
            <a:spLocks noGrp="1" noChangeArrowheads="1"/>
          </p:cNvSpPr>
          <p:nvPr>
            <p:ph type="title"/>
          </p:nvPr>
        </p:nvSpPr>
        <p:spPr>
          <a:xfrm>
            <a:off x="1981200" y="320676"/>
            <a:ext cx="7239000" cy="669925"/>
          </a:xfrm>
        </p:spPr>
        <p:txBody>
          <a:bodyPr>
            <a:normAutofit fontScale="90000"/>
          </a:bodyPr>
          <a:lstStyle/>
          <a:p>
            <a:pPr>
              <a:defRPr/>
            </a:pPr>
            <a:r>
              <a:rPr lang="en-US" b="1" dirty="0"/>
              <a:t>BFS in a binary tree (reminder)</a:t>
            </a:r>
          </a:p>
        </p:txBody>
      </p:sp>
      <p:sp>
        <p:nvSpPr>
          <p:cNvPr id="60419" name="Rectangle 3">
            <a:extLst>
              <a:ext uri="{FF2B5EF4-FFF2-40B4-BE49-F238E27FC236}">
                <a16:creationId xmlns:a16="http://schemas.microsoft.com/office/drawing/2014/main" id="{E4A9881C-2114-4D3C-B102-56D145BBED42}"/>
              </a:ext>
            </a:extLst>
          </p:cNvPr>
          <p:cNvSpPr>
            <a:spLocks noGrp="1"/>
          </p:cNvSpPr>
          <p:nvPr>
            <p:ph type="body" idx="1"/>
          </p:nvPr>
        </p:nvSpPr>
        <p:spPr>
          <a:xfrm>
            <a:off x="1703388" y="1295400"/>
            <a:ext cx="7516812" cy="4835525"/>
          </a:xfrm>
        </p:spPr>
        <p:txBody>
          <a:bodyPr/>
          <a:lstStyle/>
          <a:p>
            <a:pPr algn="ctr">
              <a:buFont typeface="Wingdings" panose="05000000000000000000" pitchFamily="2" charset="2"/>
              <a:buNone/>
            </a:pPr>
            <a:r>
              <a:rPr lang="en-US" altLang="en-US"/>
              <a:t>BFS: visit all siblings before their descendents</a:t>
            </a:r>
          </a:p>
          <a:p>
            <a:endParaRPr lang="en-US" altLang="en-US"/>
          </a:p>
        </p:txBody>
      </p:sp>
      <p:grpSp>
        <p:nvGrpSpPr>
          <p:cNvPr id="60420" name="Group 4">
            <a:extLst>
              <a:ext uri="{FF2B5EF4-FFF2-40B4-BE49-F238E27FC236}">
                <a16:creationId xmlns:a16="http://schemas.microsoft.com/office/drawing/2014/main" id="{47C7182B-6C34-43C1-9978-698883C84322}"/>
              </a:ext>
            </a:extLst>
          </p:cNvPr>
          <p:cNvGrpSpPr>
            <a:grpSpLocks/>
          </p:cNvGrpSpPr>
          <p:nvPr/>
        </p:nvGrpSpPr>
        <p:grpSpPr bwMode="auto">
          <a:xfrm>
            <a:off x="5064125" y="2565400"/>
            <a:ext cx="1081088" cy="792163"/>
            <a:chOff x="2517" y="1434"/>
            <a:chExt cx="681" cy="499"/>
          </a:xfrm>
        </p:grpSpPr>
        <p:sp>
          <p:nvSpPr>
            <p:cNvPr id="60454" name="Oval 5">
              <a:extLst>
                <a:ext uri="{FF2B5EF4-FFF2-40B4-BE49-F238E27FC236}">
                  <a16:creationId xmlns:a16="http://schemas.microsoft.com/office/drawing/2014/main" id="{02037C16-357C-44E4-A998-0AD496DE43DB}"/>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0455" name="Text Box 6">
              <a:extLst>
                <a:ext uri="{FF2B5EF4-FFF2-40B4-BE49-F238E27FC236}">
                  <a16:creationId xmlns:a16="http://schemas.microsoft.com/office/drawing/2014/main" id="{877AA586-7397-4F41-BE6F-449A237D7779}"/>
                </a:ext>
              </a:extLst>
            </p:cNvPr>
            <p:cNvSpPr txBox="1">
              <a:spLocks noChangeArrowheads="1"/>
            </p:cNvSpPr>
            <p:nvPr/>
          </p:nvSpPr>
          <p:spPr bwMode="auto">
            <a:xfrm>
              <a:off x="2744" y="152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5</a:t>
              </a:r>
            </a:p>
          </p:txBody>
        </p:sp>
      </p:grpSp>
      <p:grpSp>
        <p:nvGrpSpPr>
          <p:cNvPr id="60421" name="Group 7">
            <a:extLst>
              <a:ext uri="{FF2B5EF4-FFF2-40B4-BE49-F238E27FC236}">
                <a16:creationId xmlns:a16="http://schemas.microsoft.com/office/drawing/2014/main" id="{B789226F-4EF0-41E2-A27E-E1C676DF16E2}"/>
              </a:ext>
            </a:extLst>
          </p:cNvPr>
          <p:cNvGrpSpPr>
            <a:grpSpLocks/>
          </p:cNvGrpSpPr>
          <p:nvPr/>
        </p:nvGrpSpPr>
        <p:grpSpPr bwMode="auto">
          <a:xfrm>
            <a:off x="2616200" y="3286125"/>
            <a:ext cx="1081088" cy="792163"/>
            <a:chOff x="2517" y="1434"/>
            <a:chExt cx="681" cy="499"/>
          </a:xfrm>
        </p:grpSpPr>
        <p:sp>
          <p:nvSpPr>
            <p:cNvPr id="60452" name="Oval 8">
              <a:extLst>
                <a:ext uri="{FF2B5EF4-FFF2-40B4-BE49-F238E27FC236}">
                  <a16:creationId xmlns:a16="http://schemas.microsoft.com/office/drawing/2014/main" id="{2DCD4DF9-2AA3-4575-AE2F-D768CFD85FAA}"/>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0453" name="Text Box 9">
              <a:extLst>
                <a:ext uri="{FF2B5EF4-FFF2-40B4-BE49-F238E27FC236}">
                  <a16:creationId xmlns:a16="http://schemas.microsoft.com/office/drawing/2014/main" id="{ABF0C579-1C2F-4185-8DD2-2AA8BA08AB08}"/>
                </a:ext>
              </a:extLst>
            </p:cNvPr>
            <p:cNvSpPr txBox="1">
              <a:spLocks noChangeArrowheads="1"/>
            </p:cNvSpPr>
            <p:nvPr/>
          </p:nvSpPr>
          <p:spPr bwMode="auto">
            <a:xfrm>
              <a:off x="2744" y="152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2</a:t>
              </a:r>
            </a:p>
          </p:txBody>
        </p:sp>
      </p:grpSp>
      <p:grpSp>
        <p:nvGrpSpPr>
          <p:cNvPr id="60422" name="Group 10">
            <a:extLst>
              <a:ext uri="{FF2B5EF4-FFF2-40B4-BE49-F238E27FC236}">
                <a16:creationId xmlns:a16="http://schemas.microsoft.com/office/drawing/2014/main" id="{3BB9A403-3B13-40FA-9AA3-013A1C66A64B}"/>
              </a:ext>
            </a:extLst>
          </p:cNvPr>
          <p:cNvGrpSpPr>
            <a:grpSpLocks/>
          </p:cNvGrpSpPr>
          <p:nvPr/>
        </p:nvGrpSpPr>
        <p:grpSpPr bwMode="auto">
          <a:xfrm>
            <a:off x="1752600" y="4222750"/>
            <a:ext cx="1081088" cy="792163"/>
            <a:chOff x="2517" y="1434"/>
            <a:chExt cx="681" cy="499"/>
          </a:xfrm>
        </p:grpSpPr>
        <p:sp>
          <p:nvSpPr>
            <p:cNvPr id="60450" name="Oval 11">
              <a:extLst>
                <a:ext uri="{FF2B5EF4-FFF2-40B4-BE49-F238E27FC236}">
                  <a16:creationId xmlns:a16="http://schemas.microsoft.com/office/drawing/2014/main" id="{2EA020AD-9126-485C-B7BE-9F3C760011F7}"/>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0451" name="Text Box 12">
              <a:extLst>
                <a:ext uri="{FF2B5EF4-FFF2-40B4-BE49-F238E27FC236}">
                  <a16:creationId xmlns:a16="http://schemas.microsoft.com/office/drawing/2014/main" id="{2B474627-9AA5-47B6-B82A-9E87E649EEDD}"/>
                </a:ext>
              </a:extLst>
            </p:cNvPr>
            <p:cNvSpPr txBox="1">
              <a:spLocks noChangeArrowheads="1"/>
            </p:cNvSpPr>
            <p:nvPr/>
          </p:nvSpPr>
          <p:spPr bwMode="auto">
            <a:xfrm>
              <a:off x="2744" y="152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1</a:t>
              </a:r>
            </a:p>
          </p:txBody>
        </p:sp>
      </p:grpSp>
      <p:grpSp>
        <p:nvGrpSpPr>
          <p:cNvPr id="60423" name="Group 13">
            <a:extLst>
              <a:ext uri="{FF2B5EF4-FFF2-40B4-BE49-F238E27FC236}">
                <a16:creationId xmlns:a16="http://schemas.microsoft.com/office/drawing/2014/main" id="{C58F7CE4-EDFB-4578-9F2E-12DBDDEBBBBB}"/>
              </a:ext>
            </a:extLst>
          </p:cNvPr>
          <p:cNvGrpSpPr>
            <a:grpSpLocks/>
          </p:cNvGrpSpPr>
          <p:nvPr/>
        </p:nvGrpSpPr>
        <p:grpSpPr bwMode="auto">
          <a:xfrm>
            <a:off x="3552825" y="4149725"/>
            <a:ext cx="1081088" cy="792163"/>
            <a:chOff x="2517" y="1434"/>
            <a:chExt cx="681" cy="499"/>
          </a:xfrm>
        </p:grpSpPr>
        <p:sp>
          <p:nvSpPr>
            <p:cNvPr id="60448" name="Oval 14">
              <a:extLst>
                <a:ext uri="{FF2B5EF4-FFF2-40B4-BE49-F238E27FC236}">
                  <a16:creationId xmlns:a16="http://schemas.microsoft.com/office/drawing/2014/main" id="{87F38F81-846C-4447-8759-673EE58BCBC7}"/>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0449" name="Text Box 15">
              <a:extLst>
                <a:ext uri="{FF2B5EF4-FFF2-40B4-BE49-F238E27FC236}">
                  <a16:creationId xmlns:a16="http://schemas.microsoft.com/office/drawing/2014/main" id="{206FE074-6281-4B5C-A1D2-51798857D077}"/>
                </a:ext>
              </a:extLst>
            </p:cNvPr>
            <p:cNvSpPr txBox="1">
              <a:spLocks noChangeArrowheads="1"/>
            </p:cNvSpPr>
            <p:nvPr/>
          </p:nvSpPr>
          <p:spPr bwMode="auto">
            <a:xfrm>
              <a:off x="2744" y="152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3</a:t>
              </a:r>
            </a:p>
          </p:txBody>
        </p:sp>
      </p:grpSp>
      <p:grpSp>
        <p:nvGrpSpPr>
          <p:cNvPr id="60424" name="Group 16">
            <a:extLst>
              <a:ext uri="{FF2B5EF4-FFF2-40B4-BE49-F238E27FC236}">
                <a16:creationId xmlns:a16="http://schemas.microsoft.com/office/drawing/2014/main" id="{8F735EBF-B13A-4B59-97D0-A0EBD3C1F523}"/>
              </a:ext>
            </a:extLst>
          </p:cNvPr>
          <p:cNvGrpSpPr>
            <a:grpSpLocks/>
          </p:cNvGrpSpPr>
          <p:nvPr/>
        </p:nvGrpSpPr>
        <p:grpSpPr bwMode="auto">
          <a:xfrm>
            <a:off x="7512050" y="3286125"/>
            <a:ext cx="1081088" cy="792163"/>
            <a:chOff x="2517" y="1434"/>
            <a:chExt cx="681" cy="499"/>
          </a:xfrm>
        </p:grpSpPr>
        <p:sp>
          <p:nvSpPr>
            <p:cNvPr id="60446" name="Oval 17">
              <a:extLst>
                <a:ext uri="{FF2B5EF4-FFF2-40B4-BE49-F238E27FC236}">
                  <a16:creationId xmlns:a16="http://schemas.microsoft.com/office/drawing/2014/main" id="{CC829358-5EBD-4855-BC73-FE53129954A7}"/>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0447" name="Text Box 18">
              <a:extLst>
                <a:ext uri="{FF2B5EF4-FFF2-40B4-BE49-F238E27FC236}">
                  <a16:creationId xmlns:a16="http://schemas.microsoft.com/office/drawing/2014/main" id="{780A02F1-3FC3-4A60-95F3-CF87C318C56B}"/>
                </a:ext>
              </a:extLst>
            </p:cNvPr>
            <p:cNvSpPr txBox="1">
              <a:spLocks noChangeArrowheads="1"/>
            </p:cNvSpPr>
            <p:nvPr/>
          </p:nvSpPr>
          <p:spPr bwMode="auto">
            <a:xfrm>
              <a:off x="2744" y="152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8</a:t>
              </a:r>
            </a:p>
          </p:txBody>
        </p:sp>
      </p:grpSp>
      <p:grpSp>
        <p:nvGrpSpPr>
          <p:cNvPr id="60425" name="Group 19">
            <a:extLst>
              <a:ext uri="{FF2B5EF4-FFF2-40B4-BE49-F238E27FC236}">
                <a16:creationId xmlns:a16="http://schemas.microsoft.com/office/drawing/2014/main" id="{5B5D0DF9-A4A6-43B8-8AF8-DC5B44170B1D}"/>
              </a:ext>
            </a:extLst>
          </p:cNvPr>
          <p:cNvGrpSpPr>
            <a:grpSpLocks/>
          </p:cNvGrpSpPr>
          <p:nvPr/>
        </p:nvGrpSpPr>
        <p:grpSpPr bwMode="auto">
          <a:xfrm>
            <a:off x="5927725" y="4149725"/>
            <a:ext cx="1081088" cy="792163"/>
            <a:chOff x="2517" y="1434"/>
            <a:chExt cx="681" cy="499"/>
          </a:xfrm>
        </p:grpSpPr>
        <p:sp>
          <p:nvSpPr>
            <p:cNvPr id="60444" name="Oval 20">
              <a:extLst>
                <a:ext uri="{FF2B5EF4-FFF2-40B4-BE49-F238E27FC236}">
                  <a16:creationId xmlns:a16="http://schemas.microsoft.com/office/drawing/2014/main" id="{3F5FCAEC-6258-4FE9-9046-DEF4B1E87E88}"/>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0445" name="Text Box 21">
              <a:extLst>
                <a:ext uri="{FF2B5EF4-FFF2-40B4-BE49-F238E27FC236}">
                  <a16:creationId xmlns:a16="http://schemas.microsoft.com/office/drawing/2014/main" id="{DE78AD2B-D5D8-4DF2-B4FA-832F0F94EAB2}"/>
                </a:ext>
              </a:extLst>
            </p:cNvPr>
            <p:cNvSpPr txBox="1">
              <a:spLocks noChangeArrowheads="1"/>
            </p:cNvSpPr>
            <p:nvPr/>
          </p:nvSpPr>
          <p:spPr bwMode="auto">
            <a:xfrm>
              <a:off x="2744" y="152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6</a:t>
              </a:r>
            </a:p>
          </p:txBody>
        </p:sp>
      </p:grpSp>
      <p:grpSp>
        <p:nvGrpSpPr>
          <p:cNvPr id="60426" name="Group 22">
            <a:extLst>
              <a:ext uri="{FF2B5EF4-FFF2-40B4-BE49-F238E27FC236}">
                <a16:creationId xmlns:a16="http://schemas.microsoft.com/office/drawing/2014/main" id="{2DCF0E78-16B0-4987-8D9D-5868D8FD5C7C}"/>
              </a:ext>
            </a:extLst>
          </p:cNvPr>
          <p:cNvGrpSpPr>
            <a:grpSpLocks/>
          </p:cNvGrpSpPr>
          <p:nvPr/>
        </p:nvGrpSpPr>
        <p:grpSpPr bwMode="auto">
          <a:xfrm>
            <a:off x="8880475" y="4222750"/>
            <a:ext cx="1081088" cy="792163"/>
            <a:chOff x="2517" y="1434"/>
            <a:chExt cx="681" cy="499"/>
          </a:xfrm>
        </p:grpSpPr>
        <p:sp>
          <p:nvSpPr>
            <p:cNvPr id="60442" name="Oval 23">
              <a:extLst>
                <a:ext uri="{FF2B5EF4-FFF2-40B4-BE49-F238E27FC236}">
                  <a16:creationId xmlns:a16="http://schemas.microsoft.com/office/drawing/2014/main" id="{5FE87A0C-5B2C-41B7-99B8-2D74CE30C143}"/>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0443" name="Text Box 24">
              <a:extLst>
                <a:ext uri="{FF2B5EF4-FFF2-40B4-BE49-F238E27FC236}">
                  <a16:creationId xmlns:a16="http://schemas.microsoft.com/office/drawing/2014/main" id="{26BE0233-0792-4029-847A-B7743797D2F5}"/>
                </a:ext>
              </a:extLst>
            </p:cNvPr>
            <p:cNvSpPr txBox="1">
              <a:spLocks noChangeArrowheads="1"/>
            </p:cNvSpPr>
            <p:nvPr/>
          </p:nvSpPr>
          <p:spPr bwMode="auto">
            <a:xfrm>
              <a:off x="2744" y="1525"/>
              <a:ext cx="31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10</a:t>
              </a:r>
            </a:p>
          </p:txBody>
        </p:sp>
      </p:grpSp>
      <p:grpSp>
        <p:nvGrpSpPr>
          <p:cNvPr id="60427" name="Group 25">
            <a:extLst>
              <a:ext uri="{FF2B5EF4-FFF2-40B4-BE49-F238E27FC236}">
                <a16:creationId xmlns:a16="http://schemas.microsoft.com/office/drawing/2014/main" id="{6625E298-E740-4670-AD8C-46478AC65EA9}"/>
              </a:ext>
            </a:extLst>
          </p:cNvPr>
          <p:cNvGrpSpPr>
            <a:grpSpLocks/>
          </p:cNvGrpSpPr>
          <p:nvPr/>
        </p:nvGrpSpPr>
        <p:grpSpPr bwMode="auto">
          <a:xfrm>
            <a:off x="6792913" y="5373688"/>
            <a:ext cx="1081087" cy="792162"/>
            <a:chOff x="2517" y="1434"/>
            <a:chExt cx="681" cy="499"/>
          </a:xfrm>
        </p:grpSpPr>
        <p:sp>
          <p:nvSpPr>
            <p:cNvPr id="60440" name="Oval 26">
              <a:extLst>
                <a:ext uri="{FF2B5EF4-FFF2-40B4-BE49-F238E27FC236}">
                  <a16:creationId xmlns:a16="http://schemas.microsoft.com/office/drawing/2014/main" id="{60FBEB7B-7F94-4137-BF1C-D8C5A963A8DF}"/>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0441" name="Text Box 27">
              <a:extLst>
                <a:ext uri="{FF2B5EF4-FFF2-40B4-BE49-F238E27FC236}">
                  <a16:creationId xmlns:a16="http://schemas.microsoft.com/office/drawing/2014/main" id="{1E0EE863-3875-4880-B837-6230A6175ED4}"/>
                </a:ext>
              </a:extLst>
            </p:cNvPr>
            <p:cNvSpPr txBox="1">
              <a:spLocks noChangeArrowheads="1"/>
            </p:cNvSpPr>
            <p:nvPr/>
          </p:nvSpPr>
          <p:spPr bwMode="auto">
            <a:xfrm>
              <a:off x="2744" y="152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7</a:t>
              </a:r>
            </a:p>
          </p:txBody>
        </p:sp>
      </p:grpSp>
      <p:grpSp>
        <p:nvGrpSpPr>
          <p:cNvPr id="60428" name="Group 28">
            <a:extLst>
              <a:ext uri="{FF2B5EF4-FFF2-40B4-BE49-F238E27FC236}">
                <a16:creationId xmlns:a16="http://schemas.microsoft.com/office/drawing/2014/main" id="{056C645D-7173-4A6B-B770-313C79A852A5}"/>
              </a:ext>
            </a:extLst>
          </p:cNvPr>
          <p:cNvGrpSpPr>
            <a:grpSpLocks/>
          </p:cNvGrpSpPr>
          <p:nvPr/>
        </p:nvGrpSpPr>
        <p:grpSpPr bwMode="auto">
          <a:xfrm>
            <a:off x="8016875" y="5373688"/>
            <a:ext cx="1081088" cy="792162"/>
            <a:chOff x="2517" y="1434"/>
            <a:chExt cx="681" cy="499"/>
          </a:xfrm>
        </p:grpSpPr>
        <p:sp>
          <p:nvSpPr>
            <p:cNvPr id="60438" name="Oval 29">
              <a:extLst>
                <a:ext uri="{FF2B5EF4-FFF2-40B4-BE49-F238E27FC236}">
                  <a16:creationId xmlns:a16="http://schemas.microsoft.com/office/drawing/2014/main" id="{2C6AB57D-F180-4C78-8D13-03A4EE92CF23}"/>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0439" name="Text Box 30">
              <a:extLst>
                <a:ext uri="{FF2B5EF4-FFF2-40B4-BE49-F238E27FC236}">
                  <a16:creationId xmlns:a16="http://schemas.microsoft.com/office/drawing/2014/main" id="{E0F70CFD-AA17-4BEE-A531-5B922F6E5FAF}"/>
                </a:ext>
              </a:extLst>
            </p:cNvPr>
            <p:cNvSpPr txBox="1">
              <a:spLocks noChangeArrowheads="1"/>
            </p:cNvSpPr>
            <p:nvPr/>
          </p:nvSpPr>
          <p:spPr bwMode="auto">
            <a:xfrm>
              <a:off x="2744" y="152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9</a:t>
              </a:r>
            </a:p>
          </p:txBody>
        </p:sp>
      </p:grpSp>
      <p:sp>
        <p:nvSpPr>
          <p:cNvPr id="60429" name="Line 31">
            <a:extLst>
              <a:ext uri="{FF2B5EF4-FFF2-40B4-BE49-F238E27FC236}">
                <a16:creationId xmlns:a16="http://schemas.microsoft.com/office/drawing/2014/main" id="{7A43C41A-0806-4C35-8363-48B34F4770A3}"/>
              </a:ext>
            </a:extLst>
          </p:cNvPr>
          <p:cNvSpPr>
            <a:spLocks noChangeShapeType="1"/>
          </p:cNvSpPr>
          <p:nvPr/>
        </p:nvSpPr>
        <p:spPr bwMode="auto">
          <a:xfrm flipH="1">
            <a:off x="3695700" y="3213100"/>
            <a:ext cx="1439863" cy="3603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0" name="Line 32">
            <a:extLst>
              <a:ext uri="{FF2B5EF4-FFF2-40B4-BE49-F238E27FC236}">
                <a16:creationId xmlns:a16="http://schemas.microsoft.com/office/drawing/2014/main" id="{076F3A03-53B6-4AE2-81F3-16B999DFA1F4}"/>
              </a:ext>
            </a:extLst>
          </p:cNvPr>
          <p:cNvSpPr>
            <a:spLocks noChangeShapeType="1"/>
          </p:cNvSpPr>
          <p:nvPr/>
        </p:nvSpPr>
        <p:spPr bwMode="auto">
          <a:xfrm>
            <a:off x="6072188" y="3141663"/>
            <a:ext cx="1439862" cy="4318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1" name="Line 33">
            <a:extLst>
              <a:ext uri="{FF2B5EF4-FFF2-40B4-BE49-F238E27FC236}">
                <a16:creationId xmlns:a16="http://schemas.microsoft.com/office/drawing/2014/main" id="{F903AB6D-E40C-432C-92EF-66D3455F0884}"/>
              </a:ext>
            </a:extLst>
          </p:cNvPr>
          <p:cNvSpPr>
            <a:spLocks noChangeShapeType="1"/>
          </p:cNvSpPr>
          <p:nvPr/>
        </p:nvSpPr>
        <p:spPr bwMode="auto">
          <a:xfrm>
            <a:off x="8377238" y="4005263"/>
            <a:ext cx="574675" cy="3619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2" name="Line 34">
            <a:extLst>
              <a:ext uri="{FF2B5EF4-FFF2-40B4-BE49-F238E27FC236}">
                <a16:creationId xmlns:a16="http://schemas.microsoft.com/office/drawing/2014/main" id="{AAEA45ED-548E-4958-9CAA-9896357ED963}"/>
              </a:ext>
            </a:extLst>
          </p:cNvPr>
          <p:cNvSpPr>
            <a:spLocks noChangeShapeType="1"/>
          </p:cNvSpPr>
          <p:nvPr/>
        </p:nvSpPr>
        <p:spPr bwMode="auto">
          <a:xfrm flipH="1">
            <a:off x="7008813" y="4005263"/>
            <a:ext cx="647700" cy="4333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3" name="Line 35">
            <a:extLst>
              <a:ext uri="{FF2B5EF4-FFF2-40B4-BE49-F238E27FC236}">
                <a16:creationId xmlns:a16="http://schemas.microsoft.com/office/drawing/2014/main" id="{E26F96B6-4494-4250-A77E-273896A61C15}"/>
              </a:ext>
            </a:extLst>
          </p:cNvPr>
          <p:cNvSpPr>
            <a:spLocks noChangeShapeType="1"/>
          </p:cNvSpPr>
          <p:nvPr/>
        </p:nvSpPr>
        <p:spPr bwMode="auto">
          <a:xfrm>
            <a:off x="6648450" y="4941888"/>
            <a:ext cx="287338" cy="5048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4" name="Line 36">
            <a:extLst>
              <a:ext uri="{FF2B5EF4-FFF2-40B4-BE49-F238E27FC236}">
                <a16:creationId xmlns:a16="http://schemas.microsoft.com/office/drawing/2014/main" id="{B1F50AC4-7105-4016-A4DC-F8AB2024D889}"/>
              </a:ext>
            </a:extLst>
          </p:cNvPr>
          <p:cNvSpPr>
            <a:spLocks noChangeShapeType="1"/>
          </p:cNvSpPr>
          <p:nvPr/>
        </p:nvSpPr>
        <p:spPr bwMode="auto">
          <a:xfrm flipH="1">
            <a:off x="8880475" y="5013325"/>
            <a:ext cx="360363" cy="4333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5" name="Line 37">
            <a:extLst>
              <a:ext uri="{FF2B5EF4-FFF2-40B4-BE49-F238E27FC236}">
                <a16:creationId xmlns:a16="http://schemas.microsoft.com/office/drawing/2014/main" id="{30C0823D-76AF-4E46-85E9-A40ADFD68583}"/>
              </a:ext>
            </a:extLst>
          </p:cNvPr>
          <p:cNvSpPr>
            <a:spLocks noChangeShapeType="1"/>
          </p:cNvSpPr>
          <p:nvPr/>
        </p:nvSpPr>
        <p:spPr bwMode="auto">
          <a:xfrm>
            <a:off x="3408363" y="4005263"/>
            <a:ext cx="287337" cy="2174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6" name="Line 38">
            <a:extLst>
              <a:ext uri="{FF2B5EF4-FFF2-40B4-BE49-F238E27FC236}">
                <a16:creationId xmlns:a16="http://schemas.microsoft.com/office/drawing/2014/main" id="{66E80D0F-34E5-4013-95B1-8B64D2C7BDD9}"/>
              </a:ext>
            </a:extLst>
          </p:cNvPr>
          <p:cNvSpPr>
            <a:spLocks noChangeShapeType="1"/>
          </p:cNvSpPr>
          <p:nvPr/>
        </p:nvSpPr>
        <p:spPr bwMode="auto">
          <a:xfrm flipH="1">
            <a:off x="2616200" y="4078288"/>
            <a:ext cx="287338" cy="2159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7" name="Rectangle 39">
            <a:extLst>
              <a:ext uri="{FF2B5EF4-FFF2-40B4-BE49-F238E27FC236}">
                <a16:creationId xmlns:a16="http://schemas.microsoft.com/office/drawing/2014/main" id="{8AE65AAE-2D74-4F07-9BA6-4AB62D35D83A}"/>
              </a:ext>
            </a:extLst>
          </p:cNvPr>
          <p:cNvSpPr>
            <a:spLocks noChangeArrowheads="1"/>
          </p:cNvSpPr>
          <p:nvPr/>
        </p:nvSpPr>
        <p:spPr bwMode="auto">
          <a:xfrm>
            <a:off x="1558925" y="5734050"/>
            <a:ext cx="82296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5 2 8 1 3 6 10 7 9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F3D7E-432F-DE57-F163-E2E5E6F57B0F}"/>
              </a:ext>
            </a:extLst>
          </p:cNvPr>
          <p:cNvSpPr>
            <a:spLocks noGrp="1"/>
          </p:cNvSpPr>
          <p:nvPr>
            <p:ph type="title"/>
          </p:nvPr>
        </p:nvSpPr>
        <p:spPr/>
        <p:txBody>
          <a:bodyPr/>
          <a:lstStyle/>
          <a:p>
            <a:r>
              <a:rPr lang="en-US" dirty="0"/>
              <a:t>BFS </a:t>
            </a:r>
          </a:p>
        </p:txBody>
      </p:sp>
      <p:sp>
        <p:nvSpPr>
          <p:cNvPr id="3" name="Content Placeholder 2">
            <a:extLst>
              <a:ext uri="{FF2B5EF4-FFF2-40B4-BE49-F238E27FC236}">
                <a16:creationId xmlns:a16="http://schemas.microsoft.com/office/drawing/2014/main" id="{55753DF4-E4A9-BDD9-F8AC-02E9295BE277}"/>
              </a:ext>
            </a:extLst>
          </p:cNvPr>
          <p:cNvSpPr>
            <a:spLocks noGrp="1"/>
          </p:cNvSpPr>
          <p:nvPr>
            <p:ph idx="1"/>
          </p:nvPr>
        </p:nvSpPr>
        <p:spPr/>
        <p:txBody>
          <a:bodyPr/>
          <a:lstStyle/>
          <a:p>
            <a:r>
              <a:rPr lang="en-US" dirty="0"/>
              <a:t>Consider the following graph having 8 nodes named as A, B, C, D, E, F, G and H as shown:</a:t>
            </a:r>
          </a:p>
          <a:p>
            <a:endParaRPr lang="en-US" dirty="0"/>
          </a:p>
        </p:txBody>
      </p:sp>
      <p:pic>
        <p:nvPicPr>
          <p:cNvPr id="4" name="Picture 3">
            <a:extLst>
              <a:ext uri="{FF2B5EF4-FFF2-40B4-BE49-F238E27FC236}">
                <a16:creationId xmlns:a16="http://schemas.microsoft.com/office/drawing/2014/main" id="{D742F826-36F8-7499-E82F-4452D4AE2247}"/>
              </a:ext>
            </a:extLst>
          </p:cNvPr>
          <p:cNvPicPr>
            <a:picLocks noChangeAspect="1"/>
          </p:cNvPicPr>
          <p:nvPr/>
        </p:nvPicPr>
        <p:blipFill>
          <a:blip r:embed="rId2"/>
          <a:stretch>
            <a:fillRect/>
          </a:stretch>
        </p:blipFill>
        <p:spPr>
          <a:xfrm>
            <a:off x="3126105" y="2266950"/>
            <a:ext cx="6000750" cy="4591050"/>
          </a:xfrm>
          <a:prstGeom prst="rect">
            <a:avLst/>
          </a:prstGeom>
        </p:spPr>
      </p:pic>
    </p:spTree>
    <p:extLst>
      <p:ext uri="{BB962C8B-B14F-4D97-AF65-F5344CB8AC3E}">
        <p14:creationId xmlns:p14="http://schemas.microsoft.com/office/powerpoint/2010/main" val="1718163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B5442C-04C1-1638-7A56-1FEA6E1B6B36}"/>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2600">
                <a:solidFill>
                  <a:schemeClr val="tx1">
                    <a:lumMod val="85000"/>
                    <a:lumOff val="15000"/>
                  </a:schemeClr>
                </a:solidFill>
              </a:rPr>
              <a:t>Initially, the queue will be empty.</a:t>
            </a:r>
            <a:br>
              <a:rPr lang="en-US" sz="2600">
                <a:solidFill>
                  <a:schemeClr val="tx1">
                    <a:lumMod val="85000"/>
                    <a:lumOff val="15000"/>
                  </a:schemeClr>
                </a:solidFill>
              </a:rPr>
            </a:br>
            <a:r>
              <a:rPr lang="en-US" sz="2600">
                <a:solidFill>
                  <a:schemeClr val="tx1">
                    <a:lumMod val="85000"/>
                    <a:lumOff val="15000"/>
                  </a:schemeClr>
                </a:solidFill>
              </a:rPr>
              <a:t>Let us start traversing the graph from node A. Once we visit node A, we mark it as visited and also place it inside the queue as shown:</a:t>
            </a:r>
          </a:p>
        </p:txBody>
      </p:sp>
      <p:pic>
        <p:nvPicPr>
          <p:cNvPr id="4" name="Content Placeholder 3">
            <a:extLst>
              <a:ext uri="{FF2B5EF4-FFF2-40B4-BE49-F238E27FC236}">
                <a16:creationId xmlns:a16="http://schemas.microsoft.com/office/drawing/2014/main" id="{C1B258F6-9443-5D78-6252-F87062FC0035}"/>
              </a:ext>
            </a:extLst>
          </p:cNvPr>
          <p:cNvPicPr>
            <a:picLocks noGrp="1" noChangeAspect="1"/>
          </p:cNvPicPr>
          <p:nvPr>
            <p:ph idx="1"/>
          </p:nvPr>
        </p:nvPicPr>
        <p:blipFill>
          <a:blip r:embed="rId2"/>
          <a:stretch>
            <a:fillRect/>
          </a:stretch>
        </p:blipFill>
        <p:spPr>
          <a:xfrm>
            <a:off x="786738" y="640081"/>
            <a:ext cx="6606739" cy="5054156"/>
          </a:xfrm>
          <a:prstGeom prst="rect">
            <a:avLst/>
          </a:prstGeom>
        </p:spPr>
      </p:pic>
      <p:cxnSp>
        <p:nvCxnSpPr>
          <p:cNvPr id="17" name="Straight Connector 16">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05327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8FBF-680C-A452-4774-E54760E45872}"/>
              </a:ext>
            </a:extLst>
          </p:cNvPr>
          <p:cNvSpPr>
            <a:spLocks noGrp="1"/>
          </p:cNvSpPr>
          <p:nvPr>
            <p:ph type="title"/>
          </p:nvPr>
        </p:nvSpPr>
        <p:spPr/>
        <p:txBody>
          <a:bodyPr>
            <a:noAutofit/>
          </a:bodyPr>
          <a:lstStyle/>
          <a:p>
            <a:r>
              <a:rPr lang="en-US" sz="2800"/>
              <a:t>The next step is to traverse its adjacent nodes i.e. B and C and place them inside the queue. When we place the adjacent node of A in the queue, we will remove A from the queue and display it in the output array as shown:</a:t>
            </a:r>
            <a:endParaRPr lang="en-US" sz="2800" dirty="0"/>
          </a:p>
        </p:txBody>
      </p:sp>
      <p:pic>
        <p:nvPicPr>
          <p:cNvPr id="4" name="Content Placeholder 3">
            <a:extLst>
              <a:ext uri="{FF2B5EF4-FFF2-40B4-BE49-F238E27FC236}">
                <a16:creationId xmlns:a16="http://schemas.microsoft.com/office/drawing/2014/main" id="{4BEAE541-5B00-3AA6-E6A9-AA952E8BE8E3}"/>
              </a:ext>
            </a:extLst>
          </p:cNvPr>
          <p:cNvPicPr>
            <a:picLocks noGrp="1" noChangeAspect="1"/>
          </p:cNvPicPr>
          <p:nvPr>
            <p:ph idx="1"/>
          </p:nvPr>
        </p:nvPicPr>
        <p:blipFill>
          <a:blip r:embed="rId2"/>
          <a:stretch>
            <a:fillRect/>
          </a:stretch>
        </p:blipFill>
        <p:spPr>
          <a:xfrm>
            <a:off x="1344433" y="1846263"/>
            <a:ext cx="9563459" cy="4022725"/>
          </a:xfrm>
          <a:prstGeom prst="rect">
            <a:avLst/>
          </a:prstGeom>
        </p:spPr>
      </p:pic>
    </p:spTree>
    <p:extLst>
      <p:ext uri="{BB962C8B-B14F-4D97-AF65-F5344CB8AC3E}">
        <p14:creationId xmlns:p14="http://schemas.microsoft.com/office/powerpoint/2010/main" val="193677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B1633-9DEF-30AE-3B1C-E4B48A8B355E}"/>
              </a:ext>
            </a:extLst>
          </p:cNvPr>
          <p:cNvSpPr>
            <a:spLocks noGrp="1"/>
          </p:cNvSpPr>
          <p:nvPr>
            <p:ph type="title"/>
          </p:nvPr>
        </p:nvSpPr>
        <p:spPr/>
        <p:txBody>
          <a:bodyPr>
            <a:noAutofit/>
          </a:bodyPr>
          <a:lstStyle/>
          <a:p>
            <a:r>
              <a:rPr lang="en-US" sz="2800" dirty="0"/>
              <a:t>Next, we don’t have any more adjacent nodes for A. therefore, we will remove node B from the queue and place its adjacent nodes into the queue. Similarly, we will traverse the nodes of C and put them into the queue.</a:t>
            </a:r>
          </a:p>
        </p:txBody>
      </p:sp>
      <p:pic>
        <p:nvPicPr>
          <p:cNvPr id="4" name="Content Placeholder 3">
            <a:extLst>
              <a:ext uri="{FF2B5EF4-FFF2-40B4-BE49-F238E27FC236}">
                <a16:creationId xmlns:a16="http://schemas.microsoft.com/office/drawing/2014/main" id="{0AF0B190-D028-E233-F10A-C9759E641E54}"/>
              </a:ext>
            </a:extLst>
          </p:cNvPr>
          <p:cNvPicPr>
            <a:picLocks noGrp="1" noChangeAspect="1"/>
          </p:cNvPicPr>
          <p:nvPr>
            <p:ph idx="1"/>
          </p:nvPr>
        </p:nvPicPr>
        <p:blipFill>
          <a:blip r:embed="rId2"/>
          <a:stretch>
            <a:fillRect/>
          </a:stretch>
        </p:blipFill>
        <p:spPr>
          <a:xfrm>
            <a:off x="1344433" y="1846263"/>
            <a:ext cx="9563459" cy="4022725"/>
          </a:xfrm>
          <a:prstGeom prst="rect">
            <a:avLst/>
          </a:prstGeom>
        </p:spPr>
      </p:pic>
    </p:spTree>
    <p:extLst>
      <p:ext uri="{BB962C8B-B14F-4D97-AF65-F5344CB8AC3E}">
        <p14:creationId xmlns:p14="http://schemas.microsoft.com/office/powerpoint/2010/main" val="1229942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7029D-F943-0227-E417-69136E7747F7}"/>
              </a:ext>
            </a:extLst>
          </p:cNvPr>
          <p:cNvSpPr>
            <a:spLocks noGrp="1"/>
          </p:cNvSpPr>
          <p:nvPr>
            <p:ph type="title"/>
          </p:nvPr>
        </p:nvSpPr>
        <p:spPr/>
        <p:txBody>
          <a:bodyPr>
            <a:noAutofit/>
          </a:bodyPr>
          <a:lstStyle/>
          <a:p>
            <a:r>
              <a:rPr lang="en-US" sz="2800" dirty="0"/>
              <a:t>The next adjacent node is node H. thus, we will traverse that as well and place it in the queue. Once all the nodes have entered the queue, we will start removing them from the queue and putting them into the output array.</a:t>
            </a:r>
          </a:p>
        </p:txBody>
      </p:sp>
      <p:pic>
        <p:nvPicPr>
          <p:cNvPr id="4" name="Content Placeholder 3">
            <a:extLst>
              <a:ext uri="{FF2B5EF4-FFF2-40B4-BE49-F238E27FC236}">
                <a16:creationId xmlns:a16="http://schemas.microsoft.com/office/drawing/2014/main" id="{C46FD3CF-AE1F-41DD-5BA0-8C2E6147DF30}"/>
              </a:ext>
            </a:extLst>
          </p:cNvPr>
          <p:cNvPicPr>
            <a:picLocks noGrp="1" noChangeAspect="1"/>
          </p:cNvPicPr>
          <p:nvPr>
            <p:ph idx="1"/>
          </p:nvPr>
        </p:nvPicPr>
        <p:blipFill>
          <a:blip r:embed="rId2"/>
          <a:stretch>
            <a:fillRect/>
          </a:stretch>
        </p:blipFill>
        <p:spPr>
          <a:xfrm>
            <a:off x="1344433" y="1846263"/>
            <a:ext cx="9563459" cy="4022725"/>
          </a:xfrm>
          <a:prstGeom prst="rect">
            <a:avLst/>
          </a:prstGeom>
        </p:spPr>
      </p:pic>
    </p:spTree>
    <p:extLst>
      <p:ext uri="{BB962C8B-B14F-4D97-AF65-F5344CB8AC3E}">
        <p14:creationId xmlns:p14="http://schemas.microsoft.com/office/powerpoint/2010/main" val="22148550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E86CE-85BA-97ED-A77B-F1623AB1C99C}"/>
              </a:ext>
            </a:extLst>
          </p:cNvPr>
          <p:cNvSpPr>
            <a:spLocks noGrp="1"/>
          </p:cNvSpPr>
          <p:nvPr>
            <p:ph type="title"/>
          </p:nvPr>
        </p:nvSpPr>
        <p:spPr/>
        <p:txBody>
          <a:bodyPr>
            <a:normAutofit/>
          </a:bodyPr>
          <a:lstStyle/>
          <a:p>
            <a:r>
              <a:rPr lang="en-US" sz="4000" dirty="0"/>
              <a:t>Thus, slowly the queue starts decreasing in size and the output array will be full as shown:</a:t>
            </a:r>
          </a:p>
        </p:txBody>
      </p:sp>
      <p:pic>
        <p:nvPicPr>
          <p:cNvPr id="4" name="Content Placeholder 3">
            <a:extLst>
              <a:ext uri="{FF2B5EF4-FFF2-40B4-BE49-F238E27FC236}">
                <a16:creationId xmlns:a16="http://schemas.microsoft.com/office/drawing/2014/main" id="{0EB72F2A-707A-75DC-82B7-B3DE7A94DA31}"/>
              </a:ext>
            </a:extLst>
          </p:cNvPr>
          <p:cNvPicPr>
            <a:picLocks noGrp="1" noChangeAspect="1"/>
          </p:cNvPicPr>
          <p:nvPr>
            <p:ph idx="1"/>
          </p:nvPr>
        </p:nvPicPr>
        <p:blipFill>
          <a:blip r:embed="rId2"/>
          <a:stretch>
            <a:fillRect/>
          </a:stretch>
        </p:blipFill>
        <p:spPr>
          <a:xfrm>
            <a:off x="1344433" y="1846263"/>
            <a:ext cx="9563459" cy="4022725"/>
          </a:xfrm>
          <a:prstGeom prst="rect">
            <a:avLst/>
          </a:prstGeom>
        </p:spPr>
      </p:pic>
    </p:spTree>
    <p:extLst>
      <p:ext uri="{BB962C8B-B14F-4D97-AF65-F5344CB8AC3E}">
        <p14:creationId xmlns:p14="http://schemas.microsoft.com/office/powerpoint/2010/main" val="20689241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3C4D3-01A3-4A67-9AE9-1D9BE28A6448}"/>
              </a:ext>
            </a:extLst>
          </p:cNvPr>
          <p:cNvSpPr>
            <a:spLocks noGrp="1"/>
          </p:cNvSpPr>
          <p:nvPr>
            <p:ph type="title"/>
          </p:nvPr>
        </p:nvSpPr>
        <p:spPr/>
        <p:txBody>
          <a:bodyPr>
            <a:normAutofit/>
          </a:bodyPr>
          <a:lstStyle/>
          <a:p>
            <a:r>
              <a:rPr lang="en-US" sz="3600" dirty="0"/>
              <a:t>In this way, we will get the output of BFS to be A→B→C→D→E→F→G→H.</a:t>
            </a:r>
          </a:p>
        </p:txBody>
      </p:sp>
      <p:pic>
        <p:nvPicPr>
          <p:cNvPr id="4" name="Content Placeholder 3">
            <a:extLst>
              <a:ext uri="{FF2B5EF4-FFF2-40B4-BE49-F238E27FC236}">
                <a16:creationId xmlns:a16="http://schemas.microsoft.com/office/drawing/2014/main" id="{81FDF6E8-A18A-4C7F-715E-3D791A9319F3}"/>
              </a:ext>
            </a:extLst>
          </p:cNvPr>
          <p:cNvPicPr>
            <a:picLocks noGrp="1" noChangeAspect="1"/>
          </p:cNvPicPr>
          <p:nvPr>
            <p:ph idx="1"/>
          </p:nvPr>
        </p:nvPicPr>
        <p:blipFill>
          <a:blip r:embed="rId3"/>
          <a:stretch>
            <a:fillRect/>
          </a:stretch>
        </p:blipFill>
        <p:spPr>
          <a:xfrm>
            <a:off x="3735298" y="1846263"/>
            <a:ext cx="5043048" cy="4242565"/>
          </a:xfrm>
          <a:prstGeom prst="rect">
            <a:avLst/>
          </a:prstGeom>
        </p:spPr>
      </p:pic>
    </p:spTree>
    <p:extLst>
      <p:ext uri="{BB962C8B-B14F-4D97-AF65-F5344CB8AC3E}">
        <p14:creationId xmlns:p14="http://schemas.microsoft.com/office/powerpoint/2010/main" val="21107954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03E79FE5-AB9E-4126-8D0D-35158906EA05}"/>
              </a:ext>
            </a:extLst>
          </p:cNvPr>
          <p:cNvSpPr>
            <a:spLocks noGrp="1"/>
          </p:cNvSpPr>
          <p:nvPr>
            <p:ph type="body" idx="1"/>
          </p:nvPr>
        </p:nvSpPr>
        <p:spPr>
          <a:xfrm>
            <a:off x="1981200" y="5229225"/>
            <a:ext cx="8229600" cy="901700"/>
          </a:xfrm>
        </p:spPr>
        <p:txBody>
          <a:bodyPr/>
          <a:lstStyle/>
          <a:p>
            <a:pPr>
              <a:buFont typeface="Wingdings" panose="05000000000000000000" pitchFamily="2" charset="2"/>
              <a:buNone/>
            </a:pPr>
            <a:r>
              <a:rPr lang="en-US" altLang="en-US"/>
              <a:t>Start with A.  Put in the queue (marked </a:t>
            </a:r>
            <a:r>
              <a:rPr lang="en-US" altLang="en-US">
                <a:solidFill>
                  <a:srgbClr val="FF0000"/>
                </a:solidFill>
              </a:rPr>
              <a:t>red</a:t>
            </a:r>
            <a:r>
              <a:rPr lang="en-US" altLang="en-US"/>
              <a:t>)</a:t>
            </a:r>
          </a:p>
        </p:txBody>
      </p:sp>
      <p:grpSp>
        <p:nvGrpSpPr>
          <p:cNvPr id="62467" name="Group 4">
            <a:extLst>
              <a:ext uri="{FF2B5EF4-FFF2-40B4-BE49-F238E27FC236}">
                <a16:creationId xmlns:a16="http://schemas.microsoft.com/office/drawing/2014/main" id="{A9A3B567-F6CE-485B-B50F-996E93BAE2C4}"/>
              </a:ext>
            </a:extLst>
          </p:cNvPr>
          <p:cNvGrpSpPr>
            <a:grpSpLocks/>
          </p:cNvGrpSpPr>
          <p:nvPr/>
        </p:nvGrpSpPr>
        <p:grpSpPr bwMode="auto">
          <a:xfrm>
            <a:off x="5375275" y="1628775"/>
            <a:ext cx="1081088" cy="792163"/>
            <a:chOff x="2517" y="1434"/>
            <a:chExt cx="681" cy="499"/>
          </a:xfrm>
        </p:grpSpPr>
        <p:sp>
          <p:nvSpPr>
            <p:cNvPr id="62495" name="Oval 5">
              <a:extLst>
                <a:ext uri="{FF2B5EF4-FFF2-40B4-BE49-F238E27FC236}">
                  <a16:creationId xmlns:a16="http://schemas.microsoft.com/office/drawing/2014/main" id="{ADF1632B-15EA-4C27-9927-5A1808FD6657}"/>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2496" name="Text Box 6">
              <a:extLst>
                <a:ext uri="{FF2B5EF4-FFF2-40B4-BE49-F238E27FC236}">
                  <a16:creationId xmlns:a16="http://schemas.microsoft.com/office/drawing/2014/main" id="{6AF39CF4-6820-409F-B179-077560155CF3}"/>
                </a:ext>
              </a:extLst>
            </p:cNvPr>
            <p:cNvSpPr txBox="1">
              <a:spLocks noChangeArrowheads="1"/>
            </p:cNvSpPr>
            <p:nvPr/>
          </p:nvSpPr>
          <p:spPr bwMode="auto">
            <a:xfrm>
              <a:off x="2744" y="1525"/>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A</a:t>
              </a:r>
            </a:p>
          </p:txBody>
        </p:sp>
      </p:grpSp>
      <p:grpSp>
        <p:nvGrpSpPr>
          <p:cNvPr id="62468" name="Group 7">
            <a:extLst>
              <a:ext uri="{FF2B5EF4-FFF2-40B4-BE49-F238E27FC236}">
                <a16:creationId xmlns:a16="http://schemas.microsoft.com/office/drawing/2014/main" id="{0144FE93-96F2-4232-8062-81B28962E1CC}"/>
              </a:ext>
            </a:extLst>
          </p:cNvPr>
          <p:cNvGrpSpPr>
            <a:grpSpLocks/>
          </p:cNvGrpSpPr>
          <p:nvPr/>
        </p:nvGrpSpPr>
        <p:grpSpPr bwMode="auto">
          <a:xfrm>
            <a:off x="2927350" y="2349500"/>
            <a:ext cx="1081088" cy="792163"/>
            <a:chOff x="2517" y="1434"/>
            <a:chExt cx="681" cy="499"/>
          </a:xfrm>
        </p:grpSpPr>
        <p:sp>
          <p:nvSpPr>
            <p:cNvPr id="62493" name="Oval 8">
              <a:extLst>
                <a:ext uri="{FF2B5EF4-FFF2-40B4-BE49-F238E27FC236}">
                  <a16:creationId xmlns:a16="http://schemas.microsoft.com/office/drawing/2014/main" id="{5B2784C6-6233-431D-99D5-51AD935F4BE3}"/>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2494" name="Text Box 9">
              <a:extLst>
                <a:ext uri="{FF2B5EF4-FFF2-40B4-BE49-F238E27FC236}">
                  <a16:creationId xmlns:a16="http://schemas.microsoft.com/office/drawing/2014/main" id="{D9E354BC-7AE6-4A3D-948B-3CC924FFC903}"/>
                </a:ext>
              </a:extLst>
            </p:cNvPr>
            <p:cNvSpPr txBox="1">
              <a:spLocks noChangeArrowheads="1"/>
            </p:cNvSpPr>
            <p:nvPr/>
          </p:nvSpPr>
          <p:spPr bwMode="auto">
            <a:xfrm>
              <a:off x="2744" y="15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B</a:t>
              </a:r>
            </a:p>
          </p:txBody>
        </p:sp>
      </p:grpSp>
      <p:grpSp>
        <p:nvGrpSpPr>
          <p:cNvPr id="62469" name="Group 10">
            <a:extLst>
              <a:ext uri="{FF2B5EF4-FFF2-40B4-BE49-F238E27FC236}">
                <a16:creationId xmlns:a16="http://schemas.microsoft.com/office/drawing/2014/main" id="{737A9B10-AA39-418C-8092-958106F75D39}"/>
              </a:ext>
            </a:extLst>
          </p:cNvPr>
          <p:cNvGrpSpPr>
            <a:grpSpLocks/>
          </p:cNvGrpSpPr>
          <p:nvPr/>
        </p:nvGrpSpPr>
        <p:grpSpPr bwMode="auto">
          <a:xfrm>
            <a:off x="2063750" y="3286125"/>
            <a:ext cx="1081088" cy="792163"/>
            <a:chOff x="2517" y="1434"/>
            <a:chExt cx="681" cy="499"/>
          </a:xfrm>
        </p:grpSpPr>
        <p:sp>
          <p:nvSpPr>
            <p:cNvPr id="62491" name="Oval 11">
              <a:extLst>
                <a:ext uri="{FF2B5EF4-FFF2-40B4-BE49-F238E27FC236}">
                  <a16:creationId xmlns:a16="http://schemas.microsoft.com/office/drawing/2014/main" id="{BB9045FE-F1C7-42A3-B9F4-77FDEB0DC838}"/>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2492" name="Text Box 12">
              <a:extLst>
                <a:ext uri="{FF2B5EF4-FFF2-40B4-BE49-F238E27FC236}">
                  <a16:creationId xmlns:a16="http://schemas.microsoft.com/office/drawing/2014/main" id="{C5383A56-6234-4ACB-B0A8-E002C7E351E0}"/>
                </a:ext>
              </a:extLst>
            </p:cNvPr>
            <p:cNvSpPr txBox="1">
              <a:spLocks noChangeArrowheads="1"/>
            </p:cNvSpPr>
            <p:nvPr/>
          </p:nvSpPr>
          <p:spPr bwMode="auto">
            <a:xfrm>
              <a:off x="2744" y="152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G</a:t>
              </a:r>
            </a:p>
          </p:txBody>
        </p:sp>
      </p:grpSp>
      <p:grpSp>
        <p:nvGrpSpPr>
          <p:cNvPr id="62470" name="Group 13">
            <a:extLst>
              <a:ext uri="{FF2B5EF4-FFF2-40B4-BE49-F238E27FC236}">
                <a16:creationId xmlns:a16="http://schemas.microsoft.com/office/drawing/2014/main" id="{6BCE870F-13BE-489C-BB8B-8D6DDA809E0E}"/>
              </a:ext>
            </a:extLst>
          </p:cNvPr>
          <p:cNvGrpSpPr>
            <a:grpSpLocks/>
          </p:cNvGrpSpPr>
          <p:nvPr/>
        </p:nvGrpSpPr>
        <p:grpSpPr bwMode="auto">
          <a:xfrm>
            <a:off x="3863975" y="3213100"/>
            <a:ext cx="1081088" cy="792163"/>
            <a:chOff x="2517" y="1434"/>
            <a:chExt cx="681" cy="499"/>
          </a:xfrm>
        </p:grpSpPr>
        <p:sp>
          <p:nvSpPr>
            <p:cNvPr id="62489" name="Oval 14">
              <a:extLst>
                <a:ext uri="{FF2B5EF4-FFF2-40B4-BE49-F238E27FC236}">
                  <a16:creationId xmlns:a16="http://schemas.microsoft.com/office/drawing/2014/main" id="{76C58FE6-1444-4B16-A6FC-B8CEDFB6AAFC}"/>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2490" name="Text Box 15">
              <a:extLst>
                <a:ext uri="{FF2B5EF4-FFF2-40B4-BE49-F238E27FC236}">
                  <a16:creationId xmlns:a16="http://schemas.microsoft.com/office/drawing/2014/main" id="{CE4470AF-31C1-4D12-888F-2C8246EF5A2C}"/>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C</a:t>
              </a:r>
            </a:p>
          </p:txBody>
        </p:sp>
      </p:grpSp>
      <p:grpSp>
        <p:nvGrpSpPr>
          <p:cNvPr id="62471" name="Group 16">
            <a:extLst>
              <a:ext uri="{FF2B5EF4-FFF2-40B4-BE49-F238E27FC236}">
                <a16:creationId xmlns:a16="http://schemas.microsoft.com/office/drawing/2014/main" id="{AA304A8B-25AF-4632-99AE-A9B01E8D9055}"/>
              </a:ext>
            </a:extLst>
          </p:cNvPr>
          <p:cNvGrpSpPr>
            <a:grpSpLocks/>
          </p:cNvGrpSpPr>
          <p:nvPr/>
        </p:nvGrpSpPr>
        <p:grpSpPr bwMode="auto">
          <a:xfrm>
            <a:off x="7823200" y="2349500"/>
            <a:ext cx="1081088" cy="792163"/>
            <a:chOff x="2517" y="1434"/>
            <a:chExt cx="681" cy="499"/>
          </a:xfrm>
        </p:grpSpPr>
        <p:sp>
          <p:nvSpPr>
            <p:cNvPr id="62487" name="Oval 17">
              <a:extLst>
                <a:ext uri="{FF2B5EF4-FFF2-40B4-BE49-F238E27FC236}">
                  <a16:creationId xmlns:a16="http://schemas.microsoft.com/office/drawing/2014/main" id="{059D559B-C992-4917-9FEF-7D649E7A4BC1}"/>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2488" name="Text Box 18">
              <a:extLst>
                <a:ext uri="{FF2B5EF4-FFF2-40B4-BE49-F238E27FC236}">
                  <a16:creationId xmlns:a16="http://schemas.microsoft.com/office/drawing/2014/main" id="{1EA1BB50-73A3-418E-B041-1039962798F5}"/>
                </a:ext>
              </a:extLst>
            </p:cNvPr>
            <p:cNvSpPr txBox="1">
              <a:spLocks noChangeArrowheads="1"/>
            </p:cNvSpPr>
            <p:nvPr/>
          </p:nvSpPr>
          <p:spPr bwMode="auto">
            <a:xfrm>
              <a:off x="2744" y="1525"/>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E</a:t>
              </a:r>
            </a:p>
          </p:txBody>
        </p:sp>
      </p:grpSp>
      <p:grpSp>
        <p:nvGrpSpPr>
          <p:cNvPr id="62472" name="Group 19">
            <a:extLst>
              <a:ext uri="{FF2B5EF4-FFF2-40B4-BE49-F238E27FC236}">
                <a16:creationId xmlns:a16="http://schemas.microsoft.com/office/drawing/2014/main" id="{9C046001-9B39-4C3E-9B24-C41C3963BAA3}"/>
              </a:ext>
            </a:extLst>
          </p:cNvPr>
          <p:cNvGrpSpPr>
            <a:grpSpLocks/>
          </p:cNvGrpSpPr>
          <p:nvPr/>
        </p:nvGrpSpPr>
        <p:grpSpPr bwMode="auto">
          <a:xfrm>
            <a:off x="6238875" y="3213100"/>
            <a:ext cx="1081088" cy="792163"/>
            <a:chOff x="2517" y="1434"/>
            <a:chExt cx="681" cy="499"/>
          </a:xfrm>
        </p:grpSpPr>
        <p:sp>
          <p:nvSpPr>
            <p:cNvPr id="62485" name="Oval 20">
              <a:extLst>
                <a:ext uri="{FF2B5EF4-FFF2-40B4-BE49-F238E27FC236}">
                  <a16:creationId xmlns:a16="http://schemas.microsoft.com/office/drawing/2014/main" id="{0DE21AA4-E179-428C-AC55-B029D3A2F0AF}"/>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2486" name="Text Box 21">
              <a:extLst>
                <a:ext uri="{FF2B5EF4-FFF2-40B4-BE49-F238E27FC236}">
                  <a16:creationId xmlns:a16="http://schemas.microsoft.com/office/drawing/2014/main" id="{D9D37CA1-0EF3-4EBB-8A1D-4C847C1A4023}"/>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D</a:t>
              </a:r>
            </a:p>
          </p:txBody>
        </p:sp>
      </p:grpSp>
      <p:grpSp>
        <p:nvGrpSpPr>
          <p:cNvPr id="62473" name="Group 25">
            <a:extLst>
              <a:ext uri="{FF2B5EF4-FFF2-40B4-BE49-F238E27FC236}">
                <a16:creationId xmlns:a16="http://schemas.microsoft.com/office/drawing/2014/main" id="{33DAD13B-10DC-463E-9740-9D59A8FD5AF8}"/>
              </a:ext>
            </a:extLst>
          </p:cNvPr>
          <p:cNvGrpSpPr>
            <a:grpSpLocks/>
          </p:cNvGrpSpPr>
          <p:nvPr/>
        </p:nvGrpSpPr>
        <p:grpSpPr bwMode="auto">
          <a:xfrm>
            <a:off x="7104063" y="4437063"/>
            <a:ext cx="1081087" cy="792162"/>
            <a:chOff x="2517" y="1434"/>
            <a:chExt cx="681" cy="499"/>
          </a:xfrm>
        </p:grpSpPr>
        <p:sp>
          <p:nvSpPr>
            <p:cNvPr id="62483" name="Oval 26">
              <a:extLst>
                <a:ext uri="{FF2B5EF4-FFF2-40B4-BE49-F238E27FC236}">
                  <a16:creationId xmlns:a16="http://schemas.microsoft.com/office/drawing/2014/main" id="{E3C16957-4E6F-4348-B87E-B628A9CBE77A}"/>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2484" name="Text Box 27">
              <a:extLst>
                <a:ext uri="{FF2B5EF4-FFF2-40B4-BE49-F238E27FC236}">
                  <a16:creationId xmlns:a16="http://schemas.microsoft.com/office/drawing/2014/main" id="{F5048AE6-328D-4044-807A-5E2E6FC4E767}"/>
                </a:ext>
              </a:extLst>
            </p:cNvPr>
            <p:cNvSpPr txBox="1">
              <a:spLocks noChangeArrowheads="1"/>
            </p:cNvSpPr>
            <p:nvPr/>
          </p:nvSpPr>
          <p:spPr bwMode="auto">
            <a:xfrm>
              <a:off x="2744" y="152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F</a:t>
              </a:r>
            </a:p>
          </p:txBody>
        </p:sp>
      </p:grpSp>
      <p:sp>
        <p:nvSpPr>
          <p:cNvPr id="62474" name="Line 31">
            <a:extLst>
              <a:ext uri="{FF2B5EF4-FFF2-40B4-BE49-F238E27FC236}">
                <a16:creationId xmlns:a16="http://schemas.microsoft.com/office/drawing/2014/main" id="{B5EBD8E6-4B25-4CAA-9E41-80F5AF28FE52}"/>
              </a:ext>
            </a:extLst>
          </p:cNvPr>
          <p:cNvSpPr>
            <a:spLocks noChangeShapeType="1"/>
          </p:cNvSpPr>
          <p:nvPr/>
        </p:nvSpPr>
        <p:spPr bwMode="auto">
          <a:xfrm flipH="1">
            <a:off x="4006850" y="2276475"/>
            <a:ext cx="1439863"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5" name="Line 32">
            <a:extLst>
              <a:ext uri="{FF2B5EF4-FFF2-40B4-BE49-F238E27FC236}">
                <a16:creationId xmlns:a16="http://schemas.microsoft.com/office/drawing/2014/main" id="{CC3DD34E-5918-4EA0-874A-F2D4262E1476}"/>
              </a:ext>
            </a:extLst>
          </p:cNvPr>
          <p:cNvSpPr>
            <a:spLocks noChangeShapeType="1"/>
          </p:cNvSpPr>
          <p:nvPr/>
        </p:nvSpPr>
        <p:spPr bwMode="auto">
          <a:xfrm>
            <a:off x="6383338" y="2205038"/>
            <a:ext cx="14398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6" name="Line 33">
            <a:extLst>
              <a:ext uri="{FF2B5EF4-FFF2-40B4-BE49-F238E27FC236}">
                <a16:creationId xmlns:a16="http://schemas.microsoft.com/office/drawing/2014/main" id="{F33D4A8B-7651-49A2-85F9-650F37FDD910}"/>
              </a:ext>
            </a:extLst>
          </p:cNvPr>
          <p:cNvSpPr>
            <a:spLocks noChangeShapeType="1"/>
          </p:cNvSpPr>
          <p:nvPr/>
        </p:nvSpPr>
        <p:spPr bwMode="auto">
          <a:xfrm flipH="1">
            <a:off x="7824788" y="3068638"/>
            <a:ext cx="86360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7" name="Line 34">
            <a:extLst>
              <a:ext uri="{FF2B5EF4-FFF2-40B4-BE49-F238E27FC236}">
                <a16:creationId xmlns:a16="http://schemas.microsoft.com/office/drawing/2014/main" id="{CE16ADAF-94E0-4E32-941B-42775C905B67}"/>
              </a:ext>
            </a:extLst>
          </p:cNvPr>
          <p:cNvSpPr>
            <a:spLocks noChangeShapeType="1"/>
          </p:cNvSpPr>
          <p:nvPr/>
        </p:nvSpPr>
        <p:spPr bwMode="auto">
          <a:xfrm flipH="1">
            <a:off x="7319963" y="3068638"/>
            <a:ext cx="647700" cy="433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8" name="Line 35">
            <a:extLst>
              <a:ext uri="{FF2B5EF4-FFF2-40B4-BE49-F238E27FC236}">
                <a16:creationId xmlns:a16="http://schemas.microsoft.com/office/drawing/2014/main" id="{B0377774-D918-4517-ADE9-39F47D41F5C5}"/>
              </a:ext>
            </a:extLst>
          </p:cNvPr>
          <p:cNvSpPr>
            <a:spLocks noChangeShapeType="1"/>
          </p:cNvSpPr>
          <p:nvPr/>
        </p:nvSpPr>
        <p:spPr bwMode="auto">
          <a:xfrm>
            <a:off x="6959600" y="4005263"/>
            <a:ext cx="287338" cy="5048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9" name="Line 36">
            <a:extLst>
              <a:ext uri="{FF2B5EF4-FFF2-40B4-BE49-F238E27FC236}">
                <a16:creationId xmlns:a16="http://schemas.microsoft.com/office/drawing/2014/main" id="{EDD9D4A0-70BD-4695-84C4-897F5D2A7B98}"/>
              </a:ext>
            </a:extLst>
          </p:cNvPr>
          <p:cNvSpPr>
            <a:spLocks noChangeShapeType="1"/>
          </p:cNvSpPr>
          <p:nvPr/>
        </p:nvSpPr>
        <p:spPr bwMode="auto">
          <a:xfrm flipH="1" flipV="1">
            <a:off x="4943475" y="3789363"/>
            <a:ext cx="2089150" cy="10080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0" name="Line 37">
            <a:extLst>
              <a:ext uri="{FF2B5EF4-FFF2-40B4-BE49-F238E27FC236}">
                <a16:creationId xmlns:a16="http://schemas.microsoft.com/office/drawing/2014/main" id="{C47EF795-E4EA-4297-AF1D-9C8D18F3524B}"/>
              </a:ext>
            </a:extLst>
          </p:cNvPr>
          <p:cNvSpPr>
            <a:spLocks noChangeShapeType="1"/>
          </p:cNvSpPr>
          <p:nvPr/>
        </p:nvSpPr>
        <p:spPr bwMode="auto">
          <a:xfrm>
            <a:off x="3719513" y="3068638"/>
            <a:ext cx="287337" cy="2174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1" name="Line 38">
            <a:extLst>
              <a:ext uri="{FF2B5EF4-FFF2-40B4-BE49-F238E27FC236}">
                <a16:creationId xmlns:a16="http://schemas.microsoft.com/office/drawing/2014/main" id="{60DE45E4-554F-465B-87AC-E1B0C32E4999}"/>
              </a:ext>
            </a:extLst>
          </p:cNvPr>
          <p:cNvSpPr>
            <a:spLocks noChangeShapeType="1"/>
          </p:cNvSpPr>
          <p:nvPr/>
        </p:nvSpPr>
        <p:spPr bwMode="auto">
          <a:xfrm flipH="1">
            <a:off x="2927350" y="3141663"/>
            <a:ext cx="287338" cy="2159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2" name="Rectangle 39">
            <a:extLst>
              <a:ext uri="{FF2B5EF4-FFF2-40B4-BE49-F238E27FC236}">
                <a16:creationId xmlns:a16="http://schemas.microsoft.com/office/drawing/2014/main" id="{7167A681-320A-4918-860D-21A6D1D60C0D}"/>
              </a:ext>
            </a:extLst>
          </p:cNvPr>
          <p:cNvSpPr>
            <a:spLocks noChangeArrowheads="1"/>
          </p:cNvSpPr>
          <p:nvPr/>
        </p:nvSpPr>
        <p:spPr bwMode="auto">
          <a:xfrm>
            <a:off x="1524000" y="38100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Queue: 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a:extLst>
              <a:ext uri="{FF2B5EF4-FFF2-40B4-BE49-F238E27FC236}">
                <a16:creationId xmlns:a16="http://schemas.microsoft.com/office/drawing/2014/main" id="{E9E7EE6C-F716-4AAE-BBA0-1E9C5E1DA7AA}"/>
              </a:ext>
            </a:extLst>
          </p:cNvPr>
          <p:cNvSpPr>
            <a:spLocks noGrp="1"/>
          </p:cNvSpPr>
          <p:nvPr>
            <p:ph type="body" idx="1"/>
          </p:nvPr>
        </p:nvSpPr>
        <p:spPr>
          <a:xfrm>
            <a:off x="1981200" y="5229225"/>
            <a:ext cx="8229600" cy="901700"/>
          </a:xfrm>
        </p:spPr>
        <p:txBody>
          <a:bodyPr/>
          <a:lstStyle/>
          <a:p>
            <a:pPr>
              <a:buFont typeface="Wingdings" panose="05000000000000000000" pitchFamily="2" charset="2"/>
              <a:buNone/>
            </a:pPr>
            <a:r>
              <a:rPr lang="en-US" altLang="en-US"/>
              <a:t>B and E are next</a:t>
            </a:r>
          </a:p>
        </p:txBody>
      </p:sp>
      <p:grpSp>
        <p:nvGrpSpPr>
          <p:cNvPr id="63491" name="Group 4">
            <a:extLst>
              <a:ext uri="{FF2B5EF4-FFF2-40B4-BE49-F238E27FC236}">
                <a16:creationId xmlns:a16="http://schemas.microsoft.com/office/drawing/2014/main" id="{F260DD9F-EF76-49F0-9A3E-D5CE320CB0BB}"/>
              </a:ext>
            </a:extLst>
          </p:cNvPr>
          <p:cNvGrpSpPr>
            <a:grpSpLocks/>
          </p:cNvGrpSpPr>
          <p:nvPr/>
        </p:nvGrpSpPr>
        <p:grpSpPr bwMode="auto">
          <a:xfrm>
            <a:off x="5375275" y="1628775"/>
            <a:ext cx="1081088" cy="792163"/>
            <a:chOff x="2517" y="1434"/>
            <a:chExt cx="681" cy="499"/>
          </a:xfrm>
        </p:grpSpPr>
        <p:sp>
          <p:nvSpPr>
            <p:cNvPr id="63519" name="Oval 5">
              <a:extLst>
                <a:ext uri="{FF2B5EF4-FFF2-40B4-BE49-F238E27FC236}">
                  <a16:creationId xmlns:a16="http://schemas.microsoft.com/office/drawing/2014/main" id="{C04F07EA-45B1-4A3D-AE0F-5AEEBCF572BC}"/>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3520" name="Text Box 6">
              <a:extLst>
                <a:ext uri="{FF2B5EF4-FFF2-40B4-BE49-F238E27FC236}">
                  <a16:creationId xmlns:a16="http://schemas.microsoft.com/office/drawing/2014/main" id="{7DEED044-B038-48DB-8C2F-131F2497E3F6}"/>
                </a:ext>
              </a:extLst>
            </p:cNvPr>
            <p:cNvSpPr txBox="1">
              <a:spLocks noChangeArrowheads="1"/>
            </p:cNvSpPr>
            <p:nvPr/>
          </p:nvSpPr>
          <p:spPr bwMode="auto">
            <a:xfrm>
              <a:off x="2744" y="1525"/>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A</a:t>
              </a:r>
            </a:p>
          </p:txBody>
        </p:sp>
      </p:grpSp>
      <p:grpSp>
        <p:nvGrpSpPr>
          <p:cNvPr id="63492" name="Group 7">
            <a:extLst>
              <a:ext uri="{FF2B5EF4-FFF2-40B4-BE49-F238E27FC236}">
                <a16:creationId xmlns:a16="http://schemas.microsoft.com/office/drawing/2014/main" id="{591FB06D-A6DB-46BA-8CB8-8DB7F813BB31}"/>
              </a:ext>
            </a:extLst>
          </p:cNvPr>
          <p:cNvGrpSpPr>
            <a:grpSpLocks/>
          </p:cNvGrpSpPr>
          <p:nvPr/>
        </p:nvGrpSpPr>
        <p:grpSpPr bwMode="auto">
          <a:xfrm>
            <a:off x="2927350" y="2349500"/>
            <a:ext cx="1081088" cy="792163"/>
            <a:chOff x="2517" y="1434"/>
            <a:chExt cx="681" cy="499"/>
          </a:xfrm>
        </p:grpSpPr>
        <p:sp>
          <p:nvSpPr>
            <p:cNvPr id="63517" name="Oval 8">
              <a:extLst>
                <a:ext uri="{FF2B5EF4-FFF2-40B4-BE49-F238E27FC236}">
                  <a16:creationId xmlns:a16="http://schemas.microsoft.com/office/drawing/2014/main" id="{BEB53202-57E1-42BC-AC46-E49B128391FD}"/>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3518" name="Text Box 9">
              <a:extLst>
                <a:ext uri="{FF2B5EF4-FFF2-40B4-BE49-F238E27FC236}">
                  <a16:creationId xmlns:a16="http://schemas.microsoft.com/office/drawing/2014/main" id="{00F4EB12-9359-4CC7-8AC3-B8B1F0815252}"/>
                </a:ext>
              </a:extLst>
            </p:cNvPr>
            <p:cNvSpPr txBox="1">
              <a:spLocks noChangeArrowheads="1"/>
            </p:cNvSpPr>
            <p:nvPr/>
          </p:nvSpPr>
          <p:spPr bwMode="auto">
            <a:xfrm>
              <a:off x="2744" y="15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B</a:t>
              </a:r>
            </a:p>
          </p:txBody>
        </p:sp>
      </p:grpSp>
      <p:grpSp>
        <p:nvGrpSpPr>
          <p:cNvPr id="63493" name="Group 10">
            <a:extLst>
              <a:ext uri="{FF2B5EF4-FFF2-40B4-BE49-F238E27FC236}">
                <a16:creationId xmlns:a16="http://schemas.microsoft.com/office/drawing/2014/main" id="{56D08707-EB46-4A66-B746-EC65A7C62968}"/>
              </a:ext>
            </a:extLst>
          </p:cNvPr>
          <p:cNvGrpSpPr>
            <a:grpSpLocks/>
          </p:cNvGrpSpPr>
          <p:nvPr/>
        </p:nvGrpSpPr>
        <p:grpSpPr bwMode="auto">
          <a:xfrm>
            <a:off x="2063750" y="3286125"/>
            <a:ext cx="1081088" cy="792163"/>
            <a:chOff x="2517" y="1434"/>
            <a:chExt cx="681" cy="499"/>
          </a:xfrm>
        </p:grpSpPr>
        <p:sp>
          <p:nvSpPr>
            <p:cNvPr id="63515" name="Oval 11">
              <a:extLst>
                <a:ext uri="{FF2B5EF4-FFF2-40B4-BE49-F238E27FC236}">
                  <a16:creationId xmlns:a16="http://schemas.microsoft.com/office/drawing/2014/main" id="{B973E0F4-3005-47BC-BF4A-9A6B71BE5B45}"/>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3516" name="Text Box 12">
              <a:extLst>
                <a:ext uri="{FF2B5EF4-FFF2-40B4-BE49-F238E27FC236}">
                  <a16:creationId xmlns:a16="http://schemas.microsoft.com/office/drawing/2014/main" id="{A143A6CA-02EE-4B95-8A05-49B3853D5F92}"/>
                </a:ext>
              </a:extLst>
            </p:cNvPr>
            <p:cNvSpPr txBox="1">
              <a:spLocks noChangeArrowheads="1"/>
            </p:cNvSpPr>
            <p:nvPr/>
          </p:nvSpPr>
          <p:spPr bwMode="auto">
            <a:xfrm>
              <a:off x="2744" y="152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G</a:t>
              </a:r>
            </a:p>
          </p:txBody>
        </p:sp>
      </p:grpSp>
      <p:grpSp>
        <p:nvGrpSpPr>
          <p:cNvPr id="63494" name="Group 13">
            <a:extLst>
              <a:ext uri="{FF2B5EF4-FFF2-40B4-BE49-F238E27FC236}">
                <a16:creationId xmlns:a16="http://schemas.microsoft.com/office/drawing/2014/main" id="{6488FB8D-6668-44A7-B47C-B074B2472586}"/>
              </a:ext>
            </a:extLst>
          </p:cNvPr>
          <p:cNvGrpSpPr>
            <a:grpSpLocks/>
          </p:cNvGrpSpPr>
          <p:nvPr/>
        </p:nvGrpSpPr>
        <p:grpSpPr bwMode="auto">
          <a:xfrm>
            <a:off x="3863975" y="3213100"/>
            <a:ext cx="1081088" cy="792163"/>
            <a:chOff x="2517" y="1434"/>
            <a:chExt cx="681" cy="499"/>
          </a:xfrm>
        </p:grpSpPr>
        <p:sp>
          <p:nvSpPr>
            <p:cNvPr id="63513" name="Oval 14">
              <a:extLst>
                <a:ext uri="{FF2B5EF4-FFF2-40B4-BE49-F238E27FC236}">
                  <a16:creationId xmlns:a16="http://schemas.microsoft.com/office/drawing/2014/main" id="{E6478B38-8842-4609-8456-9263565DDBD4}"/>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3514" name="Text Box 15">
              <a:extLst>
                <a:ext uri="{FF2B5EF4-FFF2-40B4-BE49-F238E27FC236}">
                  <a16:creationId xmlns:a16="http://schemas.microsoft.com/office/drawing/2014/main" id="{BB296B96-80C9-44F2-85CA-967D9741EDA6}"/>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C</a:t>
              </a:r>
            </a:p>
          </p:txBody>
        </p:sp>
      </p:grpSp>
      <p:grpSp>
        <p:nvGrpSpPr>
          <p:cNvPr id="63495" name="Group 16">
            <a:extLst>
              <a:ext uri="{FF2B5EF4-FFF2-40B4-BE49-F238E27FC236}">
                <a16:creationId xmlns:a16="http://schemas.microsoft.com/office/drawing/2014/main" id="{118385AC-D930-438E-B2FF-41451EDC66F0}"/>
              </a:ext>
            </a:extLst>
          </p:cNvPr>
          <p:cNvGrpSpPr>
            <a:grpSpLocks/>
          </p:cNvGrpSpPr>
          <p:nvPr/>
        </p:nvGrpSpPr>
        <p:grpSpPr bwMode="auto">
          <a:xfrm>
            <a:off x="7823200" y="2349500"/>
            <a:ext cx="1081088" cy="792163"/>
            <a:chOff x="2517" y="1434"/>
            <a:chExt cx="681" cy="499"/>
          </a:xfrm>
        </p:grpSpPr>
        <p:sp>
          <p:nvSpPr>
            <p:cNvPr id="63511" name="Oval 17">
              <a:extLst>
                <a:ext uri="{FF2B5EF4-FFF2-40B4-BE49-F238E27FC236}">
                  <a16:creationId xmlns:a16="http://schemas.microsoft.com/office/drawing/2014/main" id="{B9C2692D-0E9F-4E50-84EF-78D40B008270}"/>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3512" name="Text Box 18">
              <a:extLst>
                <a:ext uri="{FF2B5EF4-FFF2-40B4-BE49-F238E27FC236}">
                  <a16:creationId xmlns:a16="http://schemas.microsoft.com/office/drawing/2014/main" id="{3E2D159F-9ECB-44D1-8C98-7745CE40ED80}"/>
                </a:ext>
              </a:extLst>
            </p:cNvPr>
            <p:cNvSpPr txBox="1">
              <a:spLocks noChangeArrowheads="1"/>
            </p:cNvSpPr>
            <p:nvPr/>
          </p:nvSpPr>
          <p:spPr bwMode="auto">
            <a:xfrm>
              <a:off x="2744" y="1525"/>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E</a:t>
              </a:r>
            </a:p>
          </p:txBody>
        </p:sp>
      </p:grpSp>
      <p:grpSp>
        <p:nvGrpSpPr>
          <p:cNvPr id="63496" name="Group 19">
            <a:extLst>
              <a:ext uri="{FF2B5EF4-FFF2-40B4-BE49-F238E27FC236}">
                <a16:creationId xmlns:a16="http://schemas.microsoft.com/office/drawing/2014/main" id="{65667542-7580-4BCE-AF3C-B73B7B4DA409}"/>
              </a:ext>
            </a:extLst>
          </p:cNvPr>
          <p:cNvGrpSpPr>
            <a:grpSpLocks/>
          </p:cNvGrpSpPr>
          <p:nvPr/>
        </p:nvGrpSpPr>
        <p:grpSpPr bwMode="auto">
          <a:xfrm>
            <a:off x="6238875" y="3213100"/>
            <a:ext cx="1081088" cy="792163"/>
            <a:chOff x="2517" y="1434"/>
            <a:chExt cx="681" cy="499"/>
          </a:xfrm>
        </p:grpSpPr>
        <p:sp>
          <p:nvSpPr>
            <p:cNvPr id="63509" name="Oval 20">
              <a:extLst>
                <a:ext uri="{FF2B5EF4-FFF2-40B4-BE49-F238E27FC236}">
                  <a16:creationId xmlns:a16="http://schemas.microsoft.com/office/drawing/2014/main" id="{373A2D98-E549-4C66-A284-C20E56803326}"/>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3510" name="Text Box 21">
              <a:extLst>
                <a:ext uri="{FF2B5EF4-FFF2-40B4-BE49-F238E27FC236}">
                  <a16:creationId xmlns:a16="http://schemas.microsoft.com/office/drawing/2014/main" id="{E83E01F9-0951-408C-9C59-31AB4F19ED4E}"/>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D</a:t>
              </a:r>
            </a:p>
          </p:txBody>
        </p:sp>
      </p:grpSp>
      <p:grpSp>
        <p:nvGrpSpPr>
          <p:cNvPr id="63497" name="Group 22">
            <a:extLst>
              <a:ext uri="{FF2B5EF4-FFF2-40B4-BE49-F238E27FC236}">
                <a16:creationId xmlns:a16="http://schemas.microsoft.com/office/drawing/2014/main" id="{DB0E6B97-91AF-4619-A7F9-548A70D9B0AC}"/>
              </a:ext>
            </a:extLst>
          </p:cNvPr>
          <p:cNvGrpSpPr>
            <a:grpSpLocks/>
          </p:cNvGrpSpPr>
          <p:nvPr/>
        </p:nvGrpSpPr>
        <p:grpSpPr bwMode="auto">
          <a:xfrm>
            <a:off x="7104063" y="4437063"/>
            <a:ext cx="1081087" cy="792162"/>
            <a:chOff x="2517" y="1434"/>
            <a:chExt cx="681" cy="499"/>
          </a:xfrm>
        </p:grpSpPr>
        <p:sp>
          <p:nvSpPr>
            <p:cNvPr id="63507" name="Oval 23">
              <a:extLst>
                <a:ext uri="{FF2B5EF4-FFF2-40B4-BE49-F238E27FC236}">
                  <a16:creationId xmlns:a16="http://schemas.microsoft.com/office/drawing/2014/main" id="{F7BC02E3-231E-4189-AF17-7311828A89F7}"/>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3508" name="Text Box 24">
              <a:extLst>
                <a:ext uri="{FF2B5EF4-FFF2-40B4-BE49-F238E27FC236}">
                  <a16:creationId xmlns:a16="http://schemas.microsoft.com/office/drawing/2014/main" id="{E0E195B0-3840-4B9D-AABA-4EDDA3D15724}"/>
                </a:ext>
              </a:extLst>
            </p:cNvPr>
            <p:cNvSpPr txBox="1">
              <a:spLocks noChangeArrowheads="1"/>
            </p:cNvSpPr>
            <p:nvPr/>
          </p:nvSpPr>
          <p:spPr bwMode="auto">
            <a:xfrm>
              <a:off x="2744" y="152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F</a:t>
              </a:r>
            </a:p>
          </p:txBody>
        </p:sp>
      </p:grpSp>
      <p:sp>
        <p:nvSpPr>
          <p:cNvPr id="63498" name="Line 25">
            <a:extLst>
              <a:ext uri="{FF2B5EF4-FFF2-40B4-BE49-F238E27FC236}">
                <a16:creationId xmlns:a16="http://schemas.microsoft.com/office/drawing/2014/main" id="{856FCF00-C1E8-4D49-9722-F91E82FA912C}"/>
              </a:ext>
            </a:extLst>
          </p:cNvPr>
          <p:cNvSpPr>
            <a:spLocks noChangeShapeType="1"/>
          </p:cNvSpPr>
          <p:nvPr/>
        </p:nvSpPr>
        <p:spPr bwMode="auto">
          <a:xfrm flipH="1">
            <a:off x="4006850" y="2276475"/>
            <a:ext cx="1439863"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9" name="Line 26">
            <a:extLst>
              <a:ext uri="{FF2B5EF4-FFF2-40B4-BE49-F238E27FC236}">
                <a16:creationId xmlns:a16="http://schemas.microsoft.com/office/drawing/2014/main" id="{FCA87B63-7C7F-4054-84F5-B0BFACF6845E}"/>
              </a:ext>
            </a:extLst>
          </p:cNvPr>
          <p:cNvSpPr>
            <a:spLocks noChangeShapeType="1"/>
          </p:cNvSpPr>
          <p:nvPr/>
        </p:nvSpPr>
        <p:spPr bwMode="auto">
          <a:xfrm>
            <a:off x="6383338" y="2205038"/>
            <a:ext cx="14398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0" name="Line 27">
            <a:extLst>
              <a:ext uri="{FF2B5EF4-FFF2-40B4-BE49-F238E27FC236}">
                <a16:creationId xmlns:a16="http://schemas.microsoft.com/office/drawing/2014/main" id="{BC48716A-54E4-45FA-9824-5DB422B56F50}"/>
              </a:ext>
            </a:extLst>
          </p:cNvPr>
          <p:cNvSpPr>
            <a:spLocks noChangeShapeType="1"/>
          </p:cNvSpPr>
          <p:nvPr/>
        </p:nvSpPr>
        <p:spPr bwMode="auto">
          <a:xfrm flipH="1">
            <a:off x="7824788" y="3068638"/>
            <a:ext cx="86360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1" name="Line 28">
            <a:extLst>
              <a:ext uri="{FF2B5EF4-FFF2-40B4-BE49-F238E27FC236}">
                <a16:creationId xmlns:a16="http://schemas.microsoft.com/office/drawing/2014/main" id="{AA9C4E47-3364-4A7C-B301-799DA905A1FD}"/>
              </a:ext>
            </a:extLst>
          </p:cNvPr>
          <p:cNvSpPr>
            <a:spLocks noChangeShapeType="1"/>
          </p:cNvSpPr>
          <p:nvPr/>
        </p:nvSpPr>
        <p:spPr bwMode="auto">
          <a:xfrm flipH="1">
            <a:off x="7319963" y="3068638"/>
            <a:ext cx="647700" cy="433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2" name="Line 29">
            <a:extLst>
              <a:ext uri="{FF2B5EF4-FFF2-40B4-BE49-F238E27FC236}">
                <a16:creationId xmlns:a16="http://schemas.microsoft.com/office/drawing/2014/main" id="{51DB58EF-730D-4B35-A4BD-9DFD8AC0AB36}"/>
              </a:ext>
            </a:extLst>
          </p:cNvPr>
          <p:cNvSpPr>
            <a:spLocks noChangeShapeType="1"/>
          </p:cNvSpPr>
          <p:nvPr/>
        </p:nvSpPr>
        <p:spPr bwMode="auto">
          <a:xfrm>
            <a:off x="6959600" y="4005263"/>
            <a:ext cx="287338" cy="5048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3" name="Line 30">
            <a:extLst>
              <a:ext uri="{FF2B5EF4-FFF2-40B4-BE49-F238E27FC236}">
                <a16:creationId xmlns:a16="http://schemas.microsoft.com/office/drawing/2014/main" id="{584224BB-DBF3-470B-BC37-71AAFC0FC512}"/>
              </a:ext>
            </a:extLst>
          </p:cNvPr>
          <p:cNvSpPr>
            <a:spLocks noChangeShapeType="1"/>
          </p:cNvSpPr>
          <p:nvPr/>
        </p:nvSpPr>
        <p:spPr bwMode="auto">
          <a:xfrm flipH="1" flipV="1">
            <a:off x="4943475" y="3789363"/>
            <a:ext cx="2089150" cy="10080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4" name="Line 31">
            <a:extLst>
              <a:ext uri="{FF2B5EF4-FFF2-40B4-BE49-F238E27FC236}">
                <a16:creationId xmlns:a16="http://schemas.microsoft.com/office/drawing/2014/main" id="{EB877893-E0F4-48AC-B31C-7F3861D195A0}"/>
              </a:ext>
            </a:extLst>
          </p:cNvPr>
          <p:cNvSpPr>
            <a:spLocks noChangeShapeType="1"/>
          </p:cNvSpPr>
          <p:nvPr/>
        </p:nvSpPr>
        <p:spPr bwMode="auto">
          <a:xfrm>
            <a:off x="3719513" y="3068638"/>
            <a:ext cx="287337" cy="2174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5" name="Line 32">
            <a:extLst>
              <a:ext uri="{FF2B5EF4-FFF2-40B4-BE49-F238E27FC236}">
                <a16:creationId xmlns:a16="http://schemas.microsoft.com/office/drawing/2014/main" id="{31D5D4C6-10D0-48FF-90A4-49CBBEA9E908}"/>
              </a:ext>
            </a:extLst>
          </p:cNvPr>
          <p:cNvSpPr>
            <a:spLocks noChangeShapeType="1"/>
          </p:cNvSpPr>
          <p:nvPr/>
        </p:nvSpPr>
        <p:spPr bwMode="auto">
          <a:xfrm flipH="1">
            <a:off x="2927350" y="3141663"/>
            <a:ext cx="287338" cy="2159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6" name="Rectangle 34">
            <a:extLst>
              <a:ext uri="{FF2B5EF4-FFF2-40B4-BE49-F238E27FC236}">
                <a16:creationId xmlns:a16="http://schemas.microsoft.com/office/drawing/2014/main" id="{D61AFBD5-6CFA-4A8B-AA3C-62824D5023B5}"/>
              </a:ext>
            </a:extLst>
          </p:cNvPr>
          <p:cNvSpPr>
            <a:spLocks noChangeArrowheads="1"/>
          </p:cNvSpPr>
          <p:nvPr/>
        </p:nvSpPr>
        <p:spPr bwMode="auto">
          <a:xfrm>
            <a:off x="1524000" y="981075"/>
            <a:ext cx="82296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Queue: </a:t>
            </a:r>
            <a:r>
              <a:rPr lang="en-US" altLang="en-US" sz="3000">
                <a:solidFill>
                  <a:schemeClr val="bg2"/>
                </a:solidFill>
                <a:latin typeface="Times New Roman" panose="02020603050405020304" pitchFamily="18" charset="0"/>
              </a:rPr>
              <a:t>A</a:t>
            </a:r>
            <a:r>
              <a:rPr lang="en-US" altLang="en-US" sz="3000">
                <a:latin typeface="Times New Roman" panose="02020603050405020304" pitchFamily="18" charset="0"/>
              </a:rPr>
              <a:t> B 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a:extLst>
              <a:ext uri="{FF2B5EF4-FFF2-40B4-BE49-F238E27FC236}">
                <a16:creationId xmlns:a16="http://schemas.microsoft.com/office/drawing/2014/main" id="{C00A1147-426F-4B2F-B1C6-ACDA40C6755C}"/>
              </a:ext>
            </a:extLst>
          </p:cNvPr>
          <p:cNvSpPr>
            <a:spLocks noGrp="1"/>
          </p:cNvSpPr>
          <p:nvPr>
            <p:ph type="body" idx="1"/>
          </p:nvPr>
        </p:nvSpPr>
        <p:spPr>
          <a:xfrm>
            <a:off x="1981200" y="5229225"/>
            <a:ext cx="8229600" cy="1008063"/>
          </a:xfrm>
        </p:spPr>
        <p:txBody>
          <a:bodyPr/>
          <a:lstStyle/>
          <a:p>
            <a:pPr>
              <a:buFont typeface="Wingdings" panose="05000000000000000000" pitchFamily="2" charset="2"/>
              <a:buNone/>
            </a:pPr>
            <a:r>
              <a:rPr lang="en-US" altLang="en-US"/>
              <a:t>When we go to B, we put G and C in the queue</a:t>
            </a:r>
          </a:p>
          <a:p>
            <a:pPr>
              <a:buFont typeface="Wingdings" panose="05000000000000000000" pitchFamily="2" charset="2"/>
              <a:buNone/>
            </a:pPr>
            <a:r>
              <a:rPr lang="en-US" altLang="en-US"/>
              <a:t>When we go to E, we put D and F in the queue</a:t>
            </a:r>
          </a:p>
        </p:txBody>
      </p:sp>
      <p:grpSp>
        <p:nvGrpSpPr>
          <p:cNvPr id="64515" name="Group 4">
            <a:extLst>
              <a:ext uri="{FF2B5EF4-FFF2-40B4-BE49-F238E27FC236}">
                <a16:creationId xmlns:a16="http://schemas.microsoft.com/office/drawing/2014/main" id="{D6A314B3-8B10-4C51-9EFC-31D3C25CDA46}"/>
              </a:ext>
            </a:extLst>
          </p:cNvPr>
          <p:cNvGrpSpPr>
            <a:grpSpLocks/>
          </p:cNvGrpSpPr>
          <p:nvPr/>
        </p:nvGrpSpPr>
        <p:grpSpPr bwMode="auto">
          <a:xfrm>
            <a:off x="5375275" y="1628775"/>
            <a:ext cx="1081088" cy="792163"/>
            <a:chOff x="2517" y="1434"/>
            <a:chExt cx="681" cy="499"/>
          </a:xfrm>
        </p:grpSpPr>
        <p:sp>
          <p:nvSpPr>
            <p:cNvPr id="64543" name="Oval 5">
              <a:extLst>
                <a:ext uri="{FF2B5EF4-FFF2-40B4-BE49-F238E27FC236}">
                  <a16:creationId xmlns:a16="http://schemas.microsoft.com/office/drawing/2014/main" id="{C1D9BB4A-B309-4847-AF3F-6E97B4960196}"/>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4544" name="Text Box 6">
              <a:extLst>
                <a:ext uri="{FF2B5EF4-FFF2-40B4-BE49-F238E27FC236}">
                  <a16:creationId xmlns:a16="http://schemas.microsoft.com/office/drawing/2014/main" id="{B0BD00DE-E7DE-4257-94F5-7AECBE23BB76}"/>
                </a:ext>
              </a:extLst>
            </p:cNvPr>
            <p:cNvSpPr txBox="1">
              <a:spLocks noChangeArrowheads="1"/>
            </p:cNvSpPr>
            <p:nvPr/>
          </p:nvSpPr>
          <p:spPr bwMode="auto">
            <a:xfrm>
              <a:off x="2744" y="1525"/>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A</a:t>
              </a:r>
            </a:p>
          </p:txBody>
        </p:sp>
      </p:grpSp>
      <p:grpSp>
        <p:nvGrpSpPr>
          <p:cNvPr id="64516" name="Group 7">
            <a:extLst>
              <a:ext uri="{FF2B5EF4-FFF2-40B4-BE49-F238E27FC236}">
                <a16:creationId xmlns:a16="http://schemas.microsoft.com/office/drawing/2014/main" id="{8AF81A30-61FF-4B1F-9EFB-90819B9268AC}"/>
              </a:ext>
            </a:extLst>
          </p:cNvPr>
          <p:cNvGrpSpPr>
            <a:grpSpLocks/>
          </p:cNvGrpSpPr>
          <p:nvPr/>
        </p:nvGrpSpPr>
        <p:grpSpPr bwMode="auto">
          <a:xfrm>
            <a:off x="2927350" y="2349500"/>
            <a:ext cx="1081088" cy="792163"/>
            <a:chOff x="2517" y="1434"/>
            <a:chExt cx="681" cy="499"/>
          </a:xfrm>
        </p:grpSpPr>
        <p:sp>
          <p:nvSpPr>
            <p:cNvPr id="64541" name="Oval 8">
              <a:extLst>
                <a:ext uri="{FF2B5EF4-FFF2-40B4-BE49-F238E27FC236}">
                  <a16:creationId xmlns:a16="http://schemas.microsoft.com/office/drawing/2014/main" id="{7DB1AB4F-35B1-4932-AC20-A87F8C06A4BA}"/>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4542" name="Text Box 9">
              <a:extLst>
                <a:ext uri="{FF2B5EF4-FFF2-40B4-BE49-F238E27FC236}">
                  <a16:creationId xmlns:a16="http://schemas.microsoft.com/office/drawing/2014/main" id="{FF255F0D-57C4-468B-A161-A4BBDDF19B08}"/>
                </a:ext>
              </a:extLst>
            </p:cNvPr>
            <p:cNvSpPr txBox="1">
              <a:spLocks noChangeArrowheads="1"/>
            </p:cNvSpPr>
            <p:nvPr/>
          </p:nvSpPr>
          <p:spPr bwMode="auto">
            <a:xfrm>
              <a:off x="2744" y="15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B</a:t>
              </a:r>
            </a:p>
          </p:txBody>
        </p:sp>
      </p:grpSp>
      <p:grpSp>
        <p:nvGrpSpPr>
          <p:cNvPr id="64517" name="Group 10">
            <a:extLst>
              <a:ext uri="{FF2B5EF4-FFF2-40B4-BE49-F238E27FC236}">
                <a16:creationId xmlns:a16="http://schemas.microsoft.com/office/drawing/2014/main" id="{78826522-FDCA-445E-B09A-DB3CB43EEA25}"/>
              </a:ext>
            </a:extLst>
          </p:cNvPr>
          <p:cNvGrpSpPr>
            <a:grpSpLocks/>
          </p:cNvGrpSpPr>
          <p:nvPr/>
        </p:nvGrpSpPr>
        <p:grpSpPr bwMode="auto">
          <a:xfrm>
            <a:off x="2063750" y="3286125"/>
            <a:ext cx="1081088" cy="792163"/>
            <a:chOff x="2517" y="1434"/>
            <a:chExt cx="681" cy="499"/>
          </a:xfrm>
        </p:grpSpPr>
        <p:sp>
          <p:nvSpPr>
            <p:cNvPr id="64539" name="Oval 11">
              <a:extLst>
                <a:ext uri="{FF2B5EF4-FFF2-40B4-BE49-F238E27FC236}">
                  <a16:creationId xmlns:a16="http://schemas.microsoft.com/office/drawing/2014/main" id="{38FD54A3-BAA1-4689-89CA-7889A3FECF3D}"/>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4540" name="Text Box 12">
              <a:extLst>
                <a:ext uri="{FF2B5EF4-FFF2-40B4-BE49-F238E27FC236}">
                  <a16:creationId xmlns:a16="http://schemas.microsoft.com/office/drawing/2014/main" id="{01825CA6-6DF0-4F83-9983-DF633279513F}"/>
                </a:ext>
              </a:extLst>
            </p:cNvPr>
            <p:cNvSpPr txBox="1">
              <a:spLocks noChangeArrowheads="1"/>
            </p:cNvSpPr>
            <p:nvPr/>
          </p:nvSpPr>
          <p:spPr bwMode="auto">
            <a:xfrm>
              <a:off x="2744" y="152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G</a:t>
              </a:r>
            </a:p>
          </p:txBody>
        </p:sp>
      </p:grpSp>
      <p:grpSp>
        <p:nvGrpSpPr>
          <p:cNvPr id="64518" name="Group 13">
            <a:extLst>
              <a:ext uri="{FF2B5EF4-FFF2-40B4-BE49-F238E27FC236}">
                <a16:creationId xmlns:a16="http://schemas.microsoft.com/office/drawing/2014/main" id="{752E5DC1-D598-4ACF-9CDE-51754902F413}"/>
              </a:ext>
            </a:extLst>
          </p:cNvPr>
          <p:cNvGrpSpPr>
            <a:grpSpLocks/>
          </p:cNvGrpSpPr>
          <p:nvPr/>
        </p:nvGrpSpPr>
        <p:grpSpPr bwMode="auto">
          <a:xfrm>
            <a:off x="3863975" y="3213100"/>
            <a:ext cx="1081088" cy="792163"/>
            <a:chOff x="2517" y="1434"/>
            <a:chExt cx="681" cy="499"/>
          </a:xfrm>
        </p:grpSpPr>
        <p:sp>
          <p:nvSpPr>
            <p:cNvPr id="64537" name="Oval 14">
              <a:extLst>
                <a:ext uri="{FF2B5EF4-FFF2-40B4-BE49-F238E27FC236}">
                  <a16:creationId xmlns:a16="http://schemas.microsoft.com/office/drawing/2014/main" id="{10D2EF52-CC33-41E9-AD63-EAC18469B40F}"/>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4538" name="Text Box 15">
              <a:extLst>
                <a:ext uri="{FF2B5EF4-FFF2-40B4-BE49-F238E27FC236}">
                  <a16:creationId xmlns:a16="http://schemas.microsoft.com/office/drawing/2014/main" id="{4BEB5E00-BE7F-4D04-A314-8984C8C20374}"/>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C</a:t>
              </a:r>
            </a:p>
          </p:txBody>
        </p:sp>
      </p:grpSp>
      <p:grpSp>
        <p:nvGrpSpPr>
          <p:cNvPr id="64519" name="Group 16">
            <a:extLst>
              <a:ext uri="{FF2B5EF4-FFF2-40B4-BE49-F238E27FC236}">
                <a16:creationId xmlns:a16="http://schemas.microsoft.com/office/drawing/2014/main" id="{EBC9F237-0CC3-4696-A7D5-115096AA684E}"/>
              </a:ext>
            </a:extLst>
          </p:cNvPr>
          <p:cNvGrpSpPr>
            <a:grpSpLocks/>
          </p:cNvGrpSpPr>
          <p:nvPr/>
        </p:nvGrpSpPr>
        <p:grpSpPr bwMode="auto">
          <a:xfrm>
            <a:off x="7823200" y="2349500"/>
            <a:ext cx="1081088" cy="792163"/>
            <a:chOff x="2517" y="1434"/>
            <a:chExt cx="681" cy="499"/>
          </a:xfrm>
        </p:grpSpPr>
        <p:sp>
          <p:nvSpPr>
            <p:cNvPr id="64535" name="Oval 17">
              <a:extLst>
                <a:ext uri="{FF2B5EF4-FFF2-40B4-BE49-F238E27FC236}">
                  <a16:creationId xmlns:a16="http://schemas.microsoft.com/office/drawing/2014/main" id="{819C90EF-0292-4D43-A13C-C27DC882A387}"/>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4536" name="Text Box 18">
              <a:extLst>
                <a:ext uri="{FF2B5EF4-FFF2-40B4-BE49-F238E27FC236}">
                  <a16:creationId xmlns:a16="http://schemas.microsoft.com/office/drawing/2014/main" id="{8582C6BB-5056-4C85-9869-93E44D2A1720}"/>
                </a:ext>
              </a:extLst>
            </p:cNvPr>
            <p:cNvSpPr txBox="1">
              <a:spLocks noChangeArrowheads="1"/>
            </p:cNvSpPr>
            <p:nvPr/>
          </p:nvSpPr>
          <p:spPr bwMode="auto">
            <a:xfrm>
              <a:off x="2744" y="1525"/>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E</a:t>
              </a:r>
            </a:p>
          </p:txBody>
        </p:sp>
      </p:grpSp>
      <p:grpSp>
        <p:nvGrpSpPr>
          <p:cNvPr id="64520" name="Group 19">
            <a:extLst>
              <a:ext uri="{FF2B5EF4-FFF2-40B4-BE49-F238E27FC236}">
                <a16:creationId xmlns:a16="http://schemas.microsoft.com/office/drawing/2014/main" id="{60818E57-0698-4947-9997-0037A2D2E94F}"/>
              </a:ext>
            </a:extLst>
          </p:cNvPr>
          <p:cNvGrpSpPr>
            <a:grpSpLocks/>
          </p:cNvGrpSpPr>
          <p:nvPr/>
        </p:nvGrpSpPr>
        <p:grpSpPr bwMode="auto">
          <a:xfrm>
            <a:off x="6238875" y="3213100"/>
            <a:ext cx="1081088" cy="792163"/>
            <a:chOff x="2517" y="1434"/>
            <a:chExt cx="681" cy="499"/>
          </a:xfrm>
        </p:grpSpPr>
        <p:sp>
          <p:nvSpPr>
            <p:cNvPr id="64533" name="Oval 20">
              <a:extLst>
                <a:ext uri="{FF2B5EF4-FFF2-40B4-BE49-F238E27FC236}">
                  <a16:creationId xmlns:a16="http://schemas.microsoft.com/office/drawing/2014/main" id="{F88A7C16-FCFA-4F32-AE30-98CB7887DBBA}"/>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4534" name="Text Box 21">
              <a:extLst>
                <a:ext uri="{FF2B5EF4-FFF2-40B4-BE49-F238E27FC236}">
                  <a16:creationId xmlns:a16="http://schemas.microsoft.com/office/drawing/2014/main" id="{5D639D4A-2FA3-4EB8-9E62-FA65AD684DE9}"/>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D</a:t>
              </a:r>
            </a:p>
          </p:txBody>
        </p:sp>
      </p:grpSp>
      <p:grpSp>
        <p:nvGrpSpPr>
          <p:cNvPr id="64521" name="Group 22">
            <a:extLst>
              <a:ext uri="{FF2B5EF4-FFF2-40B4-BE49-F238E27FC236}">
                <a16:creationId xmlns:a16="http://schemas.microsoft.com/office/drawing/2014/main" id="{4326ADF7-0162-4316-AC2C-F22C8D887864}"/>
              </a:ext>
            </a:extLst>
          </p:cNvPr>
          <p:cNvGrpSpPr>
            <a:grpSpLocks/>
          </p:cNvGrpSpPr>
          <p:nvPr/>
        </p:nvGrpSpPr>
        <p:grpSpPr bwMode="auto">
          <a:xfrm>
            <a:off x="7104063" y="4437063"/>
            <a:ext cx="1081087" cy="792162"/>
            <a:chOff x="2517" y="1434"/>
            <a:chExt cx="681" cy="499"/>
          </a:xfrm>
        </p:grpSpPr>
        <p:sp>
          <p:nvSpPr>
            <p:cNvPr id="64531" name="Oval 23">
              <a:extLst>
                <a:ext uri="{FF2B5EF4-FFF2-40B4-BE49-F238E27FC236}">
                  <a16:creationId xmlns:a16="http://schemas.microsoft.com/office/drawing/2014/main" id="{2002145D-16EF-4BB5-B276-76AD06F02186}"/>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4532" name="Text Box 24">
              <a:extLst>
                <a:ext uri="{FF2B5EF4-FFF2-40B4-BE49-F238E27FC236}">
                  <a16:creationId xmlns:a16="http://schemas.microsoft.com/office/drawing/2014/main" id="{C7053B91-129A-4393-890F-8AE950F9A6DB}"/>
                </a:ext>
              </a:extLst>
            </p:cNvPr>
            <p:cNvSpPr txBox="1">
              <a:spLocks noChangeArrowheads="1"/>
            </p:cNvSpPr>
            <p:nvPr/>
          </p:nvSpPr>
          <p:spPr bwMode="auto">
            <a:xfrm>
              <a:off x="2744" y="152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F</a:t>
              </a:r>
            </a:p>
          </p:txBody>
        </p:sp>
      </p:grpSp>
      <p:sp>
        <p:nvSpPr>
          <p:cNvPr id="64522" name="Line 25">
            <a:extLst>
              <a:ext uri="{FF2B5EF4-FFF2-40B4-BE49-F238E27FC236}">
                <a16:creationId xmlns:a16="http://schemas.microsoft.com/office/drawing/2014/main" id="{B5A5903C-C176-47A1-BE7D-EA3F171718E3}"/>
              </a:ext>
            </a:extLst>
          </p:cNvPr>
          <p:cNvSpPr>
            <a:spLocks noChangeShapeType="1"/>
          </p:cNvSpPr>
          <p:nvPr/>
        </p:nvSpPr>
        <p:spPr bwMode="auto">
          <a:xfrm flipH="1">
            <a:off x="4006850" y="2276475"/>
            <a:ext cx="1439863"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3" name="Line 26">
            <a:extLst>
              <a:ext uri="{FF2B5EF4-FFF2-40B4-BE49-F238E27FC236}">
                <a16:creationId xmlns:a16="http://schemas.microsoft.com/office/drawing/2014/main" id="{3A3190D2-80C8-48BD-A212-FD7EA5197530}"/>
              </a:ext>
            </a:extLst>
          </p:cNvPr>
          <p:cNvSpPr>
            <a:spLocks noChangeShapeType="1"/>
          </p:cNvSpPr>
          <p:nvPr/>
        </p:nvSpPr>
        <p:spPr bwMode="auto">
          <a:xfrm>
            <a:off x="6383338" y="2205038"/>
            <a:ext cx="14398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4" name="Line 27">
            <a:extLst>
              <a:ext uri="{FF2B5EF4-FFF2-40B4-BE49-F238E27FC236}">
                <a16:creationId xmlns:a16="http://schemas.microsoft.com/office/drawing/2014/main" id="{095C296B-0AAD-431A-8B7E-A18847D3C75D}"/>
              </a:ext>
            </a:extLst>
          </p:cNvPr>
          <p:cNvSpPr>
            <a:spLocks noChangeShapeType="1"/>
          </p:cNvSpPr>
          <p:nvPr/>
        </p:nvSpPr>
        <p:spPr bwMode="auto">
          <a:xfrm flipH="1">
            <a:off x="7824788" y="3068638"/>
            <a:ext cx="86360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5" name="Line 28">
            <a:extLst>
              <a:ext uri="{FF2B5EF4-FFF2-40B4-BE49-F238E27FC236}">
                <a16:creationId xmlns:a16="http://schemas.microsoft.com/office/drawing/2014/main" id="{57981D66-B169-4DF7-8337-5C72E1ECC80B}"/>
              </a:ext>
            </a:extLst>
          </p:cNvPr>
          <p:cNvSpPr>
            <a:spLocks noChangeShapeType="1"/>
          </p:cNvSpPr>
          <p:nvPr/>
        </p:nvSpPr>
        <p:spPr bwMode="auto">
          <a:xfrm flipH="1">
            <a:off x="7319963" y="3068638"/>
            <a:ext cx="647700" cy="433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6" name="Line 29">
            <a:extLst>
              <a:ext uri="{FF2B5EF4-FFF2-40B4-BE49-F238E27FC236}">
                <a16:creationId xmlns:a16="http://schemas.microsoft.com/office/drawing/2014/main" id="{5825282A-3D6A-42D6-8268-3AFB9E683F5B}"/>
              </a:ext>
            </a:extLst>
          </p:cNvPr>
          <p:cNvSpPr>
            <a:spLocks noChangeShapeType="1"/>
          </p:cNvSpPr>
          <p:nvPr/>
        </p:nvSpPr>
        <p:spPr bwMode="auto">
          <a:xfrm>
            <a:off x="6959600" y="4005263"/>
            <a:ext cx="287338" cy="5048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7" name="Line 30">
            <a:extLst>
              <a:ext uri="{FF2B5EF4-FFF2-40B4-BE49-F238E27FC236}">
                <a16:creationId xmlns:a16="http://schemas.microsoft.com/office/drawing/2014/main" id="{134D075A-7B8F-4220-9D14-9942BA845AE3}"/>
              </a:ext>
            </a:extLst>
          </p:cNvPr>
          <p:cNvSpPr>
            <a:spLocks noChangeShapeType="1"/>
          </p:cNvSpPr>
          <p:nvPr/>
        </p:nvSpPr>
        <p:spPr bwMode="auto">
          <a:xfrm flipH="1" flipV="1">
            <a:off x="4943475" y="3789363"/>
            <a:ext cx="2089150" cy="10080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8" name="Line 31">
            <a:extLst>
              <a:ext uri="{FF2B5EF4-FFF2-40B4-BE49-F238E27FC236}">
                <a16:creationId xmlns:a16="http://schemas.microsoft.com/office/drawing/2014/main" id="{7334ABEC-279F-4C0E-AAAB-917DD1905FE7}"/>
              </a:ext>
            </a:extLst>
          </p:cNvPr>
          <p:cNvSpPr>
            <a:spLocks noChangeShapeType="1"/>
          </p:cNvSpPr>
          <p:nvPr/>
        </p:nvSpPr>
        <p:spPr bwMode="auto">
          <a:xfrm>
            <a:off x="3719513" y="3068638"/>
            <a:ext cx="287337" cy="2174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9" name="Line 32">
            <a:extLst>
              <a:ext uri="{FF2B5EF4-FFF2-40B4-BE49-F238E27FC236}">
                <a16:creationId xmlns:a16="http://schemas.microsoft.com/office/drawing/2014/main" id="{6817A4C7-9056-4F35-8A1C-53133C6C7C14}"/>
              </a:ext>
            </a:extLst>
          </p:cNvPr>
          <p:cNvSpPr>
            <a:spLocks noChangeShapeType="1"/>
          </p:cNvSpPr>
          <p:nvPr/>
        </p:nvSpPr>
        <p:spPr bwMode="auto">
          <a:xfrm flipH="1">
            <a:off x="2927350" y="3141663"/>
            <a:ext cx="287338" cy="2159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0" name="Rectangle 34">
            <a:extLst>
              <a:ext uri="{FF2B5EF4-FFF2-40B4-BE49-F238E27FC236}">
                <a16:creationId xmlns:a16="http://schemas.microsoft.com/office/drawing/2014/main" id="{53723B11-EBCC-4E11-9372-1E3EDD1CB571}"/>
              </a:ext>
            </a:extLst>
          </p:cNvPr>
          <p:cNvSpPr>
            <a:spLocks noChangeArrowheads="1"/>
          </p:cNvSpPr>
          <p:nvPr/>
        </p:nvSpPr>
        <p:spPr bwMode="auto">
          <a:xfrm>
            <a:off x="1524000" y="981075"/>
            <a:ext cx="82296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Queue: A B E G C D F</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8E8778F-F753-4486-AE44-029E1B52F2F8}"/>
              </a:ext>
            </a:extLst>
          </p:cNvPr>
          <p:cNvSpPr>
            <a:spLocks noGrp="1"/>
          </p:cNvSpPr>
          <p:nvPr>
            <p:ph type="body" idx="1"/>
          </p:nvPr>
        </p:nvSpPr>
        <p:spPr>
          <a:xfrm>
            <a:off x="1981200" y="5229225"/>
            <a:ext cx="8229600" cy="1152525"/>
          </a:xfrm>
        </p:spPr>
        <p:txBody>
          <a:bodyPr/>
          <a:lstStyle/>
          <a:p>
            <a:pPr>
              <a:buFont typeface="Wingdings" panose="05000000000000000000" pitchFamily="2" charset="2"/>
              <a:buNone/>
            </a:pPr>
            <a:r>
              <a:rPr lang="en-US" altLang="en-US"/>
              <a:t>Start with A. Mark it.</a:t>
            </a:r>
          </a:p>
        </p:txBody>
      </p:sp>
      <p:grpSp>
        <p:nvGrpSpPr>
          <p:cNvPr id="67587" name="Group 3">
            <a:extLst>
              <a:ext uri="{FF2B5EF4-FFF2-40B4-BE49-F238E27FC236}">
                <a16:creationId xmlns:a16="http://schemas.microsoft.com/office/drawing/2014/main" id="{934FA317-0249-4779-8CD1-9F6412ECA9C8}"/>
              </a:ext>
            </a:extLst>
          </p:cNvPr>
          <p:cNvGrpSpPr>
            <a:grpSpLocks/>
          </p:cNvGrpSpPr>
          <p:nvPr/>
        </p:nvGrpSpPr>
        <p:grpSpPr bwMode="auto">
          <a:xfrm>
            <a:off x="5375275" y="1628775"/>
            <a:ext cx="1081088" cy="792163"/>
            <a:chOff x="2517" y="1434"/>
            <a:chExt cx="681" cy="499"/>
          </a:xfrm>
        </p:grpSpPr>
        <p:sp>
          <p:nvSpPr>
            <p:cNvPr id="67615" name="Oval 4">
              <a:extLst>
                <a:ext uri="{FF2B5EF4-FFF2-40B4-BE49-F238E27FC236}">
                  <a16:creationId xmlns:a16="http://schemas.microsoft.com/office/drawing/2014/main" id="{00C64D35-14C4-40B4-B8AE-91419A8E393E}"/>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7616" name="Text Box 5">
              <a:extLst>
                <a:ext uri="{FF2B5EF4-FFF2-40B4-BE49-F238E27FC236}">
                  <a16:creationId xmlns:a16="http://schemas.microsoft.com/office/drawing/2014/main" id="{31599927-F920-4BD0-BCF9-385BA2FC4166}"/>
                </a:ext>
              </a:extLst>
            </p:cNvPr>
            <p:cNvSpPr txBox="1">
              <a:spLocks noChangeArrowheads="1"/>
            </p:cNvSpPr>
            <p:nvPr/>
          </p:nvSpPr>
          <p:spPr bwMode="auto">
            <a:xfrm>
              <a:off x="2744" y="1525"/>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A</a:t>
              </a:r>
            </a:p>
          </p:txBody>
        </p:sp>
      </p:grpSp>
      <p:grpSp>
        <p:nvGrpSpPr>
          <p:cNvPr id="67588" name="Group 6">
            <a:extLst>
              <a:ext uri="{FF2B5EF4-FFF2-40B4-BE49-F238E27FC236}">
                <a16:creationId xmlns:a16="http://schemas.microsoft.com/office/drawing/2014/main" id="{F623A219-5E0F-45C6-AFC1-E13B9C8FC1AD}"/>
              </a:ext>
            </a:extLst>
          </p:cNvPr>
          <p:cNvGrpSpPr>
            <a:grpSpLocks/>
          </p:cNvGrpSpPr>
          <p:nvPr/>
        </p:nvGrpSpPr>
        <p:grpSpPr bwMode="auto">
          <a:xfrm>
            <a:off x="2927350" y="2349500"/>
            <a:ext cx="1081088" cy="792163"/>
            <a:chOff x="2517" y="1434"/>
            <a:chExt cx="681" cy="499"/>
          </a:xfrm>
        </p:grpSpPr>
        <p:sp>
          <p:nvSpPr>
            <p:cNvPr id="67613" name="Oval 7">
              <a:extLst>
                <a:ext uri="{FF2B5EF4-FFF2-40B4-BE49-F238E27FC236}">
                  <a16:creationId xmlns:a16="http://schemas.microsoft.com/office/drawing/2014/main" id="{3B12D041-740C-437F-8BA9-22B046F9FF09}"/>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7614" name="Text Box 8">
              <a:extLst>
                <a:ext uri="{FF2B5EF4-FFF2-40B4-BE49-F238E27FC236}">
                  <a16:creationId xmlns:a16="http://schemas.microsoft.com/office/drawing/2014/main" id="{DC88BC46-CF44-4D31-9892-88B9D3E28FC5}"/>
                </a:ext>
              </a:extLst>
            </p:cNvPr>
            <p:cNvSpPr txBox="1">
              <a:spLocks noChangeArrowheads="1"/>
            </p:cNvSpPr>
            <p:nvPr/>
          </p:nvSpPr>
          <p:spPr bwMode="auto">
            <a:xfrm>
              <a:off x="2744" y="15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B</a:t>
              </a:r>
            </a:p>
          </p:txBody>
        </p:sp>
      </p:grpSp>
      <p:grpSp>
        <p:nvGrpSpPr>
          <p:cNvPr id="67589" name="Group 9">
            <a:extLst>
              <a:ext uri="{FF2B5EF4-FFF2-40B4-BE49-F238E27FC236}">
                <a16:creationId xmlns:a16="http://schemas.microsoft.com/office/drawing/2014/main" id="{D248C7C7-D846-4ADD-B282-5D582DC86B01}"/>
              </a:ext>
            </a:extLst>
          </p:cNvPr>
          <p:cNvGrpSpPr>
            <a:grpSpLocks/>
          </p:cNvGrpSpPr>
          <p:nvPr/>
        </p:nvGrpSpPr>
        <p:grpSpPr bwMode="auto">
          <a:xfrm>
            <a:off x="2063750" y="3286125"/>
            <a:ext cx="1081088" cy="792163"/>
            <a:chOff x="2517" y="1434"/>
            <a:chExt cx="681" cy="499"/>
          </a:xfrm>
        </p:grpSpPr>
        <p:sp>
          <p:nvSpPr>
            <p:cNvPr id="67611" name="Oval 10">
              <a:extLst>
                <a:ext uri="{FF2B5EF4-FFF2-40B4-BE49-F238E27FC236}">
                  <a16:creationId xmlns:a16="http://schemas.microsoft.com/office/drawing/2014/main" id="{698A84F8-3ACF-4435-86F9-052106EAB146}"/>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7612" name="Text Box 11">
              <a:extLst>
                <a:ext uri="{FF2B5EF4-FFF2-40B4-BE49-F238E27FC236}">
                  <a16:creationId xmlns:a16="http://schemas.microsoft.com/office/drawing/2014/main" id="{2BF85BD0-F5BB-424C-A969-44D5546D9EF2}"/>
                </a:ext>
              </a:extLst>
            </p:cNvPr>
            <p:cNvSpPr txBox="1">
              <a:spLocks noChangeArrowheads="1"/>
            </p:cNvSpPr>
            <p:nvPr/>
          </p:nvSpPr>
          <p:spPr bwMode="auto">
            <a:xfrm>
              <a:off x="2744" y="152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G</a:t>
              </a:r>
            </a:p>
          </p:txBody>
        </p:sp>
      </p:grpSp>
      <p:grpSp>
        <p:nvGrpSpPr>
          <p:cNvPr id="67590" name="Group 12">
            <a:extLst>
              <a:ext uri="{FF2B5EF4-FFF2-40B4-BE49-F238E27FC236}">
                <a16:creationId xmlns:a16="http://schemas.microsoft.com/office/drawing/2014/main" id="{13764F6E-9AFA-470D-AD82-6DAB2C706D8F}"/>
              </a:ext>
            </a:extLst>
          </p:cNvPr>
          <p:cNvGrpSpPr>
            <a:grpSpLocks/>
          </p:cNvGrpSpPr>
          <p:nvPr/>
        </p:nvGrpSpPr>
        <p:grpSpPr bwMode="auto">
          <a:xfrm>
            <a:off x="3863975" y="3213100"/>
            <a:ext cx="1081088" cy="792163"/>
            <a:chOff x="2517" y="1434"/>
            <a:chExt cx="681" cy="499"/>
          </a:xfrm>
        </p:grpSpPr>
        <p:sp>
          <p:nvSpPr>
            <p:cNvPr id="67609" name="Oval 13">
              <a:extLst>
                <a:ext uri="{FF2B5EF4-FFF2-40B4-BE49-F238E27FC236}">
                  <a16:creationId xmlns:a16="http://schemas.microsoft.com/office/drawing/2014/main" id="{2E174A0D-C754-4D5E-A960-5FE0D2AC94DA}"/>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7610" name="Text Box 14">
              <a:extLst>
                <a:ext uri="{FF2B5EF4-FFF2-40B4-BE49-F238E27FC236}">
                  <a16:creationId xmlns:a16="http://schemas.microsoft.com/office/drawing/2014/main" id="{C62DB119-F46B-46E5-99F8-DD39938A378B}"/>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C</a:t>
              </a:r>
            </a:p>
          </p:txBody>
        </p:sp>
      </p:grpSp>
      <p:grpSp>
        <p:nvGrpSpPr>
          <p:cNvPr id="67591" name="Group 15">
            <a:extLst>
              <a:ext uri="{FF2B5EF4-FFF2-40B4-BE49-F238E27FC236}">
                <a16:creationId xmlns:a16="http://schemas.microsoft.com/office/drawing/2014/main" id="{BF22C3D2-753F-4599-91A5-E0B657899294}"/>
              </a:ext>
            </a:extLst>
          </p:cNvPr>
          <p:cNvGrpSpPr>
            <a:grpSpLocks/>
          </p:cNvGrpSpPr>
          <p:nvPr/>
        </p:nvGrpSpPr>
        <p:grpSpPr bwMode="auto">
          <a:xfrm>
            <a:off x="7823200" y="2349500"/>
            <a:ext cx="1081088" cy="792163"/>
            <a:chOff x="2517" y="1434"/>
            <a:chExt cx="681" cy="499"/>
          </a:xfrm>
        </p:grpSpPr>
        <p:sp>
          <p:nvSpPr>
            <p:cNvPr id="67607" name="Oval 16">
              <a:extLst>
                <a:ext uri="{FF2B5EF4-FFF2-40B4-BE49-F238E27FC236}">
                  <a16:creationId xmlns:a16="http://schemas.microsoft.com/office/drawing/2014/main" id="{16109B71-082D-45AD-8FF6-012DB4BCD04E}"/>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7608" name="Text Box 17">
              <a:extLst>
                <a:ext uri="{FF2B5EF4-FFF2-40B4-BE49-F238E27FC236}">
                  <a16:creationId xmlns:a16="http://schemas.microsoft.com/office/drawing/2014/main" id="{75B219ED-29A1-4900-B2A9-C13608DFF517}"/>
                </a:ext>
              </a:extLst>
            </p:cNvPr>
            <p:cNvSpPr txBox="1">
              <a:spLocks noChangeArrowheads="1"/>
            </p:cNvSpPr>
            <p:nvPr/>
          </p:nvSpPr>
          <p:spPr bwMode="auto">
            <a:xfrm>
              <a:off x="2744" y="1525"/>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E</a:t>
              </a:r>
            </a:p>
          </p:txBody>
        </p:sp>
      </p:grpSp>
      <p:grpSp>
        <p:nvGrpSpPr>
          <p:cNvPr id="67592" name="Group 18">
            <a:extLst>
              <a:ext uri="{FF2B5EF4-FFF2-40B4-BE49-F238E27FC236}">
                <a16:creationId xmlns:a16="http://schemas.microsoft.com/office/drawing/2014/main" id="{05760616-0557-4BB5-99EE-3A6917A6927E}"/>
              </a:ext>
            </a:extLst>
          </p:cNvPr>
          <p:cNvGrpSpPr>
            <a:grpSpLocks/>
          </p:cNvGrpSpPr>
          <p:nvPr/>
        </p:nvGrpSpPr>
        <p:grpSpPr bwMode="auto">
          <a:xfrm>
            <a:off x="6238875" y="3213100"/>
            <a:ext cx="1081088" cy="792163"/>
            <a:chOff x="2517" y="1434"/>
            <a:chExt cx="681" cy="499"/>
          </a:xfrm>
        </p:grpSpPr>
        <p:sp>
          <p:nvSpPr>
            <p:cNvPr id="67605" name="Oval 19">
              <a:extLst>
                <a:ext uri="{FF2B5EF4-FFF2-40B4-BE49-F238E27FC236}">
                  <a16:creationId xmlns:a16="http://schemas.microsoft.com/office/drawing/2014/main" id="{90493BB1-6A66-47DD-AC61-A97C6ABBE450}"/>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7606" name="Text Box 20">
              <a:extLst>
                <a:ext uri="{FF2B5EF4-FFF2-40B4-BE49-F238E27FC236}">
                  <a16:creationId xmlns:a16="http://schemas.microsoft.com/office/drawing/2014/main" id="{B2706102-955D-4C5D-AFAD-CC82A04A452A}"/>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D</a:t>
              </a:r>
            </a:p>
          </p:txBody>
        </p:sp>
      </p:grpSp>
      <p:grpSp>
        <p:nvGrpSpPr>
          <p:cNvPr id="67593" name="Group 21">
            <a:extLst>
              <a:ext uri="{FF2B5EF4-FFF2-40B4-BE49-F238E27FC236}">
                <a16:creationId xmlns:a16="http://schemas.microsoft.com/office/drawing/2014/main" id="{579ED527-C64F-4A17-A26C-DD636F968403}"/>
              </a:ext>
            </a:extLst>
          </p:cNvPr>
          <p:cNvGrpSpPr>
            <a:grpSpLocks/>
          </p:cNvGrpSpPr>
          <p:nvPr/>
        </p:nvGrpSpPr>
        <p:grpSpPr bwMode="auto">
          <a:xfrm>
            <a:off x="7104063" y="4437063"/>
            <a:ext cx="1081087" cy="792162"/>
            <a:chOff x="2517" y="1434"/>
            <a:chExt cx="681" cy="499"/>
          </a:xfrm>
        </p:grpSpPr>
        <p:sp>
          <p:nvSpPr>
            <p:cNvPr id="67603" name="Oval 22">
              <a:extLst>
                <a:ext uri="{FF2B5EF4-FFF2-40B4-BE49-F238E27FC236}">
                  <a16:creationId xmlns:a16="http://schemas.microsoft.com/office/drawing/2014/main" id="{ECFF84D3-AD47-4FA0-8EA1-59C6706D8C8F}"/>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7604" name="Text Box 23">
              <a:extLst>
                <a:ext uri="{FF2B5EF4-FFF2-40B4-BE49-F238E27FC236}">
                  <a16:creationId xmlns:a16="http://schemas.microsoft.com/office/drawing/2014/main" id="{23AEE5A0-B932-457E-8BBF-3256086F8418}"/>
                </a:ext>
              </a:extLst>
            </p:cNvPr>
            <p:cNvSpPr txBox="1">
              <a:spLocks noChangeArrowheads="1"/>
            </p:cNvSpPr>
            <p:nvPr/>
          </p:nvSpPr>
          <p:spPr bwMode="auto">
            <a:xfrm>
              <a:off x="2744" y="152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F</a:t>
              </a:r>
            </a:p>
          </p:txBody>
        </p:sp>
      </p:grpSp>
      <p:sp>
        <p:nvSpPr>
          <p:cNvPr id="67594" name="Line 24">
            <a:extLst>
              <a:ext uri="{FF2B5EF4-FFF2-40B4-BE49-F238E27FC236}">
                <a16:creationId xmlns:a16="http://schemas.microsoft.com/office/drawing/2014/main" id="{9246ED23-7BE6-478E-A632-24422B3CD7D1}"/>
              </a:ext>
            </a:extLst>
          </p:cNvPr>
          <p:cNvSpPr>
            <a:spLocks noChangeShapeType="1"/>
          </p:cNvSpPr>
          <p:nvPr/>
        </p:nvSpPr>
        <p:spPr bwMode="auto">
          <a:xfrm flipH="1">
            <a:off x="4006850" y="2276475"/>
            <a:ext cx="1439863"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5" name="Line 25">
            <a:extLst>
              <a:ext uri="{FF2B5EF4-FFF2-40B4-BE49-F238E27FC236}">
                <a16:creationId xmlns:a16="http://schemas.microsoft.com/office/drawing/2014/main" id="{8083156C-6548-4634-89F9-4D496FE5D489}"/>
              </a:ext>
            </a:extLst>
          </p:cNvPr>
          <p:cNvSpPr>
            <a:spLocks noChangeShapeType="1"/>
          </p:cNvSpPr>
          <p:nvPr/>
        </p:nvSpPr>
        <p:spPr bwMode="auto">
          <a:xfrm>
            <a:off x="6383338" y="2205038"/>
            <a:ext cx="14398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6" name="Line 26">
            <a:extLst>
              <a:ext uri="{FF2B5EF4-FFF2-40B4-BE49-F238E27FC236}">
                <a16:creationId xmlns:a16="http://schemas.microsoft.com/office/drawing/2014/main" id="{2F014B80-7927-4218-A3E4-18EA714F7777}"/>
              </a:ext>
            </a:extLst>
          </p:cNvPr>
          <p:cNvSpPr>
            <a:spLocks noChangeShapeType="1"/>
          </p:cNvSpPr>
          <p:nvPr/>
        </p:nvSpPr>
        <p:spPr bwMode="auto">
          <a:xfrm flipH="1">
            <a:off x="7824788" y="3068638"/>
            <a:ext cx="86360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7" name="Line 27">
            <a:extLst>
              <a:ext uri="{FF2B5EF4-FFF2-40B4-BE49-F238E27FC236}">
                <a16:creationId xmlns:a16="http://schemas.microsoft.com/office/drawing/2014/main" id="{6A84CF80-59CF-4401-9A1F-27739450D023}"/>
              </a:ext>
            </a:extLst>
          </p:cNvPr>
          <p:cNvSpPr>
            <a:spLocks noChangeShapeType="1"/>
          </p:cNvSpPr>
          <p:nvPr/>
        </p:nvSpPr>
        <p:spPr bwMode="auto">
          <a:xfrm flipH="1">
            <a:off x="7319963" y="3068638"/>
            <a:ext cx="647700" cy="433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8" name="Line 28">
            <a:extLst>
              <a:ext uri="{FF2B5EF4-FFF2-40B4-BE49-F238E27FC236}">
                <a16:creationId xmlns:a16="http://schemas.microsoft.com/office/drawing/2014/main" id="{4E289CB9-9DD3-4EEC-A8D8-8D3675EE2216}"/>
              </a:ext>
            </a:extLst>
          </p:cNvPr>
          <p:cNvSpPr>
            <a:spLocks noChangeShapeType="1"/>
          </p:cNvSpPr>
          <p:nvPr/>
        </p:nvSpPr>
        <p:spPr bwMode="auto">
          <a:xfrm>
            <a:off x="6959600" y="4005263"/>
            <a:ext cx="360363"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9" name="Line 29">
            <a:extLst>
              <a:ext uri="{FF2B5EF4-FFF2-40B4-BE49-F238E27FC236}">
                <a16:creationId xmlns:a16="http://schemas.microsoft.com/office/drawing/2014/main" id="{AEE18D22-DBFB-4A7A-8F1F-30CF3E8A3EA6}"/>
              </a:ext>
            </a:extLst>
          </p:cNvPr>
          <p:cNvSpPr>
            <a:spLocks noChangeShapeType="1"/>
          </p:cNvSpPr>
          <p:nvPr/>
        </p:nvSpPr>
        <p:spPr bwMode="auto">
          <a:xfrm flipH="1" flipV="1">
            <a:off x="4943475" y="3789363"/>
            <a:ext cx="2160588" cy="10080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0" name="Line 30">
            <a:extLst>
              <a:ext uri="{FF2B5EF4-FFF2-40B4-BE49-F238E27FC236}">
                <a16:creationId xmlns:a16="http://schemas.microsoft.com/office/drawing/2014/main" id="{7FE3D284-7448-4200-BB83-E1E3974A171D}"/>
              </a:ext>
            </a:extLst>
          </p:cNvPr>
          <p:cNvSpPr>
            <a:spLocks noChangeShapeType="1"/>
          </p:cNvSpPr>
          <p:nvPr/>
        </p:nvSpPr>
        <p:spPr bwMode="auto">
          <a:xfrm>
            <a:off x="3719513" y="3068638"/>
            <a:ext cx="288925"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1" name="Line 31">
            <a:extLst>
              <a:ext uri="{FF2B5EF4-FFF2-40B4-BE49-F238E27FC236}">
                <a16:creationId xmlns:a16="http://schemas.microsoft.com/office/drawing/2014/main" id="{C5109A78-B31B-458B-AF64-57918DB0FC74}"/>
              </a:ext>
            </a:extLst>
          </p:cNvPr>
          <p:cNvSpPr>
            <a:spLocks noChangeShapeType="1"/>
          </p:cNvSpPr>
          <p:nvPr/>
        </p:nvSpPr>
        <p:spPr bwMode="auto">
          <a:xfrm flipH="1">
            <a:off x="2927350" y="3068638"/>
            <a:ext cx="215900"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2" name="Rectangle 32">
            <a:extLst>
              <a:ext uri="{FF2B5EF4-FFF2-40B4-BE49-F238E27FC236}">
                <a16:creationId xmlns:a16="http://schemas.microsoft.com/office/drawing/2014/main" id="{EE5DEBA7-0A0F-45FA-A7D7-200DB3E59F35}"/>
              </a:ext>
            </a:extLst>
          </p:cNvPr>
          <p:cNvSpPr>
            <a:spLocks noChangeArrowheads="1"/>
          </p:cNvSpPr>
          <p:nvPr/>
        </p:nvSpPr>
        <p:spPr bwMode="auto">
          <a:xfrm>
            <a:off x="1524000" y="981075"/>
            <a:ext cx="82296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Queue: 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621DF17D-8F59-45F5-8903-071E938E13AC}"/>
              </a:ext>
            </a:extLst>
          </p:cNvPr>
          <p:cNvSpPr>
            <a:spLocks noGrp="1"/>
          </p:cNvSpPr>
          <p:nvPr>
            <p:ph type="body" idx="1"/>
          </p:nvPr>
        </p:nvSpPr>
        <p:spPr>
          <a:xfrm>
            <a:off x="1981200" y="5229225"/>
            <a:ext cx="8229600" cy="1152525"/>
          </a:xfrm>
        </p:spPr>
        <p:txBody>
          <a:bodyPr/>
          <a:lstStyle/>
          <a:p>
            <a:pPr>
              <a:buFont typeface="Wingdings" panose="05000000000000000000" pitchFamily="2" charset="2"/>
              <a:buNone/>
            </a:pPr>
            <a:r>
              <a:rPr lang="en-US" altLang="en-US"/>
              <a:t>Expand A’s adjacent vertices.  </a:t>
            </a:r>
          </a:p>
          <a:p>
            <a:pPr>
              <a:buFont typeface="Wingdings" panose="05000000000000000000" pitchFamily="2" charset="2"/>
              <a:buNone/>
            </a:pPr>
            <a:r>
              <a:rPr lang="en-US" altLang="en-US"/>
              <a:t>Mark them and put them in queue.</a:t>
            </a:r>
          </a:p>
        </p:txBody>
      </p:sp>
      <p:grpSp>
        <p:nvGrpSpPr>
          <p:cNvPr id="68611" name="Group 3">
            <a:extLst>
              <a:ext uri="{FF2B5EF4-FFF2-40B4-BE49-F238E27FC236}">
                <a16:creationId xmlns:a16="http://schemas.microsoft.com/office/drawing/2014/main" id="{DFC02105-A01E-4D41-AB12-10F2F558D2D6}"/>
              </a:ext>
            </a:extLst>
          </p:cNvPr>
          <p:cNvGrpSpPr>
            <a:grpSpLocks/>
          </p:cNvGrpSpPr>
          <p:nvPr/>
        </p:nvGrpSpPr>
        <p:grpSpPr bwMode="auto">
          <a:xfrm>
            <a:off x="5375275" y="1628775"/>
            <a:ext cx="1081088" cy="792163"/>
            <a:chOff x="2517" y="1434"/>
            <a:chExt cx="681" cy="499"/>
          </a:xfrm>
        </p:grpSpPr>
        <p:sp>
          <p:nvSpPr>
            <p:cNvPr id="68639" name="Oval 4">
              <a:extLst>
                <a:ext uri="{FF2B5EF4-FFF2-40B4-BE49-F238E27FC236}">
                  <a16:creationId xmlns:a16="http://schemas.microsoft.com/office/drawing/2014/main" id="{D91FB05D-65FB-4205-902C-64C38031F73C}"/>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8640" name="Text Box 5">
              <a:extLst>
                <a:ext uri="{FF2B5EF4-FFF2-40B4-BE49-F238E27FC236}">
                  <a16:creationId xmlns:a16="http://schemas.microsoft.com/office/drawing/2014/main" id="{48680F36-22B4-4073-9C57-DA90BA64E084}"/>
                </a:ext>
              </a:extLst>
            </p:cNvPr>
            <p:cNvSpPr txBox="1">
              <a:spLocks noChangeArrowheads="1"/>
            </p:cNvSpPr>
            <p:nvPr/>
          </p:nvSpPr>
          <p:spPr bwMode="auto">
            <a:xfrm>
              <a:off x="2744" y="1525"/>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A</a:t>
              </a:r>
            </a:p>
          </p:txBody>
        </p:sp>
      </p:grpSp>
      <p:grpSp>
        <p:nvGrpSpPr>
          <p:cNvPr id="68612" name="Group 6">
            <a:extLst>
              <a:ext uri="{FF2B5EF4-FFF2-40B4-BE49-F238E27FC236}">
                <a16:creationId xmlns:a16="http://schemas.microsoft.com/office/drawing/2014/main" id="{599DC4EE-C836-40AA-9656-3230A247D906}"/>
              </a:ext>
            </a:extLst>
          </p:cNvPr>
          <p:cNvGrpSpPr>
            <a:grpSpLocks/>
          </p:cNvGrpSpPr>
          <p:nvPr/>
        </p:nvGrpSpPr>
        <p:grpSpPr bwMode="auto">
          <a:xfrm>
            <a:off x="2927350" y="2349500"/>
            <a:ext cx="1081088" cy="792163"/>
            <a:chOff x="2517" y="1434"/>
            <a:chExt cx="681" cy="499"/>
          </a:xfrm>
        </p:grpSpPr>
        <p:sp>
          <p:nvSpPr>
            <p:cNvPr id="68637" name="Oval 7">
              <a:extLst>
                <a:ext uri="{FF2B5EF4-FFF2-40B4-BE49-F238E27FC236}">
                  <a16:creationId xmlns:a16="http://schemas.microsoft.com/office/drawing/2014/main" id="{B5DD06EE-5C0E-4FA5-8542-8E816CA7E337}"/>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8638" name="Text Box 8">
              <a:extLst>
                <a:ext uri="{FF2B5EF4-FFF2-40B4-BE49-F238E27FC236}">
                  <a16:creationId xmlns:a16="http://schemas.microsoft.com/office/drawing/2014/main" id="{FA6A38DF-29BF-48C3-AB00-6D42D365FD88}"/>
                </a:ext>
              </a:extLst>
            </p:cNvPr>
            <p:cNvSpPr txBox="1">
              <a:spLocks noChangeArrowheads="1"/>
            </p:cNvSpPr>
            <p:nvPr/>
          </p:nvSpPr>
          <p:spPr bwMode="auto">
            <a:xfrm>
              <a:off x="2744" y="15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B</a:t>
              </a:r>
            </a:p>
          </p:txBody>
        </p:sp>
      </p:grpSp>
      <p:grpSp>
        <p:nvGrpSpPr>
          <p:cNvPr id="68613" name="Group 9">
            <a:extLst>
              <a:ext uri="{FF2B5EF4-FFF2-40B4-BE49-F238E27FC236}">
                <a16:creationId xmlns:a16="http://schemas.microsoft.com/office/drawing/2014/main" id="{63CC02F4-3AD4-49F2-B8A9-437EBA9F309F}"/>
              </a:ext>
            </a:extLst>
          </p:cNvPr>
          <p:cNvGrpSpPr>
            <a:grpSpLocks/>
          </p:cNvGrpSpPr>
          <p:nvPr/>
        </p:nvGrpSpPr>
        <p:grpSpPr bwMode="auto">
          <a:xfrm>
            <a:off x="2063750" y="3286125"/>
            <a:ext cx="1081088" cy="792163"/>
            <a:chOff x="2517" y="1434"/>
            <a:chExt cx="681" cy="499"/>
          </a:xfrm>
        </p:grpSpPr>
        <p:sp>
          <p:nvSpPr>
            <p:cNvPr id="68635" name="Oval 10">
              <a:extLst>
                <a:ext uri="{FF2B5EF4-FFF2-40B4-BE49-F238E27FC236}">
                  <a16:creationId xmlns:a16="http://schemas.microsoft.com/office/drawing/2014/main" id="{783E1C81-5A72-48C7-9C10-8ECF84895481}"/>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8636" name="Text Box 11">
              <a:extLst>
                <a:ext uri="{FF2B5EF4-FFF2-40B4-BE49-F238E27FC236}">
                  <a16:creationId xmlns:a16="http://schemas.microsoft.com/office/drawing/2014/main" id="{BE520346-2679-49AE-9470-C528DCED7D62}"/>
                </a:ext>
              </a:extLst>
            </p:cNvPr>
            <p:cNvSpPr txBox="1">
              <a:spLocks noChangeArrowheads="1"/>
            </p:cNvSpPr>
            <p:nvPr/>
          </p:nvSpPr>
          <p:spPr bwMode="auto">
            <a:xfrm>
              <a:off x="2744" y="152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G</a:t>
              </a:r>
            </a:p>
          </p:txBody>
        </p:sp>
      </p:grpSp>
      <p:grpSp>
        <p:nvGrpSpPr>
          <p:cNvPr id="68614" name="Group 12">
            <a:extLst>
              <a:ext uri="{FF2B5EF4-FFF2-40B4-BE49-F238E27FC236}">
                <a16:creationId xmlns:a16="http://schemas.microsoft.com/office/drawing/2014/main" id="{280F0CF3-F4C5-47BC-8471-9BE572707BA3}"/>
              </a:ext>
            </a:extLst>
          </p:cNvPr>
          <p:cNvGrpSpPr>
            <a:grpSpLocks/>
          </p:cNvGrpSpPr>
          <p:nvPr/>
        </p:nvGrpSpPr>
        <p:grpSpPr bwMode="auto">
          <a:xfrm>
            <a:off x="3863975" y="3213100"/>
            <a:ext cx="1081088" cy="792163"/>
            <a:chOff x="2517" y="1434"/>
            <a:chExt cx="681" cy="499"/>
          </a:xfrm>
        </p:grpSpPr>
        <p:sp>
          <p:nvSpPr>
            <p:cNvPr id="68633" name="Oval 13">
              <a:extLst>
                <a:ext uri="{FF2B5EF4-FFF2-40B4-BE49-F238E27FC236}">
                  <a16:creationId xmlns:a16="http://schemas.microsoft.com/office/drawing/2014/main" id="{383EC60E-2394-4C26-9381-7A54CCAC7115}"/>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8634" name="Text Box 14">
              <a:extLst>
                <a:ext uri="{FF2B5EF4-FFF2-40B4-BE49-F238E27FC236}">
                  <a16:creationId xmlns:a16="http://schemas.microsoft.com/office/drawing/2014/main" id="{399C5185-88EA-4B7C-9E0C-312DF02FCE9D}"/>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C</a:t>
              </a:r>
            </a:p>
          </p:txBody>
        </p:sp>
      </p:grpSp>
      <p:grpSp>
        <p:nvGrpSpPr>
          <p:cNvPr id="68615" name="Group 15">
            <a:extLst>
              <a:ext uri="{FF2B5EF4-FFF2-40B4-BE49-F238E27FC236}">
                <a16:creationId xmlns:a16="http://schemas.microsoft.com/office/drawing/2014/main" id="{0686FA79-6F8B-4F03-9F0C-55E84DE25BF8}"/>
              </a:ext>
            </a:extLst>
          </p:cNvPr>
          <p:cNvGrpSpPr>
            <a:grpSpLocks/>
          </p:cNvGrpSpPr>
          <p:nvPr/>
        </p:nvGrpSpPr>
        <p:grpSpPr bwMode="auto">
          <a:xfrm>
            <a:off x="7823200" y="2349500"/>
            <a:ext cx="1081088" cy="792163"/>
            <a:chOff x="2517" y="1434"/>
            <a:chExt cx="681" cy="499"/>
          </a:xfrm>
        </p:grpSpPr>
        <p:sp>
          <p:nvSpPr>
            <p:cNvPr id="68631" name="Oval 16">
              <a:extLst>
                <a:ext uri="{FF2B5EF4-FFF2-40B4-BE49-F238E27FC236}">
                  <a16:creationId xmlns:a16="http://schemas.microsoft.com/office/drawing/2014/main" id="{A93E1804-AE0C-40CF-A302-018B7178C308}"/>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8632" name="Text Box 17">
              <a:extLst>
                <a:ext uri="{FF2B5EF4-FFF2-40B4-BE49-F238E27FC236}">
                  <a16:creationId xmlns:a16="http://schemas.microsoft.com/office/drawing/2014/main" id="{E8F041A5-61ED-40F8-A0CC-B2EA8704F890}"/>
                </a:ext>
              </a:extLst>
            </p:cNvPr>
            <p:cNvSpPr txBox="1">
              <a:spLocks noChangeArrowheads="1"/>
            </p:cNvSpPr>
            <p:nvPr/>
          </p:nvSpPr>
          <p:spPr bwMode="auto">
            <a:xfrm>
              <a:off x="2744" y="1525"/>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E</a:t>
              </a:r>
            </a:p>
          </p:txBody>
        </p:sp>
      </p:grpSp>
      <p:grpSp>
        <p:nvGrpSpPr>
          <p:cNvPr id="68616" name="Group 18">
            <a:extLst>
              <a:ext uri="{FF2B5EF4-FFF2-40B4-BE49-F238E27FC236}">
                <a16:creationId xmlns:a16="http://schemas.microsoft.com/office/drawing/2014/main" id="{B07F5084-AC6C-4C05-8225-31386CACCEA8}"/>
              </a:ext>
            </a:extLst>
          </p:cNvPr>
          <p:cNvGrpSpPr>
            <a:grpSpLocks/>
          </p:cNvGrpSpPr>
          <p:nvPr/>
        </p:nvGrpSpPr>
        <p:grpSpPr bwMode="auto">
          <a:xfrm>
            <a:off x="6238875" y="3213100"/>
            <a:ext cx="1081088" cy="792163"/>
            <a:chOff x="2517" y="1434"/>
            <a:chExt cx="681" cy="499"/>
          </a:xfrm>
        </p:grpSpPr>
        <p:sp>
          <p:nvSpPr>
            <p:cNvPr id="68629" name="Oval 19">
              <a:extLst>
                <a:ext uri="{FF2B5EF4-FFF2-40B4-BE49-F238E27FC236}">
                  <a16:creationId xmlns:a16="http://schemas.microsoft.com/office/drawing/2014/main" id="{4F2BEE17-FD4B-4ED3-91F6-000C46D2ABBD}"/>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8630" name="Text Box 20">
              <a:extLst>
                <a:ext uri="{FF2B5EF4-FFF2-40B4-BE49-F238E27FC236}">
                  <a16:creationId xmlns:a16="http://schemas.microsoft.com/office/drawing/2014/main" id="{18A996CF-FC00-4115-962B-F49402714330}"/>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D</a:t>
              </a:r>
            </a:p>
          </p:txBody>
        </p:sp>
      </p:grpSp>
      <p:grpSp>
        <p:nvGrpSpPr>
          <p:cNvPr id="68617" name="Group 21">
            <a:extLst>
              <a:ext uri="{FF2B5EF4-FFF2-40B4-BE49-F238E27FC236}">
                <a16:creationId xmlns:a16="http://schemas.microsoft.com/office/drawing/2014/main" id="{A042F0BB-5123-4027-9836-55C92B5A4DBE}"/>
              </a:ext>
            </a:extLst>
          </p:cNvPr>
          <p:cNvGrpSpPr>
            <a:grpSpLocks/>
          </p:cNvGrpSpPr>
          <p:nvPr/>
        </p:nvGrpSpPr>
        <p:grpSpPr bwMode="auto">
          <a:xfrm>
            <a:off x="7104063" y="4437063"/>
            <a:ext cx="1081087" cy="792162"/>
            <a:chOff x="2517" y="1434"/>
            <a:chExt cx="681" cy="499"/>
          </a:xfrm>
        </p:grpSpPr>
        <p:sp>
          <p:nvSpPr>
            <p:cNvPr id="68627" name="Oval 22">
              <a:extLst>
                <a:ext uri="{FF2B5EF4-FFF2-40B4-BE49-F238E27FC236}">
                  <a16:creationId xmlns:a16="http://schemas.microsoft.com/office/drawing/2014/main" id="{A2657235-4565-43BC-88B4-4E3C348393A5}"/>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8628" name="Text Box 23">
              <a:extLst>
                <a:ext uri="{FF2B5EF4-FFF2-40B4-BE49-F238E27FC236}">
                  <a16:creationId xmlns:a16="http://schemas.microsoft.com/office/drawing/2014/main" id="{718E011C-42A9-48F1-A2EC-D4AEE2EB2671}"/>
                </a:ext>
              </a:extLst>
            </p:cNvPr>
            <p:cNvSpPr txBox="1">
              <a:spLocks noChangeArrowheads="1"/>
            </p:cNvSpPr>
            <p:nvPr/>
          </p:nvSpPr>
          <p:spPr bwMode="auto">
            <a:xfrm>
              <a:off x="2744" y="152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F</a:t>
              </a:r>
            </a:p>
          </p:txBody>
        </p:sp>
      </p:grpSp>
      <p:sp>
        <p:nvSpPr>
          <p:cNvPr id="68618" name="Line 24">
            <a:extLst>
              <a:ext uri="{FF2B5EF4-FFF2-40B4-BE49-F238E27FC236}">
                <a16:creationId xmlns:a16="http://schemas.microsoft.com/office/drawing/2014/main" id="{FB3E157A-56C4-45BD-98CF-97713D3D8686}"/>
              </a:ext>
            </a:extLst>
          </p:cNvPr>
          <p:cNvSpPr>
            <a:spLocks noChangeShapeType="1"/>
          </p:cNvSpPr>
          <p:nvPr/>
        </p:nvSpPr>
        <p:spPr bwMode="auto">
          <a:xfrm flipH="1">
            <a:off x="4006850" y="2276475"/>
            <a:ext cx="1439863"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19" name="Line 25">
            <a:extLst>
              <a:ext uri="{FF2B5EF4-FFF2-40B4-BE49-F238E27FC236}">
                <a16:creationId xmlns:a16="http://schemas.microsoft.com/office/drawing/2014/main" id="{0087C4F9-B46B-4532-B332-FCA802844DAF}"/>
              </a:ext>
            </a:extLst>
          </p:cNvPr>
          <p:cNvSpPr>
            <a:spLocks noChangeShapeType="1"/>
          </p:cNvSpPr>
          <p:nvPr/>
        </p:nvSpPr>
        <p:spPr bwMode="auto">
          <a:xfrm>
            <a:off x="6383338" y="2205038"/>
            <a:ext cx="14398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0" name="Line 26">
            <a:extLst>
              <a:ext uri="{FF2B5EF4-FFF2-40B4-BE49-F238E27FC236}">
                <a16:creationId xmlns:a16="http://schemas.microsoft.com/office/drawing/2014/main" id="{C0EB88DB-DEEB-4C23-B5AF-77FF51A72F90}"/>
              </a:ext>
            </a:extLst>
          </p:cNvPr>
          <p:cNvSpPr>
            <a:spLocks noChangeShapeType="1"/>
          </p:cNvSpPr>
          <p:nvPr/>
        </p:nvSpPr>
        <p:spPr bwMode="auto">
          <a:xfrm flipH="1">
            <a:off x="7824788" y="3068638"/>
            <a:ext cx="86360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1" name="Line 27">
            <a:extLst>
              <a:ext uri="{FF2B5EF4-FFF2-40B4-BE49-F238E27FC236}">
                <a16:creationId xmlns:a16="http://schemas.microsoft.com/office/drawing/2014/main" id="{7C843358-0436-4FAC-ABD9-C87B4CE7C92C}"/>
              </a:ext>
            </a:extLst>
          </p:cNvPr>
          <p:cNvSpPr>
            <a:spLocks noChangeShapeType="1"/>
          </p:cNvSpPr>
          <p:nvPr/>
        </p:nvSpPr>
        <p:spPr bwMode="auto">
          <a:xfrm flipH="1">
            <a:off x="7319963" y="3068638"/>
            <a:ext cx="647700" cy="433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2" name="Line 28">
            <a:extLst>
              <a:ext uri="{FF2B5EF4-FFF2-40B4-BE49-F238E27FC236}">
                <a16:creationId xmlns:a16="http://schemas.microsoft.com/office/drawing/2014/main" id="{2C9E7ED8-C26D-4CB3-A5D0-740B7DDE2EB7}"/>
              </a:ext>
            </a:extLst>
          </p:cNvPr>
          <p:cNvSpPr>
            <a:spLocks noChangeShapeType="1"/>
          </p:cNvSpPr>
          <p:nvPr/>
        </p:nvSpPr>
        <p:spPr bwMode="auto">
          <a:xfrm>
            <a:off x="6959600" y="4005263"/>
            <a:ext cx="360363"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3" name="Line 29">
            <a:extLst>
              <a:ext uri="{FF2B5EF4-FFF2-40B4-BE49-F238E27FC236}">
                <a16:creationId xmlns:a16="http://schemas.microsoft.com/office/drawing/2014/main" id="{97E207EC-47D1-46C8-99B1-7538C6BEB3D1}"/>
              </a:ext>
            </a:extLst>
          </p:cNvPr>
          <p:cNvSpPr>
            <a:spLocks noChangeShapeType="1"/>
          </p:cNvSpPr>
          <p:nvPr/>
        </p:nvSpPr>
        <p:spPr bwMode="auto">
          <a:xfrm flipH="1" flipV="1">
            <a:off x="4943475" y="3789363"/>
            <a:ext cx="2160588" cy="10080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4" name="Line 30">
            <a:extLst>
              <a:ext uri="{FF2B5EF4-FFF2-40B4-BE49-F238E27FC236}">
                <a16:creationId xmlns:a16="http://schemas.microsoft.com/office/drawing/2014/main" id="{0775E6C4-B3B7-46DE-BA12-242842F33577}"/>
              </a:ext>
            </a:extLst>
          </p:cNvPr>
          <p:cNvSpPr>
            <a:spLocks noChangeShapeType="1"/>
          </p:cNvSpPr>
          <p:nvPr/>
        </p:nvSpPr>
        <p:spPr bwMode="auto">
          <a:xfrm>
            <a:off x="3719513" y="3068638"/>
            <a:ext cx="288925"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5" name="Line 31">
            <a:extLst>
              <a:ext uri="{FF2B5EF4-FFF2-40B4-BE49-F238E27FC236}">
                <a16:creationId xmlns:a16="http://schemas.microsoft.com/office/drawing/2014/main" id="{F5510B27-B3FA-4853-97AB-44D34A131E15}"/>
              </a:ext>
            </a:extLst>
          </p:cNvPr>
          <p:cNvSpPr>
            <a:spLocks noChangeShapeType="1"/>
          </p:cNvSpPr>
          <p:nvPr/>
        </p:nvSpPr>
        <p:spPr bwMode="auto">
          <a:xfrm flipH="1">
            <a:off x="2927350" y="3068638"/>
            <a:ext cx="215900"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6" name="Rectangle 32">
            <a:extLst>
              <a:ext uri="{FF2B5EF4-FFF2-40B4-BE49-F238E27FC236}">
                <a16:creationId xmlns:a16="http://schemas.microsoft.com/office/drawing/2014/main" id="{0A7123E1-7EFA-4F27-8A04-48F39A7D9DDC}"/>
              </a:ext>
            </a:extLst>
          </p:cNvPr>
          <p:cNvSpPr>
            <a:spLocks noChangeArrowheads="1"/>
          </p:cNvSpPr>
          <p:nvPr/>
        </p:nvSpPr>
        <p:spPr bwMode="auto">
          <a:xfrm>
            <a:off x="1524000" y="981075"/>
            <a:ext cx="82296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Queue: </a:t>
            </a:r>
            <a:r>
              <a:rPr lang="en-US" altLang="en-US" sz="3000">
                <a:solidFill>
                  <a:schemeClr val="folHlink"/>
                </a:solidFill>
                <a:latin typeface="Times New Roman" panose="02020603050405020304" pitchFamily="18" charset="0"/>
              </a:rPr>
              <a:t>A</a:t>
            </a:r>
            <a:r>
              <a:rPr lang="en-US" altLang="en-US" sz="3000">
                <a:latin typeface="Times New Roman" panose="02020603050405020304" pitchFamily="18" charset="0"/>
              </a:rPr>
              <a:t> B E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8EE0A209-237F-4026-A197-76EA94E20B84}"/>
              </a:ext>
            </a:extLst>
          </p:cNvPr>
          <p:cNvSpPr>
            <a:spLocks noGrp="1"/>
          </p:cNvSpPr>
          <p:nvPr>
            <p:ph type="body" idx="1"/>
          </p:nvPr>
        </p:nvSpPr>
        <p:spPr>
          <a:xfrm>
            <a:off x="1981200" y="5229225"/>
            <a:ext cx="8686800" cy="1152525"/>
          </a:xfrm>
        </p:spPr>
        <p:txBody>
          <a:bodyPr/>
          <a:lstStyle/>
          <a:p>
            <a:pPr>
              <a:buFont typeface="Wingdings" panose="05000000000000000000" pitchFamily="2" charset="2"/>
              <a:buNone/>
            </a:pPr>
            <a:r>
              <a:rPr lang="en-US" altLang="en-US"/>
              <a:t>Now take B off queue, and queue its neighbors.</a:t>
            </a:r>
          </a:p>
        </p:txBody>
      </p:sp>
      <p:grpSp>
        <p:nvGrpSpPr>
          <p:cNvPr id="69635" name="Group 3">
            <a:extLst>
              <a:ext uri="{FF2B5EF4-FFF2-40B4-BE49-F238E27FC236}">
                <a16:creationId xmlns:a16="http://schemas.microsoft.com/office/drawing/2014/main" id="{7662C4C9-14DE-4E3C-A42E-65502B5E7924}"/>
              </a:ext>
            </a:extLst>
          </p:cNvPr>
          <p:cNvGrpSpPr>
            <a:grpSpLocks/>
          </p:cNvGrpSpPr>
          <p:nvPr/>
        </p:nvGrpSpPr>
        <p:grpSpPr bwMode="auto">
          <a:xfrm>
            <a:off x="5375275" y="1628775"/>
            <a:ext cx="1081088" cy="792163"/>
            <a:chOff x="2517" y="1434"/>
            <a:chExt cx="681" cy="499"/>
          </a:xfrm>
        </p:grpSpPr>
        <p:sp>
          <p:nvSpPr>
            <p:cNvPr id="69663" name="Oval 4">
              <a:extLst>
                <a:ext uri="{FF2B5EF4-FFF2-40B4-BE49-F238E27FC236}">
                  <a16:creationId xmlns:a16="http://schemas.microsoft.com/office/drawing/2014/main" id="{A78796F9-0917-4EB5-B5AA-4B4DAC173202}"/>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9664" name="Text Box 5">
              <a:extLst>
                <a:ext uri="{FF2B5EF4-FFF2-40B4-BE49-F238E27FC236}">
                  <a16:creationId xmlns:a16="http://schemas.microsoft.com/office/drawing/2014/main" id="{DFB098CF-4970-439F-AA13-D787AB5A677D}"/>
                </a:ext>
              </a:extLst>
            </p:cNvPr>
            <p:cNvSpPr txBox="1">
              <a:spLocks noChangeArrowheads="1"/>
            </p:cNvSpPr>
            <p:nvPr/>
          </p:nvSpPr>
          <p:spPr bwMode="auto">
            <a:xfrm>
              <a:off x="2744" y="1525"/>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A</a:t>
              </a:r>
            </a:p>
          </p:txBody>
        </p:sp>
      </p:grpSp>
      <p:grpSp>
        <p:nvGrpSpPr>
          <p:cNvPr id="69636" name="Group 6">
            <a:extLst>
              <a:ext uri="{FF2B5EF4-FFF2-40B4-BE49-F238E27FC236}">
                <a16:creationId xmlns:a16="http://schemas.microsoft.com/office/drawing/2014/main" id="{CC5E323E-8FC6-42C8-8C01-8120C8981AC1}"/>
              </a:ext>
            </a:extLst>
          </p:cNvPr>
          <p:cNvGrpSpPr>
            <a:grpSpLocks/>
          </p:cNvGrpSpPr>
          <p:nvPr/>
        </p:nvGrpSpPr>
        <p:grpSpPr bwMode="auto">
          <a:xfrm>
            <a:off x="2927350" y="2349500"/>
            <a:ext cx="1081088" cy="792163"/>
            <a:chOff x="2517" y="1434"/>
            <a:chExt cx="681" cy="499"/>
          </a:xfrm>
        </p:grpSpPr>
        <p:sp>
          <p:nvSpPr>
            <p:cNvPr id="69661" name="Oval 7">
              <a:extLst>
                <a:ext uri="{FF2B5EF4-FFF2-40B4-BE49-F238E27FC236}">
                  <a16:creationId xmlns:a16="http://schemas.microsoft.com/office/drawing/2014/main" id="{27EE6FB7-2782-479F-8F67-E6C1ED6E02FE}"/>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9662" name="Text Box 8">
              <a:extLst>
                <a:ext uri="{FF2B5EF4-FFF2-40B4-BE49-F238E27FC236}">
                  <a16:creationId xmlns:a16="http://schemas.microsoft.com/office/drawing/2014/main" id="{312BF341-0B58-42B6-B313-D7649429A93F}"/>
                </a:ext>
              </a:extLst>
            </p:cNvPr>
            <p:cNvSpPr txBox="1">
              <a:spLocks noChangeArrowheads="1"/>
            </p:cNvSpPr>
            <p:nvPr/>
          </p:nvSpPr>
          <p:spPr bwMode="auto">
            <a:xfrm>
              <a:off x="2744" y="15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B</a:t>
              </a:r>
            </a:p>
          </p:txBody>
        </p:sp>
      </p:grpSp>
      <p:grpSp>
        <p:nvGrpSpPr>
          <p:cNvPr id="69637" name="Group 9">
            <a:extLst>
              <a:ext uri="{FF2B5EF4-FFF2-40B4-BE49-F238E27FC236}">
                <a16:creationId xmlns:a16="http://schemas.microsoft.com/office/drawing/2014/main" id="{9ED73740-32B0-4C99-8DEF-7C21F92FEAF5}"/>
              </a:ext>
            </a:extLst>
          </p:cNvPr>
          <p:cNvGrpSpPr>
            <a:grpSpLocks/>
          </p:cNvGrpSpPr>
          <p:nvPr/>
        </p:nvGrpSpPr>
        <p:grpSpPr bwMode="auto">
          <a:xfrm>
            <a:off x="2063750" y="3286125"/>
            <a:ext cx="1081088" cy="792163"/>
            <a:chOff x="2517" y="1434"/>
            <a:chExt cx="681" cy="499"/>
          </a:xfrm>
        </p:grpSpPr>
        <p:sp>
          <p:nvSpPr>
            <p:cNvPr id="69659" name="Oval 10">
              <a:extLst>
                <a:ext uri="{FF2B5EF4-FFF2-40B4-BE49-F238E27FC236}">
                  <a16:creationId xmlns:a16="http://schemas.microsoft.com/office/drawing/2014/main" id="{AAB6137E-E3C6-4EEC-BAF2-74EF94566F97}"/>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9660" name="Text Box 11">
              <a:extLst>
                <a:ext uri="{FF2B5EF4-FFF2-40B4-BE49-F238E27FC236}">
                  <a16:creationId xmlns:a16="http://schemas.microsoft.com/office/drawing/2014/main" id="{20B59809-50DF-4D80-905E-FA26A8D5B53B}"/>
                </a:ext>
              </a:extLst>
            </p:cNvPr>
            <p:cNvSpPr txBox="1">
              <a:spLocks noChangeArrowheads="1"/>
            </p:cNvSpPr>
            <p:nvPr/>
          </p:nvSpPr>
          <p:spPr bwMode="auto">
            <a:xfrm>
              <a:off x="2744" y="152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G</a:t>
              </a:r>
            </a:p>
          </p:txBody>
        </p:sp>
      </p:grpSp>
      <p:grpSp>
        <p:nvGrpSpPr>
          <p:cNvPr id="69638" name="Group 12">
            <a:extLst>
              <a:ext uri="{FF2B5EF4-FFF2-40B4-BE49-F238E27FC236}">
                <a16:creationId xmlns:a16="http://schemas.microsoft.com/office/drawing/2014/main" id="{048DE7E3-0385-489D-B85F-8099868AE0C8}"/>
              </a:ext>
            </a:extLst>
          </p:cNvPr>
          <p:cNvGrpSpPr>
            <a:grpSpLocks/>
          </p:cNvGrpSpPr>
          <p:nvPr/>
        </p:nvGrpSpPr>
        <p:grpSpPr bwMode="auto">
          <a:xfrm>
            <a:off x="3863975" y="3213100"/>
            <a:ext cx="1081088" cy="792163"/>
            <a:chOff x="2517" y="1434"/>
            <a:chExt cx="681" cy="499"/>
          </a:xfrm>
        </p:grpSpPr>
        <p:sp>
          <p:nvSpPr>
            <p:cNvPr id="69657" name="Oval 13">
              <a:extLst>
                <a:ext uri="{FF2B5EF4-FFF2-40B4-BE49-F238E27FC236}">
                  <a16:creationId xmlns:a16="http://schemas.microsoft.com/office/drawing/2014/main" id="{2EE719D4-7B68-4F8E-BACC-C3A10B8340BF}"/>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9658" name="Text Box 14">
              <a:extLst>
                <a:ext uri="{FF2B5EF4-FFF2-40B4-BE49-F238E27FC236}">
                  <a16:creationId xmlns:a16="http://schemas.microsoft.com/office/drawing/2014/main" id="{8EFB9460-B090-4EFD-A3AB-2B5421E02E6C}"/>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C</a:t>
              </a:r>
            </a:p>
          </p:txBody>
        </p:sp>
      </p:grpSp>
      <p:grpSp>
        <p:nvGrpSpPr>
          <p:cNvPr id="69639" name="Group 15">
            <a:extLst>
              <a:ext uri="{FF2B5EF4-FFF2-40B4-BE49-F238E27FC236}">
                <a16:creationId xmlns:a16="http://schemas.microsoft.com/office/drawing/2014/main" id="{CF463BFF-96EA-4495-A478-27437EC0EB3A}"/>
              </a:ext>
            </a:extLst>
          </p:cNvPr>
          <p:cNvGrpSpPr>
            <a:grpSpLocks/>
          </p:cNvGrpSpPr>
          <p:nvPr/>
        </p:nvGrpSpPr>
        <p:grpSpPr bwMode="auto">
          <a:xfrm>
            <a:off x="7823200" y="2349500"/>
            <a:ext cx="1081088" cy="792163"/>
            <a:chOff x="2517" y="1434"/>
            <a:chExt cx="681" cy="499"/>
          </a:xfrm>
        </p:grpSpPr>
        <p:sp>
          <p:nvSpPr>
            <p:cNvPr id="69655" name="Oval 16">
              <a:extLst>
                <a:ext uri="{FF2B5EF4-FFF2-40B4-BE49-F238E27FC236}">
                  <a16:creationId xmlns:a16="http://schemas.microsoft.com/office/drawing/2014/main" id="{C2184009-7085-4EFB-B49A-1F53A9A6C381}"/>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9656" name="Text Box 17">
              <a:extLst>
                <a:ext uri="{FF2B5EF4-FFF2-40B4-BE49-F238E27FC236}">
                  <a16:creationId xmlns:a16="http://schemas.microsoft.com/office/drawing/2014/main" id="{4D9A627A-0364-4397-984A-669E4CB55A44}"/>
                </a:ext>
              </a:extLst>
            </p:cNvPr>
            <p:cNvSpPr txBox="1">
              <a:spLocks noChangeArrowheads="1"/>
            </p:cNvSpPr>
            <p:nvPr/>
          </p:nvSpPr>
          <p:spPr bwMode="auto">
            <a:xfrm>
              <a:off x="2744" y="1525"/>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E</a:t>
              </a:r>
            </a:p>
          </p:txBody>
        </p:sp>
      </p:grpSp>
      <p:grpSp>
        <p:nvGrpSpPr>
          <p:cNvPr id="69640" name="Group 18">
            <a:extLst>
              <a:ext uri="{FF2B5EF4-FFF2-40B4-BE49-F238E27FC236}">
                <a16:creationId xmlns:a16="http://schemas.microsoft.com/office/drawing/2014/main" id="{F24C6A9D-E6B8-47D0-A822-98BB99D2AF2C}"/>
              </a:ext>
            </a:extLst>
          </p:cNvPr>
          <p:cNvGrpSpPr>
            <a:grpSpLocks/>
          </p:cNvGrpSpPr>
          <p:nvPr/>
        </p:nvGrpSpPr>
        <p:grpSpPr bwMode="auto">
          <a:xfrm>
            <a:off x="6238875" y="3213100"/>
            <a:ext cx="1081088" cy="792163"/>
            <a:chOff x="2517" y="1434"/>
            <a:chExt cx="681" cy="499"/>
          </a:xfrm>
        </p:grpSpPr>
        <p:sp>
          <p:nvSpPr>
            <p:cNvPr id="69653" name="Oval 19">
              <a:extLst>
                <a:ext uri="{FF2B5EF4-FFF2-40B4-BE49-F238E27FC236}">
                  <a16:creationId xmlns:a16="http://schemas.microsoft.com/office/drawing/2014/main" id="{99535E16-1A95-485F-A2D9-A40A88A284D8}"/>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9654" name="Text Box 20">
              <a:extLst>
                <a:ext uri="{FF2B5EF4-FFF2-40B4-BE49-F238E27FC236}">
                  <a16:creationId xmlns:a16="http://schemas.microsoft.com/office/drawing/2014/main" id="{3A981151-09AB-4532-9C37-AC190FCD0EA3}"/>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D</a:t>
              </a:r>
            </a:p>
          </p:txBody>
        </p:sp>
      </p:grpSp>
      <p:grpSp>
        <p:nvGrpSpPr>
          <p:cNvPr id="69641" name="Group 21">
            <a:extLst>
              <a:ext uri="{FF2B5EF4-FFF2-40B4-BE49-F238E27FC236}">
                <a16:creationId xmlns:a16="http://schemas.microsoft.com/office/drawing/2014/main" id="{DF156322-366A-4534-A303-B7199406A560}"/>
              </a:ext>
            </a:extLst>
          </p:cNvPr>
          <p:cNvGrpSpPr>
            <a:grpSpLocks/>
          </p:cNvGrpSpPr>
          <p:nvPr/>
        </p:nvGrpSpPr>
        <p:grpSpPr bwMode="auto">
          <a:xfrm>
            <a:off x="7104063" y="4437063"/>
            <a:ext cx="1081087" cy="792162"/>
            <a:chOff x="2517" y="1434"/>
            <a:chExt cx="681" cy="499"/>
          </a:xfrm>
        </p:grpSpPr>
        <p:sp>
          <p:nvSpPr>
            <p:cNvPr id="69651" name="Oval 22">
              <a:extLst>
                <a:ext uri="{FF2B5EF4-FFF2-40B4-BE49-F238E27FC236}">
                  <a16:creationId xmlns:a16="http://schemas.microsoft.com/office/drawing/2014/main" id="{11235684-CA1D-4A0C-A6BD-B29D67438899}"/>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69652" name="Text Box 23">
              <a:extLst>
                <a:ext uri="{FF2B5EF4-FFF2-40B4-BE49-F238E27FC236}">
                  <a16:creationId xmlns:a16="http://schemas.microsoft.com/office/drawing/2014/main" id="{1BB5F834-6C70-4060-B81B-C9C36DEA8DD3}"/>
                </a:ext>
              </a:extLst>
            </p:cNvPr>
            <p:cNvSpPr txBox="1">
              <a:spLocks noChangeArrowheads="1"/>
            </p:cNvSpPr>
            <p:nvPr/>
          </p:nvSpPr>
          <p:spPr bwMode="auto">
            <a:xfrm>
              <a:off x="2744" y="152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F</a:t>
              </a:r>
            </a:p>
          </p:txBody>
        </p:sp>
      </p:grpSp>
      <p:sp>
        <p:nvSpPr>
          <p:cNvPr id="69642" name="Line 24">
            <a:extLst>
              <a:ext uri="{FF2B5EF4-FFF2-40B4-BE49-F238E27FC236}">
                <a16:creationId xmlns:a16="http://schemas.microsoft.com/office/drawing/2014/main" id="{53E1EBB8-BA17-4A41-87CF-B66B6494C249}"/>
              </a:ext>
            </a:extLst>
          </p:cNvPr>
          <p:cNvSpPr>
            <a:spLocks noChangeShapeType="1"/>
          </p:cNvSpPr>
          <p:nvPr/>
        </p:nvSpPr>
        <p:spPr bwMode="auto">
          <a:xfrm flipH="1">
            <a:off x="4006850" y="2276475"/>
            <a:ext cx="1439863"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3" name="Line 25">
            <a:extLst>
              <a:ext uri="{FF2B5EF4-FFF2-40B4-BE49-F238E27FC236}">
                <a16:creationId xmlns:a16="http://schemas.microsoft.com/office/drawing/2014/main" id="{BB8D4CF0-CC00-4680-9F78-40A101B85CAB}"/>
              </a:ext>
            </a:extLst>
          </p:cNvPr>
          <p:cNvSpPr>
            <a:spLocks noChangeShapeType="1"/>
          </p:cNvSpPr>
          <p:nvPr/>
        </p:nvSpPr>
        <p:spPr bwMode="auto">
          <a:xfrm>
            <a:off x="6383338" y="2205038"/>
            <a:ext cx="14398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4" name="Line 26">
            <a:extLst>
              <a:ext uri="{FF2B5EF4-FFF2-40B4-BE49-F238E27FC236}">
                <a16:creationId xmlns:a16="http://schemas.microsoft.com/office/drawing/2014/main" id="{0B7B89F3-A8D0-4814-99F4-9DDFEA685EBF}"/>
              </a:ext>
            </a:extLst>
          </p:cNvPr>
          <p:cNvSpPr>
            <a:spLocks noChangeShapeType="1"/>
          </p:cNvSpPr>
          <p:nvPr/>
        </p:nvSpPr>
        <p:spPr bwMode="auto">
          <a:xfrm flipH="1">
            <a:off x="7824788" y="3068638"/>
            <a:ext cx="86360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5" name="Line 27">
            <a:extLst>
              <a:ext uri="{FF2B5EF4-FFF2-40B4-BE49-F238E27FC236}">
                <a16:creationId xmlns:a16="http://schemas.microsoft.com/office/drawing/2014/main" id="{6043EBFF-0E93-486C-AB47-5D7C51DAC1EC}"/>
              </a:ext>
            </a:extLst>
          </p:cNvPr>
          <p:cNvSpPr>
            <a:spLocks noChangeShapeType="1"/>
          </p:cNvSpPr>
          <p:nvPr/>
        </p:nvSpPr>
        <p:spPr bwMode="auto">
          <a:xfrm flipH="1">
            <a:off x="7319963" y="3068638"/>
            <a:ext cx="647700" cy="433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6" name="Line 28">
            <a:extLst>
              <a:ext uri="{FF2B5EF4-FFF2-40B4-BE49-F238E27FC236}">
                <a16:creationId xmlns:a16="http://schemas.microsoft.com/office/drawing/2014/main" id="{1384B6F0-6E47-46E5-9FD0-12965C2A5FE3}"/>
              </a:ext>
            </a:extLst>
          </p:cNvPr>
          <p:cNvSpPr>
            <a:spLocks noChangeShapeType="1"/>
          </p:cNvSpPr>
          <p:nvPr/>
        </p:nvSpPr>
        <p:spPr bwMode="auto">
          <a:xfrm>
            <a:off x="6959600" y="4005263"/>
            <a:ext cx="360363"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7" name="Line 29">
            <a:extLst>
              <a:ext uri="{FF2B5EF4-FFF2-40B4-BE49-F238E27FC236}">
                <a16:creationId xmlns:a16="http://schemas.microsoft.com/office/drawing/2014/main" id="{18C29159-558A-4B25-AC3D-2F1883B0C4E2}"/>
              </a:ext>
            </a:extLst>
          </p:cNvPr>
          <p:cNvSpPr>
            <a:spLocks noChangeShapeType="1"/>
          </p:cNvSpPr>
          <p:nvPr/>
        </p:nvSpPr>
        <p:spPr bwMode="auto">
          <a:xfrm flipH="1" flipV="1">
            <a:off x="4943475" y="3789363"/>
            <a:ext cx="2160588" cy="10080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8" name="Line 30">
            <a:extLst>
              <a:ext uri="{FF2B5EF4-FFF2-40B4-BE49-F238E27FC236}">
                <a16:creationId xmlns:a16="http://schemas.microsoft.com/office/drawing/2014/main" id="{29718202-42CC-46ED-A287-859EED2471F8}"/>
              </a:ext>
            </a:extLst>
          </p:cNvPr>
          <p:cNvSpPr>
            <a:spLocks noChangeShapeType="1"/>
          </p:cNvSpPr>
          <p:nvPr/>
        </p:nvSpPr>
        <p:spPr bwMode="auto">
          <a:xfrm>
            <a:off x="3719513" y="3068638"/>
            <a:ext cx="288925"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9" name="Line 31">
            <a:extLst>
              <a:ext uri="{FF2B5EF4-FFF2-40B4-BE49-F238E27FC236}">
                <a16:creationId xmlns:a16="http://schemas.microsoft.com/office/drawing/2014/main" id="{0E0FDBE1-FEFF-4C21-B3F2-C09CDEB62620}"/>
              </a:ext>
            </a:extLst>
          </p:cNvPr>
          <p:cNvSpPr>
            <a:spLocks noChangeShapeType="1"/>
          </p:cNvSpPr>
          <p:nvPr/>
        </p:nvSpPr>
        <p:spPr bwMode="auto">
          <a:xfrm flipH="1">
            <a:off x="2927350" y="3068638"/>
            <a:ext cx="215900"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0" name="Rectangle 32">
            <a:extLst>
              <a:ext uri="{FF2B5EF4-FFF2-40B4-BE49-F238E27FC236}">
                <a16:creationId xmlns:a16="http://schemas.microsoft.com/office/drawing/2014/main" id="{0B8E0B86-AC21-489B-B292-B14230688DDB}"/>
              </a:ext>
            </a:extLst>
          </p:cNvPr>
          <p:cNvSpPr>
            <a:spLocks noChangeArrowheads="1"/>
          </p:cNvSpPr>
          <p:nvPr/>
        </p:nvSpPr>
        <p:spPr bwMode="auto">
          <a:xfrm>
            <a:off x="1524000" y="981075"/>
            <a:ext cx="82296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Queue: </a:t>
            </a:r>
            <a:r>
              <a:rPr lang="en-US" altLang="en-US" sz="3000">
                <a:solidFill>
                  <a:schemeClr val="folHlink"/>
                </a:solidFill>
                <a:latin typeface="Times New Roman" panose="02020603050405020304" pitchFamily="18" charset="0"/>
              </a:rPr>
              <a:t>A</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B</a:t>
            </a:r>
            <a:r>
              <a:rPr lang="en-US" altLang="en-US" sz="3000">
                <a:latin typeface="Times New Roman" panose="02020603050405020304" pitchFamily="18" charset="0"/>
              </a:rPr>
              <a:t> E G C</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3482DA30-47E5-4D49-827D-0621B8C9585D}"/>
              </a:ext>
            </a:extLst>
          </p:cNvPr>
          <p:cNvSpPr>
            <a:spLocks noGrp="1"/>
          </p:cNvSpPr>
          <p:nvPr>
            <p:ph type="body" idx="1"/>
          </p:nvPr>
        </p:nvSpPr>
        <p:spPr>
          <a:xfrm>
            <a:off x="1981200" y="5229225"/>
            <a:ext cx="8686800" cy="1152525"/>
          </a:xfrm>
        </p:spPr>
        <p:txBody>
          <a:bodyPr/>
          <a:lstStyle/>
          <a:p>
            <a:pPr>
              <a:buFont typeface="Wingdings" panose="05000000000000000000" pitchFamily="2" charset="2"/>
              <a:buNone/>
            </a:pPr>
            <a:r>
              <a:rPr lang="en-US" altLang="en-US"/>
              <a:t>Do same with E.</a:t>
            </a:r>
          </a:p>
        </p:txBody>
      </p:sp>
      <p:grpSp>
        <p:nvGrpSpPr>
          <p:cNvPr id="70659" name="Group 3">
            <a:extLst>
              <a:ext uri="{FF2B5EF4-FFF2-40B4-BE49-F238E27FC236}">
                <a16:creationId xmlns:a16="http://schemas.microsoft.com/office/drawing/2014/main" id="{2D6762AE-B368-4874-9CAB-E20BC16436EB}"/>
              </a:ext>
            </a:extLst>
          </p:cNvPr>
          <p:cNvGrpSpPr>
            <a:grpSpLocks/>
          </p:cNvGrpSpPr>
          <p:nvPr/>
        </p:nvGrpSpPr>
        <p:grpSpPr bwMode="auto">
          <a:xfrm>
            <a:off x="5375275" y="1628775"/>
            <a:ext cx="1081088" cy="792163"/>
            <a:chOff x="2517" y="1434"/>
            <a:chExt cx="681" cy="499"/>
          </a:xfrm>
        </p:grpSpPr>
        <p:sp>
          <p:nvSpPr>
            <p:cNvPr id="70687" name="Oval 4">
              <a:extLst>
                <a:ext uri="{FF2B5EF4-FFF2-40B4-BE49-F238E27FC236}">
                  <a16:creationId xmlns:a16="http://schemas.microsoft.com/office/drawing/2014/main" id="{38DD5FDA-28FC-48CE-908E-1174A450CDA6}"/>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0688" name="Text Box 5">
              <a:extLst>
                <a:ext uri="{FF2B5EF4-FFF2-40B4-BE49-F238E27FC236}">
                  <a16:creationId xmlns:a16="http://schemas.microsoft.com/office/drawing/2014/main" id="{EB5C409E-CD3E-4EF6-A862-4B2679ED2842}"/>
                </a:ext>
              </a:extLst>
            </p:cNvPr>
            <p:cNvSpPr txBox="1">
              <a:spLocks noChangeArrowheads="1"/>
            </p:cNvSpPr>
            <p:nvPr/>
          </p:nvSpPr>
          <p:spPr bwMode="auto">
            <a:xfrm>
              <a:off x="2744" y="1525"/>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A</a:t>
              </a:r>
            </a:p>
          </p:txBody>
        </p:sp>
      </p:grpSp>
      <p:grpSp>
        <p:nvGrpSpPr>
          <p:cNvPr id="70660" name="Group 6">
            <a:extLst>
              <a:ext uri="{FF2B5EF4-FFF2-40B4-BE49-F238E27FC236}">
                <a16:creationId xmlns:a16="http://schemas.microsoft.com/office/drawing/2014/main" id="{948B7E3A-C1AB-4EFF-B77D-234BA2E7EED6}"/>
              </a:ext>
            </a:extLst>
          </p:cNvPr>
          <p:cNvGrpSpPr>
            <a:grpSpLocks/>
          </p:cNvGrpSpPr>
          <p:nvPr/>
        </p:nvGrpSpPr>
        <p:grpSpPr bwMode="auto">
          <a:xfrm>
            <a:off x="2927350" y="2349500"/>
            <a:ext cx="1081088" cy="792163"/>
            <a:chOff x="2517" y="1434"/>
            <a:chExt cx="681" cy="499"/>
          </a:xfrm>
        </p:grpSpPr>
        <p:sp>
          <p:nvSpPr>
            <p:cNvPr id="70685" name="Oval 7">
              <a:extLst>
                <a:ext uri="{FF2B5EF4-FFF2-40B4-BE49-F238E27FC236}">
                  <a16:creationId xmlns:a16="http://schemas.microsoft.com/office/drawing/2014/main" id="{9BAF73DC-ABC5-4E67-B23B-848C5A5D42D2}"/>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0686" name="Text Box 8">
              <a:extLst>
                <a:ext uri="{FF2B5EF4-FFF2-40B4-BE49-F238E27FC236}">
                  <a16:creationId xmlns:a16="http://schemas.microsoft.com/office/drawing/2014/main" id="{97F5A186-85AE-4900-BB9B-6672E308066C}"/>
                </a:ext>
              </a:extLst>
            </p:cNvPr>
            <p:cNvSpPr txBox="1">
              <a:spLocks noChangeArrowheads="1"/>
            </p:cNvSpPr>
            <p:nvPr/>
          </p:nvSpPr>
          <p:spPr bwMode="auto">
            <a:xfrm>
              <a:off x="2744" y="15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B</a:t>
              </a:r>
            </a:p>
          </p:txBody>
        </p:sp>
      </p:grpSp>
      <p:grpSp>
        <p:nvGrpSpPr>
          <p:cNvPr id="70661" name="Group 9">
            <a:extLst>
              <a:ext uri="{FF2B5EF4-FFF2-40B4-BE49-F238E27FC236}">
                <a16:creationId xmlns:a16="http://schemas.microsoft.com/office/drawing/2014/main" id="{FFF33524-1F61-4E36-94FE-87B9E8BDEAA4}"/>
              </a:ext>
            </a:extLst>
          </p:cNvPr>
          <p:cNvGrpSpPr>
            <a:grpSpLocks/>
          </p:cNvGrpSpPr>
          <p:nvPr/>
        </p:nvGrpSpPr>
        <p:grpSpPr bwMode="auto">
          <a:xfrm>
            <a:off x="2063750" y="3286125"/>
            <a:ext cx="1081088" cy="792163"/>
            <a:chOff x="2517" y="1434"/>
            <a:chExt cx="681" cy="499"/>
          </a:xfrm>
        </p:grpSpPr>
        <p:sp>
          <p:nvSpPr>
            <p:cNvPr id="70683" name="Oval 10">
              <a:extLst>
                <a:ext uri="{FF2B5EF4-FFF2-40B4-BE49-F238E27FC236}">
                  <a16:creationId xmlns:a16="http://schemas.microsoft.com/office/drawing/2014/main" id="{D462898D-D7A4-4FBE-A63F-D98BD4F06138}"/>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0684" name="Text Box 11">
              <a:extLst>
                <a:ext uri="{FF2B5EF4-FFF2-40B4-BE49-F238E27FC236}">
                  <a16:creationId xmlns:a16="http://schemas.microsoft.com/office/drawing/2014/main" id="{FEE7C491-6C21-45A5-96DA-744E5C36BFAD}"/>
                </a:ext>
              </a:extLst>
            </p:cNvPr>
            <p:cNvSpPr txBox="1">
              <a:spLocks noChangeArrowheads="1"/>
            </p:cNvSpPr>
            <p:nvPr/>
          </p:nvSpPr>
          <p:spPr bwMode="auto">
            <a:xfrm>
              <a:off x="2744" y="152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G</a:t>
              </a:r>
            </a:p>
          </p:txBody>
        </p:sp>
      </p:grpSp>
      <p:grpSp>
        <p:nvGrpSpPr>
          <p:cNvPr id="70662" name="Group 12">
            <a:extLst>
              <a:ext uri="{FF2B5EF4-FFF2-40B4-BE49-F238E27FC236}">
                <a16:creationId xmlns:a16="http://schemas.microsoft.com/office/drawing/2014/main" id="{2F7C71E0-3A3A-44E8-9891-CEA6246892F2}"/>
              </a:ext>
            </a:extLst>
          </p:cNvPr>
          <p:cNvGrpSpPr>
            <a:grpSpLocks/>
          </p:cNvGrpSpPr>
          <p:nvPr/>
        </p:nvGrpSpPr>
        <p:grpSpPr bwMode="auto">
          <a:xfrm>
            <a:off x="3863975" y="3213100"/>
            <a:ext cx="1081088" cy="792163"/>
            <a:chOff x="2517" y="1434"/>
            <a:chExt cx="681" cy="499"/>
          </a:xfrm>
        </p:grpSpPr>
        <p:sp>
          <p:nvSpPr>
            <p:cNvPr id="70681" name="Oval 13">
              <a:extLst>
                <a:ext uri="{FF2B5EF4-FFF2-40B4-BE49-F238E27FC236}">
                  <a16:creationId xmlns:a16="http://schemas.microsoft.com/office/drawing/2014/main" id="{1B764010-F843-4A7C-8FBD-4DF8407022B2}"/>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0682" name="Text Box 14">
              <a:extLst>
                <a:ext uri="{FF2B5EF4-FFF2-40B4-BE49-F238E27FC236}">
                  <a16:creationId xmlns:a16="http://schemas.microsoft.com/office/drawing/2014/main" id="{0BBDCB29-ADF4-4824-9089-0B0FAE247374}"/>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C</a:t>
              </a:r>
            </a:p>
          </p:txBody>
        </p:sp>
      </p:grpSp>
      <p:grpSp>
        <p:nvGrpSpPr>
          <p:cNvPr id="70663" name="Group 15">
            <a:extLst>
              <a:ext uri="{FF2B5EF4-FFF2-40B4-BE49-F238E27FC236}">
                <a16:creationId xmlns:a16="http://schemas.microsoft.com/office/drawing/2014/main" id="{5FCE9347-F324-44CC-B540-8DD4FDCA7D80}"/>
              </a:ext>
            </a:extLst>
          </p:cNvPr>
          <p:cNvGrpSpPr>
            <a:grpSpLocks/>
          </p:cNvGrpSpPr>
          <p:nvPr/>
        </p:nvGrpSpPr>
        <p:grpSpPr bwMode="auto">
          <a:xfrm>
            <a:off x="7823200" y="2349500"/>
            <a:ext cx="1081088" cy="792163"/>
            <a:chOff x="2517" y="1434"/>
            <a:chExt cx="681" cy="499"/>
          </a:xfrm>
        </p:grpSpPr>
        <p:sp>
          <p:nvSpPr>
            <p:cNvPr id="70679" name="Oval 16">
              <a:extLst>
                <a:ext uri="{FF2B5EF4-FFF2-40B4-BE49-F238E27FC236}">
                  <a16:creationId xmlns:a16="http://schemas.microsoft.com/office/drawing/2014/main" id="{FBC4092A-B40A-4047-B567-39C5BFB9D28A}"/>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0680" name="Text Box 17">
              <a:extLst>
                <a:ext uri="{FF2B5EF4-FFF2-40B4-BE49-F238E27FC236}">
                  <a16:creationId xmlns:a16="http://schemas.microsoft.com/office/drawing/2014/main" id="{7FB221C8-DE26-4DD7-B824-5DEFA03637B7}"/>
                </a:ext>
              </a:extLst>
            </p:cNvPr>
            <p:cNvSpPr txBox="1">
              <a:spLocks noChangeArrowheads="1"/>
            </p:cNvSpPr>
            <p:nvPr/>
          </p:nvSpPr>
          <p:spPr bwMode="auto">
            <a:xfrm>
              <a:off x="2744" y="1525"/>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E</a:t>
              </a:r>
            </a:p>
          </p:txBody>
        </p:sp>
      </p:grpSp>
      <p:grpSp>
        <p:nvGrpSpPr>
          <p:cNvPr id="70664" name="Group 18">
            <a:extLst>
              <a:ext uri="{FF2B5EF4-FFF2-40B4-BE49-F238E27FC236}">
                <a16:creationId xmlns:a16="http://schemas.microsoft.com/office/drawing/2014/main" id="{81FABF02-C479-465A-A189-631994BB3250}"/>
              </a:ext>
            </a:extLst>
          </p:cNvPr>
          <p:cNvGrpSpPr>
            <a:grpSpLocks/>
          </p:cNvGrpSpPr>
          <p:nvPr/>
        </p:nvGrpSpPr>
        <p:grpSpPr bwMode="auto">
          <a:xfrm>
            <a:off x="6238875" y="3213100"/>
            <a:ext cx="1081088" cy="792163"/>
            <a:chOff x="2517" y="1434"/>
            <a:chExt cx="681" cy="499"/>
          </a:xfrm>
        </p:grpSpPr>
        <p:sp>
          <p:nvSpPr>
            <p:cNvPr id="70677" name="Oval 19">
              <a:extLst>
                <a:ext uri="{FF2B5EF4-FFF2-40B4-BE49-F238E27FC236}">
                  <a16:creationId xmlns:a16="http://schemas.microsoft.com/office/drawing/2014/main" id="{1B1B777D-580B-4047-A0D6-FCB5D320DD9F}"/>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0678" name="Text Box 20">
              <a:extLst>
                <a:ext uri="{FF2B5EF4-FFF2-40B4-BE49-F238E27FC236}">
                  <a16:creationId xmlns:a16="http://schemas.microsoft.com/office/drawing/2014/main" id="{339FD851-782F-45C8-9272-C861E7466DBB}"/>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D</a:t>
              </a:r>
            </a:p>
          </p:txBody>
        </p:sp>
      </p:grpSp>
      <p:grpSp>
        <p:nvGrpSpPr>
          <p:cNvPr id="70665" name="Group 21">
            <a:extLst>
              <a:ext uri="{FF2B5EF4-FFF2-40B4-BE49-F238E27FC236}">
                <a16:creationId xmlns:a16="http://schemas.microsoft.com/office/drawing/2014/main" id="{5A3F814B-7551-4AA9-B9A6-34B8917412FB}"/>
              </a:ext>
            </a:extLst>
          </p:cNvPr>
          <p:cNvGrpSpPr>
            <a:grpSpLocks/>
          </p:cNvGrpSpPr>
          <p:nvPr/>
        </p:nvGrpSpPr>
        <p:grpSpPr bwMode="auto">
          <a:xfrm>
            <a:off x="7104063" y="4437063"/>
            <a:ext cx="1081087" cy="792162"/>
            <a:chOff x="2517" y="1434"/>
            <a:chExt cx="681" cy="499"/>
          </a:xfrm>
        </p:grpSpPr>
        <p:sp>
          <p:nvSpPr>
            <p:cNvPr id="70675" name="Oval 22">
              <a:extLst>
                <a:ext uri="{FF2B5EF4-FFF2-40B4-BE49-F238E27FC236}">
                  <a16:creationId xmlns:a16="http://schemas.microsoft.com/office/drawing/2014/main" id="{AA6D66C1-7FBD-463F-AD87-72E6E98AA6E8}"/>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0676" name="Text Box 23">
              <a:extLst>
                <a:ext uri="{FF2B5EF4-FFF2-40B4-BE49-F238E27FC236}">
                  <a16:creationId xmlns:a16="http://schemas.microsoft.com/office/drawing/2014/main" id="{D1DE489A-0DF3-4ACB-8134-8B51CDB18F96}"/>
                </a:ext>
              </a:extLst>
            </p:cNvPr>
            <p:cNvSpPr txBox="1">
              <a:spLocks noChangeArrowheads="1"/>
            </p:cNvSpPr>
            <p:nvPr/>
          </p:nvSpPr>
          <p:spPr bwMode="auto">
            <a:xfrm>
              <a:off x="2744" y="152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F</a:t>
              </a:r>
            </a:p>
          </p:txBody>
        </p:sp>
      </p:grpSp>
      <p:sp>
        <p:nvSpPr>
          <p:cNvPr id="70666" name="Line 24">
            <a:extLst>
              <a:ext uri="{FF2B5EF4-FFF2-40B4-BE49-F238E27FC236}">
                <a16:creationId xmlns:a16="http://schemas.microsoft.com/office/drawing/2014/main" id="{155B3395-7446-4C72-AAA0-C4CD78AFB86D}"/>
              </a:ext>
            </a:extLst>
          </p:cNvPr>
          <p:cNvSpPr>
            <a:spLocks noChangeShapeType="1"/>
          </p:cNvSpPr>
          <p:nvPr/>
        </p:nvSpPr>
        <p:spPr bwMode="auto">
          <a:xfrm flipH="1">
            <a:off x="4006850" y="2276475"/>
            <a:ext cx="1439863"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7" name="Line 25">
            <a:extLst>
              <a:ext uri="{FF2B5EF4-FFF2-40B4-BE49-F238E27FC236}">
                <a16:creationId xmlns:a16="http://schemas.microsoft.com/office/drawing/2014/main" id="{88C4C91F-8049-4A29-A8C8-A3D71ADBFA2F}"/>
              </a:ext>
            </a:extLst>
          </p:cNvPr>
          <p:cNvSpPr>
            <a:spLocks noChangeShapeType="1"/>
          </p:cNvSpPr>
          <p:nvPr/>
        </p:nvSpPr>
        <p:spPr bwMode="auto">
          <a:xfrm>
            <a:off x="6383338" y="2205038"/>
            <a:ext cx="14398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8" name="Line 26">
            <a:extLst>
              <a:ext uri="{FF2B5EF4-FFF2-40B4-BE49-F238E27FC236}">
                <a16:creationId xmlns:a16="http://schemas.microsoft.com/office/drawing/2014/main" id="{8B9E5DC2-B99E-4342-8CAE-8338A16B30B2}"/>
              </a:ext>
            </a:extLst>
          </p:cNvPr>
          <p:cNvSpPr>
            <a:spLocks noChangeShapeType="1"/>
          </p:cNvSpPr>
          <p:nvPr/>
        </p:nvSpPr>
        <p:spPr bwMode="auto">
          <a:xfrm flipH="1">
            <a:off x="7824788" y="3068638"/>
            <a:ext cx="86360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9" name="Line 27">
            <a:extLst>
              <a:ext uri="{FF2B5EF4-FFF2-40B4-BE49-F238E27FC236}">
                <a16:creationId xmlns:a16="http://schemas.microsoft.com/office/drawing/2014/main" id="{6D301A5A-8EF5-4B14-A890-CE95AAB79815}"/>
              </a:ext>
            </a:extLst>
          </p:cNvPr>
          <p:cNvSpPr>
            <a:spLocks noChangeShapeType="1"/>
          </p:cNvSpPr>
          <p:nvPr/>
        </p:nvSpPr>
        <p:spPr bwMode="auto">
          <a:xfrm flipH="1">
            <a:off x="7319963" y="3068638"/>
            <a:ext cx="647700" cy="433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0" name="Line 28">
            <a:extLst>
              <a:ext uri="{FF2B5EF4-FFF2-40B4-BE49-F238E27FC236}">
                <a16:creationId xmlns:a16="http://schemas.microsoft.com/office/drawing/2014/main" id="{43146F6B-0138-44D8-96BB-8DA9DC2F8B12}"/>
              </a:ext>
            </a:extLst>
          </p:cNvPr>
          <p:cNvSpPr>
            <a:spLocks noChangeShapeType="1"/>
          </p:cNvSpPr>
          <p:nvPr/>
        </p:nvSpPr>
        <p:spPr bwMode="auto">
          <a:xfrm>
            <a:off x="6959600" y="4005263"/>
            <a:ext cx="360363"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1" name="Line 29">
            <a:extLst>
              <a:ext uri="{FF2B5EF4-FFF2-40B4-BE49-F238E27FC236}">
                <a16:creationId xmlns:a16="http://schemas.microsoft.com/office/drawing/2014/main" id="{7BA132DF-91F3-4948-A5FA-D9BC5EA2F361}"/>
              </a:ext>
            </a:extLst>
          </p:cNvPr>
          <p:cNvSpPr>
            <a:spLocks noChangeShapeType="1"/>
          </p:cNvSpPr>
          <p:nvPr/>
        </p:nvSpPr>
        <p:spPr bwMode="auto">
          <a:xfrm flipH="1" flipV="1">
            <a:off x="4943475" y="3789363"/>
            <a:ext cx="2160588" cy="10080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2" name="Line 30">
            <a:extLst>
              <a:ext uri="{FF2B5EF4-FFF2-40B4-BE49-F238E27FC236}">
                <a16:creationId xmlns:a16="http://schemas.microsoft.com/office/drawing/2014/main" id="{F9FAFE21-A8AD-4839-9267-BAFAAE990BC1}"/>
              </a:ext>
            </a:extLst>
          </p:cNvPr>
          <p:cNvSpPr>
            <a:spLocks noChangeShapeType="1"/>
          </p:cNvSpPr>
          <p:nvPr/>
        </p:nvSpPr>
        <p:spPr bwMode="auto">
          <a:xfrm>
            <a:off x="3719513" y="3068638"/>
            <a:ext cx="288925"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3" name="Line 31">
            <a:extLst>
              <a:ext uri="{FF2B5EF4-FFF2-40B4-BE49-F238E27FC236}">
                <a16:creationId xmlns:a16="http://schemas.microsoft.com/office/drawing/2014/main" id="{F81E8AC5-CA61-45A2-8A7C-40402437FA3F}"/>
              </a:ext>
            </a:extLst>
          </p:cNvPr>
          <p:cNvSpPr>
            <a:spLocks noChangeShapeType="1"/>
          </p:cNvSpPr>
          <p:nvPr/>
        </p:nvSpPr>
        <p:spPr bwMode="auto">
          <a:xfrm flipH="1">
            <a:off x="2927350" y="3068638"/>
            <a:ext cx="215900"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4" name="Rectangle 32">
            <a:extLst>
              <a:ext uri="{FF2B5EF4-FFF2-40B4-BE49-F238E27FC236}">
                <a16:creationId xmlns:a16="http://schemas.microsoft.com/office/drawing/2014/main" id="{534FD143-16D3-4067-85B0-A991ECE8553A}"/>
              </a:ext>
            </a:extLst>
          </p:cNvPr>
          <p:cNvSpPr>
            <a:spLocks noChangeArrowheads="1"/>
          </p:cNvSpPr>
          <p:nvPr/>
        </p:nvSpPr>
        <p:spPr bwMode="auto">
          <a:xfrm>
            <a:off x="1524000" y="981075"/>
            <a:ext cx="82296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Queue: </a:t>
            </a:r>
            <a:r>
              <a:rPr lang="en-US" altLang="en-US" sz="3000">
                <a:solidFill>
                  <a:schemeClr val="folHlink"/>
                </a:solidFill>
                <a:latin typeface="Times New Roman" panose="02020603050405020304" pitchFamily="18" charset="0"/>
              </a:rPr>
              <a:t>A</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B</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E</a:t>
            </a:r>
            <a:r>
              <a:rPr lang="en-US" altLang="en-US" sz="3000">
                <a:latin typeface="Times New Roman" panose="02020603050405020304" pitchFamily="18" charset="0"/>
              </a:rPr>
              <a:t> G C D F</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717DF154-6018-4ECA-B129-062E6C76D051}"/>
              </a:ext>
            </a:extLst>
          </p:cNvPr>
          <p:cNvSpPr>
            <a:spLocks noGrp="1"/>
          </p:cNvSpPr>
          <p:nvPr>
            <p:ph type="body" idx="1"/>
          </p:nvPr>
        </p:nvSpPr>
        <p:spPr>
          <a:xfrm>
            <a:off x="1981200" y="5229225"/>
            <a:ext cx="8686800" cy="1152525"/>
          </a:xfrm>
        </p:spPr>
        <p:txBody>
          <a:bodyPr/>
          <a:lstStyle/>
          <a:p>
            <a:pPr>
              <a:buFont typeface="Wingdings" panose="05000000000000000000" pitchFamily="2" charset="2"/>
              <a:buNone/>
            </a:pPr>
            <a:r>
              <a:rPr lang="en-US" altLang="en-US"/>
              <a:t>Visit C.  </a:t>
            </a:r>
          </a:p>
          <a:p>
            <a:pPr>
              <a:buFont typeface="Wingdings" panose="05000000000000000000" pitchFamily="2" charset="2"/>
              <a:buNone/>
            </a:pPr>
            <a:r>
              <a:rPr lang="en-US" altLang="en-US"/>
              <a:t>Its neighbor F is already marked, so not queued.</a:t>
            </a:r>
          </a:p>
        </p:txBody>
      </p:sp>
      <p:grpSp>
        <p:nvGrpSpPr>
          <p:cNvPr id="71683" name="Group 3">
            <a:extLst>
              <a:ext uri="{FF2B5EF4-FFF2-40B4-BE49-F238E27FC236}">
                <a16:creationId xmlns:a16="http://schemas.microsoft.com/office/drawing/2014/main" id="{14A0481D-8456-4202-A418-52258A5A7678}"/>
              </a:ext>
            </a:extLst>
          </p:cNvPr>
          <p:cNvGrpSpPr>
            <a:grpSpLocks/>
          </p:cNvGrpSpPr>
          <p:nvPr/>
        </p:nvGrpSpPr>
        <p:grpSpPr bwMode="auto">
          <a:xfrm>
            <a:off x="5375275" y="1628775"/>
            <a:ext cx="1081088" cy="792163"/>
            <a:chOff x="2517" y="1434"/>
            <a:chExt cx="681" cy="499"/>
          </a:xfrm>
        </p:grpSpPr>
        <p:sp>
          <p:nvSpPr>
            <p:cNvPr id="71711" name="Oval 4">
              <a:extLst>
                <a:ext uri="{FF2B5EF4-FFF2-40B4-BE49-F238E27FC236}">
                  <a16:creationId xmlns:a16="http://schemas.microsoft.com/office/drawing/2014/main" id="{284C78D0-104B-497F-A24B-C19949641F4D}"/>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1712" name="Text Box 5">
              <a:extLst>
                <a:ext uri="{FF2B5EF4-FFF2-40B4-BE49-F238E27FC236}">
                  <a16:creationId xmlns:a16="http://schemas.microsoft.com/office/drawing/2014/main" id="{1231DCAB-6239-4605-9EF5-19E07100047F}"/>
                </a:ext>
              </a:extLst>
            </p:cNvPr>
            <p:cNvSpPr txBox="1">
              <a:spLocks noChangeArrowheads="1"/>
            </p:cNvSpPr>
            <p:nvPr/>
          </p:nvSpPr>
          <p:spPr bwMode="auto">
            <a:xfrm>
              <a:off x="2744" y="1525"/>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A</a:t>
              </a:r>
            </a:p>
          </p:txBody>
        </p:sp>
      </p:grpSp>
      <p:grpSp>
        <p:nvGrpSpPr>
          <p:cNvPr id="71684" name="Group 6">
            <a:extLst>
              <a:ext uri="{FF2B5EF4-FFF2-40B4-BE49-F238E27FC236}">
                <a16:creationId xmlns:a16="http://schemas.microsoft.com/office/drawing/2014/main" id="{2E842B97-FA8E-4A82-8F12-3198E5B7B5F2}"/>
              </a:ext>
            </a:extLst>
          </p:cNvPr>
          <p:cNvGrpSpPr>
            <a:grpSpLocks/>
          </p:cNvGrpSpPr>
          <p:nvPr/>
        </p:nvGrpSpPr>
        <p:grpSpPr bwMode="auto">
          <a:xfrm>
            <a:off x="2927350" y="2349500"/>
            <a:ext cx="1081088" cy="792163"/>
            <a:chOff x="2517" y="1434"/>
            <a:chExt cx="681" cy="499"/>
          </a:xfrm>
        </p:grpSpPr>
        <p:sp>
          <p:nvSpPr>
            <p:cNvPr id="71709" name="Oval 7">
              <a:extLst>
                <a:ext uri="{FF2B5EF4-FFF2-40B4-BE49-F238E27FC236}">
                  <a16:creationId xmlns:a16="http://schemas.microsoft.com/office/drawing/2014/main" id="{65F74292-FFFA-4931-827F-64098D05BC7C}"/>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1710" name="Text Box 8">
              <a:extLst>
                <a:ext uri="{FF2B5EF4-FFF2-40B4-BE49-F238E27FC236}">
                  <a16:creationId xmlns:a16="http://schemas.microsoft.com/office/drawing/2014/main" id="{1368952E-5ABE-42D2-875C-91FCA827E1D0}"/>
                </a:ext>
              </a:extLst>
            </p:cNvPr>
            <p:cNvSpPr txBox="1">
              <a:spLocks noChangeArrowheads="1"/>
            </p:cNvSpPr>
            <p:nvPr/>
          </p:nvSpPr>
          <p:spPr bwMode="auto">
            <a:xfrm>
              <a:off x="2744" y="15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B</a:t>
              </a:r>
            </a:p>
          </p:txBody>
        </p:sp>
      </p:grpSp>
      <p:grpSp>
        <p:nvGrpSpPr>
          <p:cNvPr id="71685" name="Group 9">
            <a:extLst>
              <a:ext uri="{FF2B5EF4-FFF2-40B4-BE49-F238E27FC236}">
                <a16:creationId xmlns:a16="http://schemas.microsoft.com/office/drawing/2014/main" id="{AF50BB27-D8A7-427A-9911-3F16A0F21D2D}"/>
              </a:ext>
            </a:extLst>
          </p:cNvPr>
          <p:cNvGrpSpPr>
            <a:grpSpLocks/>
          </p:cNvGrpSpPr>
          <p:nvPr/>
        </p:nvGrpSpPr>
        <p:grpSpPr bwMode="auto">
          <a:xfrm>
            <a:off x="2063750" y="3286125"/>
            <a:ext cx="1081088" cy="792163"/>
            <a:chOff x="2517" y="1434"/>
            <a:chExt cx="681" cy="499"/>
          </a:xfrm>
        </p:grpSpPr>
        <p:sp>
          <p:nvSpPr>
            <p:cNvPr id="71707" name="Oval 10">
              <a:extLst>
                <a:ext uri="{FF2B5EF4-FFF2-40B4-BE49-F238E27FC236}">
                  <a16:creationId xmlns:a16="http://schemas.microsoft.com/office/drawing/2014/main" id="{F8115977-0475-4B1F-AC9A-1355667F923D}"/>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1708" name="Text Box 11">
              <a:extLst>
                <a:ext uri="{FF2B5EF4-FFF2-40B4-BE49-F238E27FC236}">
                  <a16:creationId xmlns:a16="http://schemas.microsoft.com/office/drawing/2014/main" id="{9BD39FBD-1E0B-40AF-9ACB-6BC32CE6B0C8}"/>
                </a:ext>
              </a:extLst>
            </p:cNvPr>
            <p:cNvSpPr txBox="1">
              <a:spLocks noChangeArrowheads="1"/>
            </p:cNvSpPr>
            <p:nvPr/>
          </p:nvSpPr>
          <p:spPr bwMode="auto">
            <a:xfrm>
              <a:off x="2744" y="152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G</a:t>
              </a:r>
            </a:p>
          </p:txBody>
        </p:sp>
      </p:grpSp>
      <p:grpSp>
        <p:nvGrpSpPr>
          <p:cNvPr id="71686" name="Group 12">
            <a:extLst>
              <a:ext uri="{FF2B5EF4-FFF2-40B4-BE49-F238E27FC236}">
                <a16:creationId xmlns:a16="http://schemas.microsoft.com/office/drawing/2014/main" id="{24FB80B9-907E-4FAC-8C45-B7524B36955B}"/>
              </a:ext>
            </a:extLst>
          </p:cNvPr>
          <p:cNvGrpSpPr>
            <a:grpSpLocks/>
          </p:cNvGrpSpPr>
          <p:nvPr/>
        </p:nvGrpSpPr>
        <p:grpSpPr bwMode="auto">
          <a:xfrm>
            <a:off x="3863975" y="3213100"/>
            <a:ext cx="1081088" cy="792163"/>
            <a:chOff x="2517" y="1434"/>
            <a:chExt cx="681" cy="499"/>
          </a:xfrm>
        </p:grpSpPr>
        <p:sp>
          <p:nvSpPr>
            <p:cNvPr id="71705" name="Oval 13">
              <a:extLst>
                <a:ext uri="{FF2B5EF4-FFF2-40B4-BE49-F238E27FC236}">
                  <a16:creationId xmlns:a16="http://schemas.microsoft.com/office/drawing/2014/main" id="{DAF2A9FA-0591-42B4-9934-A747ED76BE2F}"/>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1706" name="Text Box 14">
              <a:extLst>
                <a:ext uri="{FF2B5EF4-FFF2-40B4-BE49-F238E27FC236}">
                  <a16:creationId xmlns:a16="http://schemas.microsoft.com/office/drawing/2014/main" id="{B12E97E0-0236-49D1-B4E7-23AE3402940B}"/>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C</a:t>
              </a:r>
            </a:p>
          </p:txBody>
        </p:sp>
      </p:grpSp>
      <p:grpSp>
        <p:nvGrpSpPr>
          <p:cNvPr id="71687" name="Group 15">
            <a:extLst>
              <a:ext uri="{FF2B5EF4-FFF2-40B4-BE49-F238E27FC236}">
                <a16:creationId xmlns:a16="http://schemas.microsoft.com/office/drawing/2014/main" id="{9DFA8E4D-9656-49E5-8F02-F0679485878E}"/>
              </a:ext>
            </a:extLst>
          </p:cNvPr>
          <p:cNvGrpSpPr>
            <a:grpSpLocks/>
          </p:cNvGrpSpPr>
          <p:nvPr/>
        </p:nvGrpSpPr>
        <p:grpSpPr bwMode="auto">
          <a:xfrm>
            <a:off x="7823200" y="2349500"/>
            <a:ext cx="1081088" cy="792163"/>
            <a:chOff x="2517" y="1434"/>
            <a:chExt cx="681" cy="499"/>
          </a:xfrm>
        </p:grpSpPr>
        <p:sp>
          <p:nvSpPr>
            <p:cNvPr id="71703" name="Oval 16">
              <a:extLst>
                <a:ext uri="{FF2B5EF4-FFF2-40B4-BE49-F238E27FC236}">
                  <a16:creationId xmlns:a16="http://schemas.microsoft.com/office/drawing/2014/main" id="{00DAF916-CB48-4D04-B98D-EB572B56F5A0}"/>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1704" name="Text Box 17">
              <a:extLst>
                <a:ext uri="{FF2B5EF4-FFF2-40B4-BE49-F238E27FC236}">
                  <a16:creationId xmlns:a16="http://schemas.microsoft.com/office/drawing/2014/main" id="{718EC48E-4C03-408E-BB03-89A42515391E}"/>
                </a:ext>
              </a:extLst>
            </p:cNvPr>
            <p:cNvSpPr txBox="1">
              <a:spLocks noChangeArrowheads="1"/>
            </p:cNvSpPr>
            <p:nvPr/>
          </p:nvSpPr>
          <p:spPr bwMode="auto">
            <a:xfrm>
              <a:off x="2744" y="1525"/>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E</a:t>
              </a:r>
            </a:p>
          </p:txBody>
        </p:sp>
      </p:grpSp>
      <p:grpSp>
        <p:nvGrpSpPr>
          <p:cNvPr id="71688" name="Group 18">
            <a:extLst>
              <a:ext uri="{FF2B5EF4-FFF2-40B4-BE49-F238E27FC236}">
                <a16:creationId xmlns:a16="http://schemas.microsoft.com/office/drawing/2014/main" id="{D4D2454A-24E0-4456-B302-4C8733CFFB72}"/>
              </a:ext>
            </a:extLst>
          </p:cNvPr>
          <p:cNvGrpSpPr>
            <a:grpSpLocks/>
          </p:cNvGrpSpPr>
          <p:nvPr/>
        </p:nvGrpSpPr>
        <p:grpSpPr bwMode="auto">
          <a:xfrm>
            <a:off x="6238875" y="3213100"/>
            <a:ext cx="1081088" cy="792163"/>
            <a:chOff x="2517" y="1434"/>
            <a:chExt cx="681" cy="499"/>
          </a:xfrm>
        </p:grpSpPr>
        <p:sp>
          <p:nvSpPr>
            <p:cNvPr id="71701" name="Oval 19">
              <a:extLst>
                <a:ext uri="{FF2B5EF4-FFF2-40B4-BE49-F238E27FC236}">
                  <a16:creationId xmlns:a16="http://schemas.microsoft.com/office/drawing/2014/main" id="{DF386C21-94AA-4151-B64E-FBEE522B58B6}"/>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1702" name="Text Box 20">
              <a:extLst>
                <a:ext uri="{FF2B5EF4-FFF2-40B4-BE49-F238E27FC236}">
                  <a16:creationId xmlns:a16="http://schemas.microsoft.com/office/drawing/2014/main" id="{ED263C35-8910-4C2A-AF5C-A20CC753E60B}"/>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D</a:t>
              </a:r>
            </a:p>
          </p:txBody>
        </p:sp>
      </p:grpSp>
      <p:grpSp>
        <p:nvGrpSpPr>
          <p:cNvPr id="71689" name="Group 21">
            <a:extLst>
              <a:ext uri="{FF2B5EF4-FFF2-40B4-BE49-F238E27FC236}">
                <a16:creationId xmlns:a16="http://schemas.microsoft.com/office/drawing/2014/main" id="{2D6A4414-155A-4CF9-A10A-CA219323D56D}"/>
              </a:ext>
            </a:extLst>
          </p:cNvPr>
          <p:cNvGrpSpPr>
            <a:grpSpLocks/>
          </p:cNvGrpSpPr>
          <p:nvPr/>
        </p:nvGrpSpPr>
        <p:grpSpPr bwMode="auto">
          <a:xfrm>
            <a:off x="7104063" y="4437063"/>
            <a:ext cx="1081087" cy="792162"/>
            <a:chOff x="2517" y="1434"/>
            <a:chExt cx="681" cy="499"/>
          </a:xfrm>
        </p:grpSpPr>
        <p:sp>
          <p:nvSpPr>
            <p:cNvPr id="71699" name="Oval 22">
              <a:extLst>
                <a:ext uri="{FF2B5EF4-FFF2-40B4-BE49-F238E27FC236}">
                  <a16:creationId xmlns:a16="http://schemas.microsoft.com/office/drawing/2014/main" id="{B0A7CC98-86CD-412F-8F0D-E395904A950D}"/>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1700" name="Text Box 23">
              <a:extLst>
                <a:ext uri="{FF2B5EF4-FFF2-40B4-BE49-F238E27FC236}">
                  <a16:creationId xmlns:a16="http://schemas.microsoft.com/office/drawing/2014/main" id="{B1BE84F5-6936-4C2E-B7B8-9C4604E82144}"/>
                </a:ext>
              </a:extLst>
            </p:cNvPr>
            <p:cNvSpPr txBox="1">
              <a:spLocks noChangeArrowheads="1"/>
            </p:cNvSpPr>
            <p:nvPr/>
          </p:nvSpPr>
          <p:spPr bwMode="auto">
            <a:xfrm>
              <a:off x="2744" y="152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F</a:t>
              </a:r>
            </a:p>
          </p:txBody>
        </p:sp>
      </p:grpSp>
      <p:sp>
        <p:nvSpPr>
          <p:cNvPr id="71690" name="Line 24">
            <a:extLst>
              <a:ext uri="{FF2B5EF4-FFF2-40B4-BE49-F238E27FC236}">
                <a16:creationId xmlns:a16="http://schemas.microsoft.com/office/drawing/2014/main" id="{34D4F475-6FA7-47ED-A6E4-695DE34BF7FA}"/>
              </a:ext>
            </a:extLst>
          </p:cNvPr>
          <p:cNvSpPr>
            <a:spLocks noChangeShapeType="1"/>
          </p:cNvSpPr>
          <p:nvPr/>
        </p:nvSpPr>
        <p:spPr bwMode="auto">
          <a:xfrm flipH="1">
            <a:off x="4006850" y="2276475"/>
            <a:ext cx="1439863"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1" name="Line 25">
            <a:extLst>
              <a:ext uri="{FF2B5EF4-FFF2-40B4-BE49-F238E27FC236}">
                <a16:creationId xmlns:a16="http://schemas.microsoft.com/office/drawing/2014/main" id="{544932A5-925C-4CD9-AC78-04744D05D3D7}"/>
              </a:ext>
            </a:extLst>
          </p:cNvPr>
          <p:cNvSpPr>
            <a:spLocks noChangeShapeType="1"/>
          </p:cNvSpPr>
          <p:nvPr/>
        </p:nvSpPr>
        <p:spPr bwMode="auto">
          <a:xfrm>
            <a:off x="6383338" y="2205038"/>
            <a:ext cx="14398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2" name="Line 26">
            <a:extLst>
              <a:ext uri="{FF2B5EF4-FFF2-40B4-BE49-F238E27FC236}">
                <a16:creationId xmlns:a16="http://schemas.microsoft.com/office/drawing/2014/main" id="{E4CF1CCE-C0FB-4F35-B48A-076109533D40}"/>
              </a:ext>
            </a:extLst>
          </p:cNvPr>
          <p:cNvSpPr>
            <a:spLocks noChangeShapeType="1"/>
          </p:cNvSpPr>
          <p:nvPr/>
        </p:nvSpPr>
        <p:spPr bwMode="auto">
          <a:xfrm flipH="1">
            <a:off x="7824788" y="3068638"/>
            <a:ext cx="86360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3" name="Line 27">
            <a:extLst>
              <a:ext uri="{FF2B5EF4-FFF2-40B4-BE49-F238E27FC236}">
                <a16:creationId xmlns:a16="http://schemas.microsoft.com/office/drawing/2014/main" id="{08C2524B-409E-4E18-BA2E-D379EF498C17}"/>
              </a:ext>
            </a:extLst>
          </p:cNvPr>
          <p:cNvSpPr>
            <a:spLocks noChangeShapeType="1"/>
          </p:cNvSpPr>
          <p:nvPr/>
        </p:nvSpPr>
        <p:spPr bwMode="auto">
          <a:xfrm flipH="1">
            <a:off x="7319963" y="3068638"/>
            <a:ext cx="647700" cy="433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4" name="Line 28">
            <a:extLst>
              <a:ext uri="{FF2B5EF4-FFF2-40B4-BE49-F238E27FC236}">
                <a16:creationId xmlns:a16="http://schemas.microsoft.com/office/drawing/2014/main" id="{78DEC3BE-A078-4251-92A5-5BFD3B34937A}"/>
              </a:ext>
            </a:extLst>
          </p:cNvPr>
          <p:cNvSpPr>
            <a:spLocks noChangeShapeType="1"/>
          </p:cNvSpPr>
          <p:nvPr/>
        </p:nvSpPr>
        <p:spPr bwMode="auto">
          <a:xfrm>
            <a:off x="6959600" y="4005263"/>
            <a:ext cx="360363"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5" name="Line 29">
            <a:extLst>
              <a:ext uri="{FF2B5EF4-FFF2-40B4-BE49-F238E27FC236}">
                <a16:creationId xmlns:a16="http://schemas.microsoft.com/office/drawing/2014/main" id="{672958EC-1F3A-4A73-AFE9-E3D460C152CF}"/>
              </a:ext>
            </a:extLst>
          </p:cNvPr>
          <p:cNvSpPr>
            <a:spLocks noChangeShapeType="1"/>
          </p:cNvSpPr>
          <p:nvPr/>
        </p:nvSpPr>
        <p:spPr bwMode="auto">
          <a:xfrm flipH="1" flipV="1">
            <a:off x="4943475" y="3789363"/>
            <a:ext cx="2160588" cy="10080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6" name="Line 30">
            <a:extLst>
              <a:ext uri="{FF2B5EF4-FFF2-40B4-BE49-F238E27FC236}">
                <a16:creationId xmlns:a16="http://schemas.microsoft.com/office/drawing/2014/main" id="{FF827A6F-A705-428E-B4E2-8664901B2A66}"/>
              </a:ext>
            </a:extLst>
          </p:cNvPr>
          <p:cNvSpPr>
            <a:spLocks noChangeShapeType="1"/>
          </p:cNvSpPr>
          <p:nvPr/>
        </p:nvSpPr>
        <p:spPr bwMode="auto">
          <a:xfrm>
            <a:off x="3719513" y="3068638"/>
            <a:ext cx="288925"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7" name="Line 31">
            <a:extLst>
              <a:ext uri="{FF2B5EF4-FFF2-40B4-BE49-F238E27FC236}">
                <a16:creationId xmlns:a16="http://schemas.microsoft.com/office/drawing/2014/main" id="{B101C5DC-42D4-4AF6-9A45-35A2C599079F}"/>
              </a:ext>
            </a:extLst>
          </p:cNvPr>
          <p:cNvSpPr>
            <a:spLocks noChangeShapeType="1"/>
          </p:cNvSpPr>
          <p:nvPr/>
        </p:nvSpPr>
        <p:spPr bwMode="auto">
          <a:xfrm flipH="1">
            <a:off x="2927350" y="3068638"/>
            <a:ext cx="215900"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8" name="Rectangle 32">
            <a:extLst>
              <a:ext uri="{FF2B5EF4-FFF2-40B4-BE49-F238E27FC236}">
                <a16:creationId xmlns:a16="http://schemas.microsoft.com/office/drawing/2014/main" id="{99B73AF1-7B66-48F4-BCAC-9BDB441DE39D}"/>
              </a:ext>
            </a:extLst>
          </p:cNvPr>
          <p:cNvSpPr>
            <a:spLocks noChangeArrowheads="1"/>
          </p:cNvSpPr>
          <p:nvPr/>
        </p:nvSpPr>
        <p:spPr bwMode="auto">
          <a:xfrm>
            <a:off x="1524000" y="981075"/>
            <a:ext cx="82296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Queue: </a:t>
            </a:r>
            <a:r>
              <a:rPr lang="en-US" altLang="en-US" sz="3000">
                <a:solidFill>
                  <a:schemeClr val="folHlink"/>
                </a:solidFill>
                <a:latin typeface="Times New Roman" panose="02020603050405020304" pitchFamily="18" charset="0"/>
              </a:rPr>
              <a:t>A</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B</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E</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G</a:t>
            </a:r>
            <a:r>
              <a:rPr lang="en-US" altLang="en-US" sz="3000">
                <a:latin typeface="Times New Roman" panose="02020603050405020304" pitchFamily="18" charset="0"/>
              </a:rPr>
              <a:t> C D F</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462BE952-BE65-4557-8576-3DB6F0D51937}"/>
              </a:ext>
            </a:extLst>
          </p:cNvPr>
          <p:cNvSpPr>
            <a:spLocks noGrp="1"/>
          </p:cNvSpPr>
          <p:nvPr>
            <p:ph type="body" idx="1"/>
          </p:nvPr>
        </p:nvSpPr>
        <p:spPr>
          <a:xfrm>
            <a:off x="1981200" y="5229225"/>
            <a:ext cx="8686800" cy="1152525"/>
          </a:xfrm>
        </p:spPr>
        <p:txBody>
          <a:bodyPr/>
          <a:lstStyle/>
          <a:p>
            <a:pPr>
              <a:buFont typeface="Wingdings" panose="05000000000000000000" pitchFamily="2" charset="2"/>
              <a:buNone/>
            </a:pPr>
            <a:r>
              <a:rPr lang="en-US" altLang="en-US"/>
              <a:t>Visit G.  </a:t>
            </a:r>
          </a:p>
        </p:txBody>
      </p:sp>
      <p:grpSp>
        <p:nvGrpSpPr>
          <p:cNvPr id="72707" name="Group 3">
            <a:extLst>
              <a:ext uri="{FF2B5EF4-FFF2-40B4-BE49-F238E27FC236}">
                <a16:creationId xmlns:a16="http://schemas.microsoft.com/office/drawing/2014/main" id="{FBBB1F5E-5E69-4757-A853-6BE26319FA88}"/>
              </a:ext>
            </a:extLst>
          </p:cNvPr>
          <p:cNvGrpSpPr>
            <a:grpSpLocks/>
          </p:cNvGrpSpPr>
          <p:nvPr/>
        </p:nvGrpSpPr>
        <p:grpSpPr bwMode="auto">
          <a:xfrm>
            <a:off x="5375275" y="1628775"/>
            <a:ext cx="1081088" cy="792163"/>
            <a:chOff x="2517" y="1434"/>
            <a:chExt cx="681" cy="499"/>
          </a:xfrm>
        </p:grpSpPr>
        <p:sp>
          <p:nvSpPr>
            <p:cNvPr id="72735" name="Oval 4">
              <a:extLst>
                <a:ext uri="{FF2B5EF4-FFF2-40B4-BE49-F238E27FC236}">
                  <a16:creationId xmlns:a16="http://schemas.microsoft.com/office/drawing/2014/main" id="{1E421806-8D34-4AA0-AD6E-CA43BCFD7AF3}"/>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2736" name="Text Box 5">
              <a:extLst>
                <a:ext uri="{FF2B5EF4-FFF2-40B4-BE49-F238E27FC236}">
                  <a16:creationId xmlns:a16="http://schemas.microsoft.com/office/drawing/2014/main" id="{55D35288-7401-49EC-AA00-8E1994CE9E6C}"/>
                </a:ext>
              </a:extLst>
            </p:cNvPr>
            <p:cNvSpPr txBox="1">
              <a:spLocks noChangeArrowheads="1"/>
            </p:cNvSpPr>
            <p:nvPr/>
          </p:nvSpPr>
          <p:spPr bwMode="auto">
            <a:xfrm>
              <a:off x="2744" y="1525"/>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A</a:t>
              </a:r>
            </a:p>
          </p:txBody>
        </p:sp>
      </p:grpSp>
      <p:grpSp>
        <p:nvGrpSpPr>
          <p:cNvPr id="72708" name="Group 6">
            <a:extLst>
              <a:ext uri="{FF2B5EF4-FFF2-40B4-BE49-F238E27FC236}">
                <a16:creationId xmlns:a16="http://schemas.microsoft.com/office/drawing/2014/main" id="{2C8766E8-42D4-449A-8FAD-989CE7178E12}"/>
              </a:ext>
            </a:extLst>
          </p:cNvPr>
          <p:cNvGrpSpPr>
            <a:grpSpLocks/>
          </p:cNvGrpSpPr>
          <p:nvPr/>
        </p:nvGrpSpPr>
        <p:grpSpPr bwMode="auto">
          <a:xfrm>
            <a:off x="2927350" y="2349500"/>
            <a:ext cx="1081088" cy="792163"/>
            <a:chOff x="2517" y="1434"/>
            <a:chExt cx="681" cy="499"/>
          </a:xfrm>
        </p:grpSpPr>
        <p:sp>
          <p:nvSpPr>
            <p:cNvPr id="72733" name="Oval 7">
              <a:extLst>
                <a:ext uri="{FF2B5EF4-FFF2-40B4-BE49-F238E27FC236}">
                  <a16:creationId xmlns:a16="http://schemas.microsoft.com/office/drawing/2014/main" id="{30C30318-55D7-4155-BBA2-B74CEFE1D281}"/>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2734" name="Text Box 8">
              <a:extLst>
                <a:ext uri="{FF2B5EF4-FFF2-40B4-BE49-F238E27FC236}">
                  <a16:creationId xmlns:a16="http://schemas.microsoft.com/office/drawing/2014/main" id="{A0242491-42B3-4A9C-A160-6A7DC1902DA2}"/>
                </a:ext>
              </a:extLst>
            </p:cNvPr>
            <p:cNvSpPr txBox="1">
              <a:spLocks noChangeArrowheads="1"/>
            </p:cNvSpPr>
            <p:nvPr/>
          </p:nvSpPr>
          <p:spPr bwMode="auto">
            <a:xfrm>
              <a:off x="2744" y="15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B</a:t>
              </a:r>
            </a:p>
          </p:txBody>
        </p:sp>
      </p:grpSp>
      <p:grpSp>
        <p:nvGrpSpPr>
          <p:cNvPr id="72709" name="Group 9">
            <a:extLst>
              <a:ext uri="{FF2B5EF4-FFF2-40B4-BE49-F238E27FC236}">
                <a16:creationId xmlns:a16="http://schemas.microsoft.com/office/drawing/2014/main" id="{55F35652-6BD9-49AD-A8B9-08C1623F5137}"/>
              </a:ext>
            </a:extLst>
          </p:cNvPr>
          <p:cNvGrpSpPr>
            <a:grpSpLocks/>
          </p:cNvGrpSpPr>
          <p:nvPr/>
        </p:nvGrpSpPr>
        <p:grpSpPr bwMode="auto">
          <a:xfrm>
            <a:off x="2063750" y="3286125"/>
            <a:ext cx="1081088" cy="792163"/>
            <a:chOff x="2517" y="1434"/>
            <a:chExt cx="681" cy="499"/>
          </a:xfrm>
        </p:grpSpPr>
        <p:sp>
          <p:nvSpPr>
            <p:cNvPr id="72731" name="Oval 10">
              <a:extLst>
                <a:ext uri="{FF2B5EF4-FFF2-40B4-BE49-F238E27FC236}">
                  <a16:creationId xmlns:a16="http://schemas.microsoft.com/office/drawing/2014/main" id="{DAD96BA0-FB85-4504-B1F3-210D7D6A888D}"/>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2732" name="Text Box 11">
              <a:extLst>
                <a:ext uri="{FF2B5EF4-FFF2-40B4-BE49-F238E27FC236}">
                  <a16:creationId xmlns:a16="http://schemas.microsoft.com/office/drawing/2014/main" id="{6E8EB95E-DB2F-431C-8816-A5D66D018841}"/>
                </a:ext>
              </a:extLst>
            </p:cNvPr>
            <p:cNvSpPr txBox="1">
              <a:spLocks noChangeArrowheads="1"/>
            </p:cNvSpPr>
            <p:nvPr/>
          </p:nvSpPr>
          <p:spPr bwMode="auto">
            <a:xfrm>
              <a:off x="2744" y="152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G</a:t>
              </a:r>
            </a:p>
          </p:txBody>
        </p:sp>
      </p:grpSp>
      <p:grpSp>
        <p:nvGrpSpPr>
          <p:cNvPr id="72710" name="Group 12">
            <a:extLst>
              <a:ext uri="{FF2B5EF4-FFF2-40B4-BE49-F238E27FC236}">
                <a16:creationId xmlns:a16="http://schemas.microsoft.com/office/drawing/2014/main" id="{EEAA816A-9129-4F08-82BA-7F06007956E9}"/>
              </a:ext>
            </a:extLst>
          </p:cNvPr>
          <p:cNvGrpSpPr>
            <a:grpSpLocks/>
          </p:cNvGrpSpPr>
          <p:nvPr/>
        </p:nvGrpSpPr>
        <p:grpSpPr bwMode="auto">
          <a:xfrm>
            <a:off x="3863975" y="3213100"/>
            <a:ext cx="1081088" cy="792163"/>
            <a:chOff x="2517" y="1434"/>
            <a:chExt cx="681" cy="499"/>
          </a:xfrm>
        </p:grpSpPr>
        <p:sp>
          <p:nvSpPr>
            <p:cNvPr id="72729" name="Oval 13">
              <a:extLst>
                <a:ext uri="{FF2B5EF4-FFF2-40B4-BE49-F238E27FC236}">
                  <a16:creationId xmlns:a16="http://schemas.microsoft.com/office/drawing/2014/main" id="{2EB59A70-69D8-422E-BF1A-33D575F75A65}"/>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2730" name="Text Box 14">
              <a:extLst>
                <a:ext uri="{FF2B5EF4-FFF2-40B4-BE49-F238E27FC236}">
                  <a16:creationId xmlns:a16="http://schemas.microsoft.com/office/drawing/2014/main" id="{AEB91A6A-9B26-400D-B337-1913049842D6}"/>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C</a:t>
              </a:r>
            </a:p>
          </p:txBody>
        </p:sp>
      </p:grpSp>
      <p:grpSp>
        <p:nvGrpSpPr>
          <p:cNvPr id="72711" name="Group 15">
            <a:extLst>
              <a:ext uri="{FF2B5EF4-FFF2-40B4-BE49-F238E27FC236}">
                <a16:creationId xmlns:a16="http://schemas.microsoft.com/office/drawing/2014/main" id="{1FD617EE-8390-4E88-8C7E-BE9B266CED14}"/>
              </a:ext>
            </a:extLst>
          </p:cNvPr>
          <p:cNvGrpSpPr>
            <a:grpSpLocks/>
          </p:cNvGrpSpPr>
          <p:nvPr/>
        </p:nvGrpSpPr>
        <p:grpSpPr bwMode="auto">
          <a:xfrm>
            <a:off x="7823200" y="2349500"/>
            <a:ext cx="1081088" cy="792163"/>
            <a:chOff x="2517" y="1434"/>
            <a:chExt cx="681" cy="499"/>
          </a:xfrm>
        </p:grpSpPr>
        <p:sp>
          <p:nvSpPr>
            <p:cNvPr id="72727" name="Oval 16">
              <a:extLst>
                <a:ext uri="{FF2B5EF4-FFF2-40B4-BE49-F238E27FC236}">
                  <a16:creationId xmlns:a16="http://schemas.microsoft.com/office/drawing/2014/main" id="{05152DD2-9296-4D81-BE8F-3A4ADA5F3FCF}"/>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2728" name="Text Box 17">
              <a:extLst>
                <a:ext uri="{FF2B5EF4-FFF2-40B4-BE49-F238E27FC236}">
                  <a16:creationId xmlns:a16="http://schemas.microsoft.com/office/drawing/2014/main" id="{EC128FA2-918E-4A4C-822C-2A83640162DC}"/>
                </a:ext>
              </a:extLst>
            </p:cNvPr>
            <p:cNvSpPr txBox="1">
              <a:spLocks noChangeArrowheads="1"/>
            </p:cNvSpPr>
            <p:nvPr/>
          </p:nvSpPr>
          <p:spPr bwMode="auto">
            <a:xfrm>
              <a:off x="2744" y="1525"/>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E</a:t>
              </a:r>
            </a:p>
          </p:txBody>
        </p:sp>
      </p:grpSp>
      <p:grpSp>
        <p:nvGrpSpPr>
          <p:cNvPr id="72712" name="Group 18">
            <a:extLst>
              <a:ext uri="{FF2B5EF4-FFF2-40B4-BE49-F238E27FC236}">
                <a16:creationId xmlns:a16="http://schemas.microsoft.com/office/drawing/2014/main" id="{A9CDBEEB-F781-42D8-9CBC-026FCB7284E6}"/>
              </a:ext>
            </a:extLst>
          </p:cNvPr>
          <p:cNvGrpSpPr>
            <a:grpSpLocks/>
          </p:cNvGrpSpPr>
          <p:nvPr/>
        </p:nvGrpSpPr>
        <p:grpSpPr bwMode="auto">
          <a:xfrm>
            <a:off x="6238875" y="3213100"/>
            <a:ext cx="1081088" cy="792163"/>
            <a:chOff x="2517" y="1434"/>
            <a:chExt cx="681" cy="499"/>
          </a:xfrm>
        </p:grpSpPr>
        <p:sp>
          <p:nvSpPr>
            <p:cNvPr id="72725" name="Oval 19">
              <a:extLst>
                <a:ext uri="{FF2B5EF4-FFF2-40B4-BE49-F238E27FC236}">
                  <a16:creationId xmlns:a16="http://schemas.microsoft.com/office/drawing/2014/main" id="{5E20EDD9-9E56-43F5-924A-551BB6E9042B}"/>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2726" name="Text Box 20">
              <a:extLst>
                <a:ext uri="{FF2B5EF4-FFF2-40B4-BE49-F238E27FC236}">
                  <a16:creationId xmlns:a16="http://schemas.microsoft.com/office/drawing/2014/main" id="{CDE966CD-1BF9-43B0-948B-A3D694B39885}"/>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D</a:t>
              </a:r>
            </a:p>
          </p:txBody>
        </p:sp>
      </p:grpSp>
      <p:grpSp>
        <p:nvGrpSpPr>
          <p:cNvPr id="72713" name="Group 21">
            <a:extLst>
              <a:ext uri="{FF2B5EF4-FFF2-40B4-BE49-F238E27FC236}">
                <a16:creationId xmlns:a16="http://schemas.microsoft.com/office/drawing/2014/main" id="{4951EBAC-E7B2-43F0-AD55-67A4764ADDE1}"/>
              </a:ext>
            </a:extLst>
          </p:cNvPr>
          <p:cNvGrpSpPr>
            <a:grpSpLocks/>
          </p:cNvGrpSpPr>
          <p:nvPr/>
        </p:nvGrpSpPr>
        <p:grpSpPr bwMode="auto">
          <a:xfrm>
            <a:off x="7104063" y="4437063"/>
            <a:ext cx="1081087" cy="792162"/>
            <a:chOff x="2517" y="1434"/>
            <a:chExt cx="681" cy="499"/>
          </a:xfrm>
        </p:grpSpPr>
        <p:sp>
          <p:nvSpPr>
            <p:cNvPr id="72723" name="Oval 22">
              <a:extLst>
                <a:ext uri="{FF2B5EF4-FFF2-40B4-BE49-F238E27FC236}">
                  <a16:creationId xmlns:a16="http://schemas.microsoft.com/office/drawing/2014/main" id="{68B6A7AB-1A02-4A20-AA16-01F66B5874EF}"/>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2724" name="Text Box 23">
              <a:extLst>
                <a:ext uri="{FF2B5EF4-FFF2-40B4-BE49-F238E27FC236}">
                  <a16:creationId xmlns:a16="http://schemas.microsoft.com/office/drawing/2014/main" id="{5CB8792F-C564-46A7-983F-F3D152EE54CC}"/>
                </a:ext>
              </a:extLst>
            </p:cNvPr>
            <p:cNvSpPr txBox="1">
              <a:spLocks noChangeArrowheads="1"/>
            </p:cNvSpPr>
            <p:nvPr/>
          </p:nvSpPr>
          <p:spPr bwMode="auto">
            <a:xfrm>
              <a:off x="2744" y="152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F</a:t>
              </a:r>
            </a:p>
          </p:txBody>
        </p:sp>
      </p:grpSp>
      <p:sp>
        <p:nvSpPr>
          <p:cNvPr id="72714" name="Line 24">
            <a:extLst>
              <a:ext uri="{FF2B5EF4-FFF2-40B4-BE49-F238E27FC236}">
                <a16:creationId xmlns:a16="http://schemas.microsoft.com/office/drawing/2014/main" id="{19C2D963-9D82-49F0-BF58-879A922BDE32}"/>
              </a:ext>
            </a:extLst>
          </p:cNvPr>
          <p:cNvSpPr>
            <a:spLocks noChangeShapeType="1"/>
          </p:cNvSpPr>
          <p:nvPr/>
        </p:nvSpPr>
        <p:spPr bwMode="auto">
          <a:xfrm flipH="1">
            <a:off x="4006850" y="2276475"/>
            <a:ext cx="1439863"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5" name="Line 25">
            <a:extLst>
              <a:ext uri="{FF2B5EF4-FFF2-40B4-BE49-F238E27FC236}">
                <a16:creationId xmlns:a16="http://schemas.microsoft.com/office/drawing/2014/main" id="{DCD66F2B-DC36-49A0-9294-3026CEB9C24A}"/>
              </a:ext>
            </a:extLst>
          </p:cNvPr>
          <p:cNvSpPr>
            <a:spLocks noChangeShapeType="1"/>
          </p:cNvSpPr>
          <p:nvPr/>
        </p:nvSpPr>
        <p:spPr bwMode="auto">
          <a:xfrm>
            <a:off x="6383338" y="2205038"/>
            <a:ext cx="14398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6" name="Line 26">
            <a:extLst>
              <a:ext uri="{FF2B5EF4-FFF2-40B4-BE49-F238E27FC236}">
                <a16:creationId xmlns:a16="http://schemas.microsoft.com/office/drawing/2014/main" id="{B61C13A0-7F89-4976-965D-40BB6940148F}"/>
              </a:ext>
            </a:extLst>
          </p:cNvPr>
          <p:cNvSpPr>
            <a:spLocks noChangeShapeType="1"/>
          </p:cNvSpPr>
          <p:nvPr/>
        </p:nvSpPr>
        <p:spPr bwMode="auto">
          <a:xfrm flipH="1">
            <a:off x="7824788" y="3068638"/>
            <a:ext cx="86360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7" name="Line 27">
            <a:extLst>
              <a:ext uri="{FF2B5EF4-FFF2-40B4-BE49-F238E27FC236}">
                <a16:creationId xmlns:a16="http://schemas.microsoft.com/office/drawing/2014/main" id="{C7EC478C-9C72-4DC1-BE35-126DC37AEE30}"/>
              </a:ext>
            </a:extLst>
          </p:cNvPr>
          <p:cNvSpPr>
            <a:spLocks noChangeShapeType="1"/>
          </p:cNvSpPr>
          <p:nvPr/>
        </p:nvSpPr>
        <p:spPr bwMode="auto">
          <a:xfrm flipH="1">
            <a:off x="7319963" y="3068638"/>
            <a:ext cx="647700" cy="433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8" name="Line 28">
            <a:extLst>
              <a:ext uri="{FF2B5EF4-FFF2-40B4-BE49-F238E27FC236}">
                <a16:creationId xmlns:a16="http://schemas.microsoft.com/office/drawing/2014/main" id="{BC41662A-30BE-4E0D-AEC8-ECAB7D3385FF}"/>
              </a:ext>
            </a:extLst>
          </p:cNvPr>
          <p:cNvSpPr>
            <a:spLocks noChangeShapeType="1"/>
          </p:cNvSpPr>
          <p:nvPr/>
        </p:nvSpPr>
        <p:spPr bwMode="auto">
          <a:xfrm>
            <a:off x="6959600" y="4005263"/>
            <a:ext cx="360363"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9" name="Line 29">
            <a:extLst>
              <a:ext uri="{FF2B5EF4-FFF2-40B4-BE49-F238E27FC236}">
                <a16:creationId xmlns:a16="http://schemas.microsoft.com/office/drawing/2014/main" id="{0E60785A-FC52-4AEB-8227-0B1F8731BC75}"/>
              </a:ext>
            </a:extLst>
          </p:cNvPr>
          <p:cNvSpPr>
            <a:spLocks noChangeShapeType="1"/>
          </p:cNvSpPr>
          <p:nvPr/>
        </p:nvSpPr>
        <p:spPr bwMode="auto">
          <a:xfrm flipH="1" flipV="1">
            <a:off x="4943475" y="3789363"/>
            <a:ext cx="2160588" cy="10080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20" name="Line 30">
            <a:extLst>
              <a:ext uri="{FF2B5EF4-FFF2-40B4-BE49-F238E27FC236}">
                <a16:creationId xmlns:a16="http://schemas.microsoft.com/office/drawing/2014/main" id="{757EC20F-592E-496F-830B-D8650A3925A7}"/>
              </a:ext>
            </a:extLst>
          </p:cNvPr>
          <p:cNvSpPr>
            <a:spLocks noChangeShapeType="1"/>
          </p:cNvSpPr>
          <p:nvPr/>
        </p:nvSpPr>
        <p:spPr bwMode="auto">
          <a:xfrm>
            <a:off x="3719513" y="3068638"/>
            <a:ext cx="288925"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21" name="Line 31">
            <a:extLst>
              <a:ext uri="{FF2B5EF4-FFF2-40B4-BE49-F238E27FC236}">
                <a16:creationId xmlns:a16="http://schemas.microsoft.com/office/drawing/2014/main" id="{98E3CE52-6CCB-40E6-82C2-5927C7681441}"/>
              </a:ext>
            </a:extLst>
          </p:cNvPr>
          <p:cNvSpPr>
            <a:spLocks noChangeShapeType="1"/>
          </p:cNvSpPr>
          <p:nvPr/>
        </p:nvSpPr>
        <p:spPr bwMode="auto">
          <a:xfrm flipH="1">
            <a:off x="2927350" y="3068638"/>
            <a:ext cx="215900"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22" name="Rectangle 32">
            <a:extLst>
              <a:ext uri="{FF2B5EF4-FFF2-40B4-BE49-F238E27FC236}">
                <a16:creationId xmlns:a16="http://schemas.microsoft.com/office/drawing/2014/main" id="{84161D43-387E-493D-B3AC-82958AC1E020}"/>
              </a:ext>
            </a:extLst>
          </p:cNvPr>
          <p:cNvSpPr>
            <a:spLocks noChangeArrowheads="1"/>
          </p:cNvSpPr>
          <p:nvPr/>
        </p:nvSpPr>
        <p:spPr bwMode="auto">
          <a:xfrm>
            <a:off x="1524000" y="981075"/>
            <a:ext cx="82296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Queue: </a:t>
            </a:r>
            <a:r>
              <a:rPr lang="en-US" altLang="en-US" sz="3000">
                <a:solidFill>
                  <a:schemeClr val="folHlink"/>
                </a:solidFill>
                <a:latin typeface="Times New Roman" panose="02020603050405020304" pitchFamily="18" charset="0"/>
              </a:rPr>
              <a:t>A</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B</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E</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G</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C</a:t>
            </a:r>
            <a:r>
              <a:rPr lang="en-US" altLang="en-US" sz="3000">
                <a:latin typeface="Times New Roman" panose="02020603050405020304" pitchFamily="18" charset="0"/>
              </a:rPr>
              <a:t> D F</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4E8E64C2-66E2-454D-885D-3F1A14DE353A}"/>
              </a:ext>
            </a:extLst>
          </p:cNvPr>
          <p:cNvSpPr>
            <a:spLocks noGrp="1"/>
          </p:cNvSpPr>
          <p:nvPr>
            <p:ph type="body" idx="1"/>
          </p:nvPr>
        </p:nvSpPr>
        <p:spPr>
          <a:xfrm>
            <a:off x="1981200" y="5229225"/>
            <a:ext cx="8686800" cy="1152525"/>
          </a:xfrm>
        </p:spPr>
        <p:txBody>
          <a:bodyPr/>
          <a:lstStyle/>
          <a:p>
            <a:pPr>
              <a:buFont typeface="Wingdings" panose="05000000000000000000" pitchFamily="2" charset="2"/>
              <a:buNone/>
            </a:pPr>
            <a:r>
              <a:rPr lang="en-US" altLang="en-US"/>
              <a:t>Visit D.  F, E marked so not queued.</a:t>
            </a:r>
          </a:p>
        </p:txBody>
      </p:sp>
      <p:grpSp>
        <p:nvGrpSpPr>
          <p:cNvPr id="73731" name="Group 3">
            <a:extLst>
              <a:ext uri="{FF2B5EF4-FFF2-40B4-BE49-F238E27FC236}">
                <a16:creationId xmlns:a16="http://schemas.microsoft.com/office/drawing/2014/main" id="{7585607B-C23D-4855-B87B-18657DFDAE71}"/>
              </a:ext>
            </a:extLst>
          </p:cNvPr>
          <p:cNvGrpSpPr>
            <a:grpSpLocks/>
          </p:cNvGrpSpPr>
          <p:nvPr/>
        </p:nvGrpSpPr>
        <p:grpSpPr bwMode="auto">
          <a:xfrm>
            <a:off x="5375275" y="1628775"/>
            <a:ext cx="1081088" cy="792163"/>
            <a:chOff x="2517" y="1434"/>
            <a:chExt cx="681" cy="499"/>
          </a:xfrm>
        </p:grpSpPr>
        <p:sp>
          <p:nvSpPr>
            <p:cNvPr id="73759" name="Oval 4">
              <a:extLst>
                <a:ext uri="{FF2B5EF4-FFF2-40B4-BE49-F238E27FC236}">
                  <a16:creationId xmlns:a16="http://schemas.microsoft.com/office/drawing/2014/main" id="{0D86E576-C8CE-4CF4-AE1F-2F7C982F7709}"/>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3760" name="Text Box 5">
              <a:extLst>
                <a:ext uri="{FF2B5EF4-FFF2-40B4-BE49-F238E27FC236}">
                  <a16:creationId xmlns:a16="http://schemas.microsoft.com/office/drawing/2014/main" id="{736C1671-BDEE-4192-9778-C3FD081FC8FD}"/>
                </a:ext>
              </a:extLst>
            </p:cNvPr>
            <p:cNvSpPr txBox="1">
              <a:spLocks noChangeArrowheads="1"/>
            </p:cNvSpPr>
            <p:nvPr/>
          </p:nvSpPr>
          <p:spPr bwMode="auto">
            <a:xfrm>
              <a:off x="2744" y="1525"/>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A</a:t>
              </a:r>
            </a:p>
          </p:txBody>
        </p:sp>
      </p:grpSp>
      <p:grpSp>
        <p:nvGrpSpPr>
          <p:cNvPr id="73732" name="Group 6">
            <a:extLst>
              <a:ext uri="{FF2B5EF4-FFF2-40B4-BE49-F238E27FC236}">
                <a16:creationId xmlns:a16="http://schemas.microsoft.com/office/drawing/2014/main" id="{DE919F05-5F31-4EBD-BB1C-C8A233865D87}"/>
              </a:ext>
            </a:extLst>
          </p:cNvPr>
          <p:cNvGrpSpPr>
            <a:grpSpLocks/>
          </p:cNvGrpSpPr>
          <p:nvPr/>
        </p:nvGrpSpPr>
        <p:grpSpPr bwMode="auto">
          <a:xfrm>
            <a:off x="2927350" y="2349500"/>
            <a:ext cx="1081088" cy="792163"/>
            <a:chOff x="2517" y="1434"/>
            <a:chExt cx="681" cy="499"/>
          </a:xfrm>
        </p:grpSpPr>
        <p:sp>
          <p:nvSpPr>
            <p:cNvPr id="73757" name="Oval 7">
              <a:extLst>
                <a:ext uri="{FF2B5EF4-FFF2-40B4-BE49-F238E27FC236}">
                  <a16:creationId xmlns:a16="http://schemas.microsoft.com/office/drawing/2014/main" id="{61270EE7-AB17-4EA6-BCF3-3961EC397F75}"/>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3758" name="Text Box 8">
              <a:extLst>
                <a:ext uri="{FF2B5EF4-FFF2-40B4-BE49-F238E27FC236}">
                  <a16:creationId xmlns:a16="http://schemas.microsoft.com/office/drawing/2014/main" id="{4BB92991-A1F3-4B83-AC78-5AFC45F1AB49}"/>
                </a:ext>
              </a:extLst>
            </p:cNvPr>
            <p:cNvSpPr txBox="1">
              <a:spLocks noChangeArrowheads="1"/>
            </p:cNvSpPr>
            <p:nvPr/>
          </p:nvSpPr>
          <p:spPr bwMode="auto">
            <a:xfrm>
              <a:off x="2744" y="15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B</a:t>
              </a:r>
            </a:p>
          </p:txBody>
        </p:sp>
      </p:grpSp>
      <p:grpSp>
        <p:nvGrpSpPr>
          <p:cNvPr id="73733" name="Group 9">
            <a:extLst>
              <a:ext uri="{FF2B5EF4-FFF2-40B4-BE49-F238E27FC236}">
                <a16:creationId xmlns:a16="http://schemas.microsoft.com/office/drawing/2014/main" id="{BB4CAE9F-036B-4969-AE47-21D93980F4E8}"/>
              </a:ext>
            </a:extLst>
          </p:cNvPr>
          <p:cNvGrpSpPr>
            <a:grpSpLocks/>
          </p:cNvGrpSpPr>
          <p:nvPr/>
        </p:nvGrpSpPr>
        <p:grpSpPr bwMode="auto">
          <a:xfrm>
            <a:off x="2063750" y="3286125"/>
            <a:ext cx="1081088" cy="792163"/>
            <a:chOff x="2517" y="1434"/>
            <a:chExt cx="681" cy="499"/>
          </a:xfrm>
        </p:grpSpPr>
        <p:sp>
          <p:nvSpPr>
            <p:cNvPr id="73755" name="Oval 10">
              <a:extLst>
                <a:ext uri="{FF2B5EF4-FFF2-40B4-BE49-F238E27FC236}">
                  <a16:creationId xmlns:a16="http://schemas.microsoft.com/office/drawing/2014/main" id="{D32BFA0C-D5AB-436A-AE85-79FA08E38C80}"/>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3756" name="Text Box 11">
              <a:extLst>
                <a:ext uri="{FF2B5EF4-FFF2-40B4-BE49-F238E27FC236}">
                  <a16:creationId xmlns:a16="http://schemas.microsoft.com/office/drawing/2014/main" id="{B59F641E-874F-4239-92F4-B78C33B3331E}"/>
                </a:ext>
              </a:extLst>
            </p:cNvPr>
            <p:cNvSpPr txBox="1">
              <a:spLocks noChangeArrowheads="1"/>
            </p:cNvSpPr>
            <p:nvPr/>
          </p:nvSpPr>
          <p:spPr bwMode="auto">
            <a:xfrm>
              <a:off x="2744" y="152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G</a:t>
              </a:r>
            </a:p>
          </p:txBody>
        </p:sp>
      </p:grpSp>
      <p:grpSp>
        <p:nvGrpSpPr>
          <p:cNvPr id="73734" name="Group 12">
            <a:extLst>
              <a:ext uri="{FF2B5EF4-FFF2-40B4-BE49-F238E27FC236}">
                <a16:creationId xmlns:a16="http://schemas.microsoft.com/office/drawing/2014/main" id="{E273A42F-1879-4D6C-A791-A8D340D75D34}"/>
              </a:ext>
            </a:extLst>
          </p:cNvPr>
          <p:cNvGrpSpPr>
            <a:grpSpLocks/>
          </p:cNvGrpSpPr>
          <p:nvPr/>
        </p:nvGrpSpPr>
        <p:grpSpPr bwMode="auto">
          <a:xfrm>
            <a:off x="3863975" y="3213100"/>
            <a:ext cx="1081088" cy="792163"/>
            <a:chOff x="2517" y="1434"/>
            <a:chExt cx="681" cy="499"/>
          </a:xfrm>
        </p:grpSpPr>
        <p:sp>
          <p:nvSpPr>
            <p:cNvPr id="73753" name="Oval 13">
              <a:extLst>
                <a:ext uri="{FF2B5EF4-FFF2-40B4-BE49-F238E27FC236}">
                  <a16:creationId xmlns:a16="http://schemas.microsoft.com/office/drawing/2014/main" id="{95F13998-CE63-41ED-9683-FD63CFEB7BF2}"/>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3754" name="Text Box 14">
              <a:extLst>
                <a:ext uri="{FF2B5EF4-FFF2-40B4-BE49-F238E27FC236}">
                  <a16:creationId xmlns:a16="http://schemas.microsoft.com/office/drawing/2014/main" id="{9AF4A8FA-ED4C-4773-AB80-74E8FF422796}"/>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C</a:t>
              </a:r>
            </a:p>
          </p:txBody>
        </p:sp>
      </p:grpSp>
      <p:grpSp>
        <p:nvGrpSpPr>
          <p:cNvPr id="73735" name="Group 15">
            <a:extLst>
              <a:ext uri="{FF2B5EF4-FFF2-40B4-BE49-F238E27FC236}">
                <a16:creationId xmlns:a16="http://schemas.microsoft.com/office/drawing/2014/main" id="{75155979-CDB5-4DB3-8215-007053C632B9}"/>
              </a:ext>
            </a:extLst>
          </p:cNvPr>
          <p:cNvGrpSpPr>
            <a:grpSpLocks/>
          </p:cNvGrpSpPr>
          <p:nvPr/>
        </p:nvGrpSpPr>
        <p:grpSpPr bwMode="auto">
          <a:xfrm>
            <a:off x="7823200" y="2349500"/>
            <a:ext cx="1081088" cy="792163"/>
            <a:chOff x="2517" y="1434"/>
            <a:chExt cx="681" cy="499"/>
          </a:xfrm>
        </p:grpSpPr>
        <p:sp>
          <p:nvSpPr>
            <p:cNvPr id="73751" name="Oval 16">
              <a:extLst>
                <a:ext uri="{FF2B5EF4-FFF2-40B4-BE49-F238E27FC236}">
                  <a16:creationId xmlns:a16="http://schemas.microsoft.com/office/drawing/2014/main" id="{207FE8B7-D3FB-4640-AEC4-8E260132572A}"/>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3752" name="Text Box 17">
              <a:extLst>
                <a:ext uri="{FF2B5EF4-FFF2-40B4-BE49-F238E27FC236}">
                  <a16:creationId xmlns:a16="http://schemas.microsoft.com/office/drawing/2014/main" id="{DCA46790-EE31-4E5C-9484-6482920F63D3}"/>
                </a:ext>
              </a:extLst>
            </p:cNvPr>
            <p:cNvSpPr txBox="1">
              <a:spLocks noChangeArrowheads="1"/>
            </p:cNvSpPr>
            <p:nvPr/>
          </p:nvSpPr>
          <p:spPr bwMode="auto">
            <a:xfrm>
              <a:off x="2744" y="1525"/>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E</a:t>
              </a:r>
            </a:p>
          </p:txBody>
        </p:sp>
      </p:grpSp>
      <p:grpSp>
        <p:nvGrpSpPr>
          <p:cNvPr id="73736" name="Group 18">
            <a:extLst>
              <a:ext uri="{FF2B5EF4-FFF2-40B4-BE49-F238E27FC236}">
                <a16:creationId xmlns:a16="http://schemas.microsoft.com/office/drawing/2014/main" id="{B0ED8CB7-E8E2-475A-BCCC-0553D15B6755}"/>
              </a:ext>
            </a:extLst>
          </p:cNvPr>
          <p:cNvGrpSpPr>
            <a:grpSpLocks/>
          </p:cNvGrpSpPr>
          <p:nvPr/>
        </p:nvGrpSpPr>
        <p:grpSpPr bwMode="auto">
          <a:xfrm>
            <a:off x="6238875" y="3213100"/>
            <a:ext cx="1081088" cy="792163"/>
            <a:chOff x="2517" y="1434"/>
            <a:chExt cx="681" cy="499"/>
          </a:xfrm>
        </p:grpSpPr>
        <p:sp>
          <p:nvSpPr>
            <p:cNvPr id="73749" name="Oval 19">
              <a:extLst>
                <a:ext uri="{FF2B5EF4-FFF2-40B4-BE49-F238E27FC236}">
                  <a16:creationId xmlns:a16="http://schemas.microsoft.com/office/drawing/2014/main" id="{969C5363-9E4D-4A43-87DB-14DED68A650A}"/>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3750" name="Text Box 20">
              <a:extLst>
                <a:ext uri="{FF2B5EF4-FFF2-40B4-BE49-F238E27FC236}">
                  <a16:creationId xmlns:a16="http://schemas.microsoft.com/office/drawing/2014/main" id="{AF93D1EE-9010-4B7F-BC7F-16164E8E028C}"/>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D</a:t>
              </a:r>
            </a:p>
          </p:txBody>
        </p:sp>
      </p:grpSp>
      <p:grpSp>
        <p:nvGrpSpPr>
          <p:cNvPr id="73737" name="Group 21">
            <a:extLst>
              <a:ext uri="{FF2B5EF4-FFF2-40B4-BE49-F238E27FC236}">
                <a16:creationId xmlns:a16="http://schemas.microsoft.com/office/drawing/2014/main" id="{B1A052D8-F1CC-430C-8113-A6609B0C9F5E}"/>
              </a:ext>
            </a:extLst>
          </p:cNvPr>
          <p:cNvGrpSpPr>
            <a:grpSpLocks/>
          </p:cNvGrpSpPr>
          <p:nvPr/>
        </p:nvGrpSpPr>
        <p:grpSpPr bwMode="auto">
          <a:xfrm>
            <a:off x="7104063" y="4437063"/>
            <a:ext cx="1081087" cy="792162"/>
            <a:chOff x="2517" y="1434"/>
            <a:chExt cx="681" cy="499"/>
          </a:xfrm>
        </p:grpSpPr>
        <p:sp>
          <p:nvSpPr>
            <p:cNvPr id="73747" name="Oval 22">
              <a:extLst>
                <a:ext uri="{FF2B5EF4-FFF2-40B4-BE49-F238E27FC236}">
                  <a16:creationId xmlns:a16="http://schemas.microsoft.com/office/drawing/2014/main" id="{2577B690-975C-4AAA-A5C4-E9D5512B71E0}"/>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3748" name="Text Box 23">
              <a:extLst>
                <a:ext uri="{FF2B5EF4-FFF2-40B4-BE49-F238E27FC236}">
                  <a16:creationId xmlns:a16="http://schemas.microsoft.com/office/drawing/2014/main" id="{A8BDFFC5-1070-43C8-826B-B02406C6ADE3}"/>
                </a:ext>
              </a:extLst>
            </p:cNvPr>
            <p:cNvSpPr txBox="1">
              <a:spLocks noChangeArrowheads="1"/>
            </p:cNvSpPr>
            <p:nvPr/>
          </p:nvSpPr>
          <p:spPr bwMode="auto">
            <a:xfrm>
              <a:off x="2744" y="152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F</a:t>
              </a:r>
            </a:p>
          </p:txBody>
        </p:sp>
      </p:grpSp>
      <p:sp>
        <p:nvSpPr>
          <p:cNvPr id="73738" name="Line 24">
            <a:extLst>
              <a:ext uri="{FF2B5EF4-FFF2-40B4-BE49-F238E27FC236}">
                <a16:creationId xmlns:a16="http://schemas.microsoft.com/office/drawing/2014/main" id="{BA6D6D67-B46D-4C26-90DC-79CD79574E26}"/>
              </a:ext>
            </a:extLst>
          </p:cNvPr>
          <p:cNvSpPr>
            <a:spLocks noChangeShapeType="1"/>
          </p:cNvSpPr>
          <p:nvPr/>
        </p:nvSpPr>
        <p:spPr bwMode="auto">
          <a:xfrm flipH="1">
            <a:off x="4006850" y="2276475"/>
            <a:ext cx="1439863"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39" name="Line 25">
            <a:extLst>
              <a:ext uri="{FF2B5EF4-FFF2-40B4-BE49-F238E27FC236}">
                <a16:creationId xmlns:a16="http://schemas.microsoft.com/office/drawing/2014/main" id="{35BA3B2F-9063-49E8-9B50-0D0ACC6517A7}"/>
              </a:ext>
            </a:extLst>
          </p:cNvPr>
          <p:cNvSpPr>
            <a:spLocks noChangeShapeType="1"/>
          </p:cNvSpPr>
          <p:nvPr/>
        </p:nvSpPr>
        <p:spPr bwMode="auto">
          <a:xfrm>
            <a:off x="6383338" y="2205038"/>
            <a:ext cx="14398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0" name="Line 26">
            <a:extLst>
              <a:ext uri="{FF2B5EF4-FFF2-40B4-BE49-F238E27FC236}">
                <a16:creationId xmlns:a16="http://schemas.microsoft.com/office/drawing/2014/main" id="{E6A5B73E-8956-4976-B5C3-DD89E45D5AB4}"/>
              </a:ext>
            </a:extLst>
          </p:cNvPr>
          <p:cNvSpPr>
            <a:spLocks noChangeShapeType="1"/>
          </p:cNvSpPr>
          <p:nvPr/>
        </p:nvSpPr>
        <p:spPr bwMode="auto">
          <a:xfrm flipH="1">
            <a:off x="7824788" y="3068638"/>
            <a:ext cx="86360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1" name="Line 27">
            <a:extLst>
              <a:ext uri="{FF2B5EF4-FFF2-40B4-BE49-F238E27FC236}">
                <a16:creationId xmlns:a16="http://schemas.microsoft.com/office/drawing/2014/main" id="{AEFF9220-88A6-446C-ADC6-20A2CA538908}"/>
              </a:ext>
            </a:extLst>
          </p:cNvPr>
          <p:cNvSpPr>
            <a:spLocks noChangeShapeType="1"/>
          </p:cNvSpPr>
          <p:nvPr/>
        </p:nvSpPr>
        <p:spPr bwMode="auto">
          <a:xfrm flipH="1">
            <a:off x="7319963" y="3068638"/>
            <a:ext cx="647700" cy="433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2" name="Line 28">
            <a:extLst>
              <a:ext uri="{FF2B5EF4-FFF2-40B4-BE49-F238E27FC236}">
                <a16:creationId xmlns:a16="http://schemas.microsoft.com/office/drawing/2014/main" id="{9EE82411-CF1D-41A5-B9C8-3CD7ED0A36EF}"/>
              </a:ext>
            </a:extLst>
          </p:cNvPr>
          <p:cNvSpPr>
            <a:spLocks noChangeShapeType="1"/>
          </p:cNvSpPr>
          <p:nvPr/>
        </p:nvSpPr>
        <p:spPr bwMode="auto">
          <a:xfrm>
            <a:off x="6959600" y="4005263"/>
            <a:ext cx="360363"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3" name="Line 29">
            <a:extLst>
              <a:ext uri="{FF2B5EF4-FFF2-40B4-BE49-F238E27FC236}">
                <a16:creationId xmlns:a16="http://schemas.microsoft.com/office/drawing/2014/main" id="{E2E7D284-DD19-43F4-98D6-D9E056BC3B8D}"/>
              </a:ext>
            </a:extLst>
          </p:cNvPr>
          <p:cNvSpPr>
            <a:spLocks noChangeShapeType="1"/>
          </p:cNvSpPr>
          <p:nvPr/>
        </p:nvSpPr>
        <p:spPr bwMode="auto">
          <a:xfrm flipH="1" flipV="1">
            <a:off x="4943475" y="3789363"/>
            <a:ext cx="2160588" cy="10080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4" name="Line 30">
            <a:extLst>
              <a:ext uri="{FF2B5EF4-FFF2-40B4-BE49-F238E27FC236}">
                <a16:creationId xmlns:a16="http://schemas.microsoft.com/office/drawing/2014/main" id="{4F4F9784-694C-42FC-B097-D94D4B386D86}"/>
              </a:ext>
            </a:extLst>
          </p:cNvPr>
          <p:cNvSpPr>
            <a:spLocks noChangeShapeType="1"/>
          </p:cNvSpPr>
          <p:nvPr/>
        </p:nvSpPr>
        <p:spPr bwMode="auto">
          <a:xfrm>
            <a:off x="3719513" y="3068638"/>
            <a:ext cx="288925"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5" name="Line 31">
            <a:extLst>
              <a:ext uri="{FF2B5EF4-FFF2-40B4-BE49-F238E27FC236}">
                <a16:creationId xmlns:a16="http://schemas.microsoft.com/office/drawing/2014/main" id="{09A36172-1E1E-4D23-A357-25B3C2B71DAD}"/>
              </a:ext>
            </a:extLst>
          </p:cNvPr>
          <p:cNvSpPr>
            <a:spLocks noChangeShapeType="1"/>
          </p:cNvSpPr>
          <p:nvPr/>
        </p:nvSpPr>
        <p:spPr bwMode="auto">
          <a:xfrm flipH="1">
            <a:off x="2927350" y="3068638"/>
            <a:ext cx="215900"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6" name="Rectangle 32">
            <a:extLst>
              <a:ext uri="{FF2B5EF4-FFF2-40B4-BE49-F238E27FC236}">
                <a16:creationId xmlns:a16="http://schemas.microsoft.com/office/drawing/2014/main" id="{F98FF66B-8B81-42C6-951B-BF50C797BDA1}"/>
              </a:ext>
            </a:extLst>
          </p:cNvPr>
          <p:cNvSpPr>
            <a:spLocks noChangeArrowheads="1"/>
          </p:cNvSpPr>
          <p:nvPr/>
        </p:nvSpPr>
        <p:spPr bwMode="auto">
          <a:xfrm>
            <a:off x="1524000" y="981075"/>
            <a:ext cx="82296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Queue: </a:t>
            </a:r>
            <a:r>
              <a:rPr lang="en-US" altLang="en-US" sz="3000">
                <a:solidFill>
                  <a:schemeClr val="folHlink"/>
                </a:solidFill>
                <a:latin typeface="Times New Roman" panose="02020603050405020304" pitchFamily="18" charset="0"/>
              </a:rPr>
              <a:t>A</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B</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E</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G</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C</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D</a:t>
            </a:r>
            <a:r>
              <a:rPr lang="en-US" altLang="en-US" sz="3000">
                <a:latin typeface="Times New Roman" panose="02020603050405020304" pitchFamily="18" charset="0"/>
              </a:rPr>
              <a:t> F</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ED07E866-EF82-4EFC-910C-A08CE23F6830}"/>
              </a:ext>
            </a:extLst>
          </p:cNvPr>
          <p:cNvSpPr>
            <a:spLocks noGrp="1"/>
          </p:cNvSpPr>
          <p:nvPr>
            <p:ph type="body" idx="1"/>
          </p:nvPr>
        </p:nvSpPr>
        <p:spPr>
          <a:xfrm>
            <a:off x="1981200" y="5229225"/>
            <a:ext cx="8686800" cy="1152525"/>
          </a:xfrm>
        </p:spPr>
        <p:txBody>
          <a:bodyPr/>
          <a:lstStyle/>
          <a:p>
            <a:pPr>
              <a:buFont typeface="Wingdings" panose="05000000000000000000" pitchFamily="2" charset="2"/>
              <a:buNone/>
            </a:pPr>
            <a:r>
              <a:rPr lang="en-US" altLang="en-US"/>
              <a:t>Visit F. </a:t>
            </a:r>
          </a:p>
          <a:p>
            <a:pPr>
              <a:buFont typeface="Wingdings" panose="05000000000000000000" pitchFamily="2" charset="2"/>
              <a:buNone/>
            </a:pPr>
            <a:r>
              <a:rPr lang="en-US" altLang="en-US"/>
              <a:t>E, D, C marked, so not queued again.</a:t>
            </a:r>
          </a:p>
        </p:txBody>
      </p:sp>
      <p:grpSp>
        <p:nvGrpSpPr>
          <p:cNvPr id="74755" name="Group 3">
            <a:extLst>
              <a:ext uri="{FF2B5EF4-FFF2-40B4-BE49-F238E27FC236}">
                <a16:creationId xmlns:a16="http://schemas.microsoft.com/office/drawing/2014/main" id="{0A7E891C-C393-46A0-8C5D-E5ACDC8B6141}"/>
              </a:ext>
            </a:extLst>
          </p:cNvPr>
          <p:cNvGrpSpPr>
            <a:grpSpLocks/>
          </p:cNvGrpSpPr>
          <p:nvPr/>
        </p:nvGrpSpPr>
        <p:grpSpPr bwMode="auto">
          <a:xfrm>
            <a:off x="5375275" y="1628775"/>
            <a:ext cx="1081088" cy="792163"/>
            <a:chOff x="2517" y="1434"/>
            <a:chExt cx="681" cy="499"/>
          </a:xfrm>
        </p:grpSpPr>
        <p:sp>
          <p:nvSpPr>
            <p:cNvPr id="74783" name="Oval 4">
              <a:extLst>
                <a:ext uri="{FF2B5EF4-FFF2-40B4-BE49-F238E27FC236}">
                  <a16:creationId xmlns:a16="http://schemas.microsoft.com/office/drawing/2014/main" id="{2108BB30-5654-4880-B6D5-125A1F96C8BA}"/>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4784" name="Text Box 5">
              <a:extLst>
                <a:ext uri="{FF2B5EF4-FFF2-40B4-BE49-F238E27FC236}">
                  <a16:creationId xmlns:a16="http://schemas.microsoft.com/office/drawing/2014/main" id="{A9CA844D-D8DE-401A-9A4E-A3A5204314AD}"/>
                </a:ext>
              </a:extLst>
            </p:cNvPr>
            <p:cNvSpPr txBox="1">
              <a:spLocks noChangeArrowheads="1"/>
            </p:cNvSpPr>
            <p:nvPr/>
          </p:nvSpPr>
          <p:spPr bwMode="auto">
            <a:xfrm>
              <a:off x="2744" y="1525"/>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A</a:t>
              </a:r>
            </a:p>
          </p:txBody>
        </p:sp>
      </p:grpSp>
      <p:grpSp>
        <p:nvGrpSpPr>
          <p:cNvPr id="74756" name="Group 6">
            <a:extLst>
              <a:ext uri="{FF2B5EF4-FFF2-40B4-BE49-F238E27FC236}">
                <a16:creationId xmlns:a16="http://schemas.microsoft.com/office/drawing/2014/main" id="{F0777289-1BA8-4802-B7EA-430A889FFB56}"/>
              </a:ext>
            </a:extLst>
          </p:cNvPr>
          <p:cNvGrpSpPr>
            <a:grpSpLocks/>
          </p:cNvGrpSpPr>
          <p:nvPr/>
        </p:nvGrpSpPr>
        <p:grpSpPr bwMode="auto">
          <a:xfrm>
            <a:off x="2927350" y="2349500"/>
            <a:ext cx="1081088" cy="792163"/>
            <a:chOff x="2517" y="1434"/>
            <a:chExt cx="681" cy="499"/>
          </a:xfrm>
        </p:grpSpPr>
        <p:sp>
          <p:nvSpPr>
            <p:cNvPr id="74781" name="Oval 7">
              <a:extLst>
                <a:ext uri="{FF2B5EF4-FFF2-40B4-BE49-F238E27FC236}">
                  <a16:creationId xmlns:a16="http://schemas.microsoft.com/office/drawing/2014/main" id="{11564F0F-C39B-4348-BC2B-158C52B0C795}"/>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4782" name="Text Box 8">
              <a:extLst>
                <a:ext uri="{FF2B5EF4-FFF2-40B4-BE49-F238E27FC236}">
                  <a16:creationId xmlns:a16="http://schemas.microsoft.com/office/drawing/2014/main" id="{8DA3BB78-B428-458B-B221-60179BDEFD25}"/>
                </a:ext>
              </a:extLst>
            </p:cNvPr>
            <p:cNvSpPr txBox="1">
              <a:spLocks noChangeArrowheads="1"/>
            </p:cNvSpPr>
            <p:nvPr/>
          </p:nvSpPr>
          <p:spPr bwMode="auto">
            <a:xfrm>
              <a:off x="2744" y="15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B</a:t>
              </a:r>
            </a:p>
          </p:txBody>
        </p:sp>
      </p:grpSp>
      <p:grpSp>
        <p:nvGrpSpPr>
          <p:cNvPr id="74757" name="Group 9">
            <a:extLst>
              <a:ext uri="{FF2B5EF4-FFF2-40B4-BE49-F238E27FC236}">
                <a16:creationId xmlns:a16="http://schemas.microsoft.com/office/drawing/2014/main" id="{658E78A4-53A3-4C22-B62C-855BA41D4342}"/>
              </a:ext>
            </a:extLst>
          </p:cNvPr>
          <p:cNvGrpSpPr>
            <a:grpSpLocks/>
          </p:cNvGrpSpPr>
          <p:nvPr/>
        </p:nvGrpSpPr>
        <p:grpSpPr bwMode="auto">
          <a:xfrm>
            <a:off x="2063750" y="3286125"/>
            <a:ext cx="1081088" cy="792163"/>
            <a:chOff x="2517" y="1434"/>
            <a:chExt cx="681" cy="499"/>
          </a:xfrm>
        </p:grpSpPr>
        <p:sp>
          <p:nvSpPr>
            <p:cNvPr id="74779" name="Oval 10">
              <a:extLst>
                <a:ext uri="{FF2B5EF4-FFF2-40B4-BE49-F238E27FC236}">
                  <a16:creationId xmlns:a16="http://schemas.microsoft.com/office/drawing/2014/main" id="{3576811D-A83E-45B2-8CB0-D21733F76794}"/>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4780" name="Text Box 11">
              <a:extLst>
                <a:ext uri="{FF2B5EF4-FFF2-40B4-BE49-F238E27FC236}">
                  <a16:creationId xmlns:a16="http://schemas.microsoft.com/office/drawing/2014/main" id="{F88F3B34-2001-4828-96DD-4100571A5B85}"/>
                </a:ext>
              </a:extLst>
            </p:cNvPr>
            <p:cNvSpPr txBox="1">
              <a:spLocks noChangeArrowheads="1"/>
            </p:cNvSpPr>
            <p:nvPr/>
          </p:nvSpPr>
          <p:spPr bwMode="auto">
            <a:xfrm>
              <a:off x="2744" y="152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G</a:t>
              </a:r>
            </a:p>
          </p:txBody>
        </p:sp>
      </p:grpSp>
      <p:grpSp>
        <p:nvGrpSpPr>
          <p:cNvPr id="74758" name="Group 12">
            <a:extLst>
              <a:ext uri="{FF2B5EF4-FFF2-40B4-BE49-F238E27FC236}">
                <a16:creationId xmlns:a16="http://schemas.microsoft.com/office/drawing/2014/main" id="{214BD5E3-7693-40C0-A062-7B258571E008}"/>
              </a:ext>
            </a:extLst>
          </p:cNvPr>
          <p:cNvGrpSpPr>
            <a:grpSpLocks/>
          </p:cNvGrpSpPr>
          <p:nvPr/>
        </p:nvGrpSpPr>
        <p:grpSpPr bwMode="auto">
          <a:xfrm>
            <a:off x="3863975" y="3213100"/>
            <a:ext cx="1081088" cy="792163"/>
            <a:chOff x="2517" y="1434"/>
            <a:chExt cx="681" cy="499"/>
          </a:xfrm>
        </p:grpSpPr>
        <p:sp>
          <p:nvSpPr>
            <p:cNvPr id="74777" name="Oval 13">
              <a:extLst>
                <a:ext uri="{FF2B5EF4-FFF2-40B4-BE49-F238E27FC236}">
                  <a16:creationId xmlns:a16="http://schemas.microsoft.com/office/drawing/2014/main" id="{694ECACF-85AC-469B-B13E-7241F9794CC6}"/>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4778" name="Text Box 14">
              <a:extLst>
                <a:ext uri="{FF2B5EF4-FFF2-40B4-BE49-F238E27FC236}">
                  <a16:creationId xmlns:a16="http://schemas.microsoft.com/office/drawing/2014/main" id="{273B1CAC-7738-4924-88CB-67F7E0593387}"/>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C</a:t>
              </a:r>
            </a:p>
          </p:txBody>
        </p:sp>
      </p:grpSp>
      <p:grpSp>
        <p:nvGrpSpPr>
          <p:cNvPr id="74759" name="Group 15">
            <a:extLst>
              <a:ext uri="{FF2B5EF4-FFF2-40B4-BE49-F238E27FC236}">
                <a16:creationId xmlns:a16="http://schemas.microsoft.com/office/drawing/2014/main" id="{DE7C62D9-EF62-4C52-861D-B392285B39F3}"/>
              </a:ext>
            </a:extLst>
          </p:cNvPr>
          <p:cNvGrpSpPr>
            <a:grpSpLocks/>
          </p:cNvGrpSpPr>
          <p:nvPr/>
        </p:nvGrpSpPr>
        <p:grpSpPr bwMode="auto">
          <a:xfrm>
            <a:off x="7823200" y="2349500"/>
            <a:ext cx="1081088" cy="792163"/>
            <a:chOff x="2517" y="1434"/>
            <a:chExt cx="681" cy="499"/>
          </a:xfrm>
        </p:grpSpPr>
        <p:sp>
          <p:nvSpPr>
            <p:cNvPr id="74775" name="Oval 16">
              <a:extLst>
                <a:ext uri="{FF2B5EF4-FFF2-40B4-BE49-F238E27FC236}">
                  <a16:creationId xmlns:a16="http://schemas.microsoft.com/office/drawing/2014/main" id="{AD13748F-6D42-4756-A4AF-16BAB475ADE4}"/>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4776" name="Text Box 17">
              <a:extLst>
                <a:ext uri="{FF2B5EF4-FFF2-40B4-BE49-F238E27FC236}">
                  <a16:creationId xmlns:a16="http://schemas.microsoft.com/office/drawing/2014/main" id="{8BB101E3-CA9B-4D74-A752-00C564A8EA16}"/>
                </a:ext>
              </a:extLst>
            </p:cNvPr>
            <p:cNvSpPr txBox="1">
              <a:spLocks noChangeArrowheads="1"/>
            </p:cNvSpPr>
            <p:nvPr/>
          </p:nvSpPr>
          <p:spPr bwMode="auto">
            <a:xfrm>
              <a:off x="2744" y="1525"/>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E</a:t>
              </a:r>
            </a:p>
          </p:txBody>
        </p:sp>
      </p:grpSp>
      <p:grpSp>
        <p:nvGrpSpPr>
          <p:cNvPr id="74760" name="Group 18">
            <a:extLst>
              <a:ext uri="{FF2B5EF4-FFF2-40B4-BE49-F238E27FC236}">
                <a16:creationId xmlns:a16="http://schemas.microsoft.com/office/drawing/2014/main" id="{1DC1F7E8-C675-4DD4-BFC6-E08FC7B76DBF}"/>
              </a:ext>
            </a:extLst>
          </p:cNvPr>
          <p:cNvGrpSpPr>
            <a:grpSpLocks/>
          </p:cNvGrpSpPr>
          <p:nvPr/>
        </p:nvGrpSpPr>
        <p:grpSpPr bwMode="auto">
          <a:xfrm>
            <a:off x="6238875" y="3213100"/>
            <a:ext cx="1081088" cy="792163"/>
            <a:chOff x="2517" y="1434"/>
            <a:chExt cx="681" cy="499"/>
          </a:xfrm>
        </p:grpSpPr>
        <p:sp>
          <p:nvSpPr>
            <p:cNvPr id="74773" name="Oval 19">
              <a:extLst>
                <a:ext uri="{FF2B5EF4-FFF2-40B4-BE49-F238E27FC236}">
                  <a16:creationId xmlns:a16="http://schemas.microsoft.com/office/drawing/2014/main" id="{17FFE275-9BA1-4B1D-B8D3-C67D06DBC401}"/>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4774" name="Text Box 20">
              <a:extLst>
                <a:ext uri="{FF2B5EF4-FFF2-40B4-BE49-F238E27FC236}">
                  <a16:creationId xmlns:a16="http://schemas.microsoft.com/office/drawing/2014/main" id="{6CB19E63-56A7-413E-967E-CAFF55FAF3A6}"/>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D</a:t>
              </a:r>
            </a:p>
          </p:txBody>
        </p:sp>
      </p:grpSp>
      <p:grpSp>
        <p:nvGrpSpPr>
          <p:cNvPr id="74761" name="Group 21">
            <a:extLst>
              <a:ext uri="{FF2B5EF4-FFF2-40B4-BE49-F238E27FC236}">
                <a16:creationId xmlns:a16="http://schemas.microsoft.com/office/drawing/2014/main" id="{347588FF-8B4E-4CBA-929F-8CDEE8144F06}"/>
              </a:ext>
            </a:extLst>
          </p:cNvPr>
          <p:cNvGrpSpPr>
            <a:grpSpLocks/>
          </p:cNvGrpSpPr>
          <p:nvPr/>
        </p:nvGrpSpPr>
        <p:grpSpPr bwMode="auto">
          <a:xfrm>
            <a:off x="7104063" y="4437063"/>
            <a:ext cx="1081087" cy="792162"/>
            <a:chOff x="2517" y="1434"/>
            <a:chExt cx="681" cy="499"/>
          </a:xfrm>
        </p:grpSpPr>
        <p:sp>
          <p:nvSpPr>
            <p:cNvPr id="74771" name="Oval 22">
              <a:extLst>
                <a:ext uri="{FF2B5EF4-FFF2-40B4-BE49-F238E27FC236}">
                  <a16:creationId xmlns:a16="http://schemas.microsoft.com/office/drawing/2014/main" id="{0EC675CC-26DC-43CD-93A9-460DF0C5C37A}"/>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4772" name="Text Box 23">
              <a:extLst>
                <a:ext uri="{FF2B5EF4-FFF2-40B4-BE49-F238E27FC236}">
                  <a16:creationId xmlns:a16="http://schemas.microsoft.com/office/drawing/2014/main" id="{1C5090F7-99C8-4928-B3D4-73F3232460C7}"/>
                </a:ext>
              </a:extLst>
            </p:cNvPr>
            <p:cNvSpPr txBox="1">
              <a:spLocks noChangeArrowheads="1"/>
            </p:cNvSpPr>
            <p:nvPr/>
          </p:nvSpPr>
          <p:spPr bwMode="auto">
            <a:xfrm>
              <a:off x="2744" y="152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F</a:t>
              </a:r>
            </a:p>
          </p:txBody>
        </p:sp>
      </p:grpSp>
      <p:sp>
        <p:nvSpPr>
          <p:cNvPr id="74762" name="Line 24">
            <a:extLst>
              <a:ext uri="{FF2B5EF4-FFF2-40B4-BE49-F238E27FC236}">
                <a16:creationId xmlns:a16="http://schemas.microsoft.com/office/drawing/2014/main" id="{14F69395-543D-466F-97F1-32C7FBB8C135}"/>
              </a:ext>
            </a:extLst>
          </p:cNvPr>
          <p:cNvSpPr>
            <a:spLocks noChangeShapeType="1"/>
          </p:cNvSpPr>
          <p:nvPr/>
        </p:nvSpPr>
        <p:spPr bwMode="auto">
          <a:xfrm flipH="1">
            <a:off x="4006850" y="2276475"/>
            <a:ext cx="1439863"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3" name="Line 25">
            <a:extLst>
              <a:ext uri="{FF2B5EF4-FFF2-40B4-BE49-F238E27FC236}">
                <a16:creationId xmlns:a16="http://schemas.microsoft.com/office/drawing/2014/main" id="{31E501CA-B670-4B12-A84B-CCB27BE19015}"/>
              </a:ext>
            </a:extLst>
          </p:cNvPr>
          <p:cNvSpPr>
            <a:spLocks noChangeShapeType="1"/>
          </p:cNvSpPr>
          <p:nvPr/>
        </p:nvSpPr>
        <p:spPr bwMode="auto">
          <a:xfrm>
            <a:off x="6383338" y="2205038"/>
            <a:ext cx="14398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4" name="Line 26">
            <a:extLst>
              <a:ext uri="{FF2B5EF4-FFF2-40B4-BE49-F238E27FC236}">
                <a16:creationId xmlns:a16="http://schemas.microsoft.com/office/drawing/2014/main" id="{381E82A1-A41A-43D4-857E-DC4B82EC9503}"/>
              </a:ext>
            </a:extLst>
          </p:cNvPr>
          <p:cNvSpPr>
            <a:spLocks noChangeShapeType="1"/>
          </p:cNvSpPr>
          <p:nvPr/>
        </p:nvSpPr>
        <p:spPr bwMode="auto">
          <a:xfrm flipH="1">
            <a:off x="7824788" y="3068638"/>
            <a:ext cx="86360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5" name="Line 27">
            <a:extLst>
              <a:ext uri="{FF2B5EF4-FFF2-40B4-BE49-F238E27FC236}">
                <a16:creationId xmlns:a16="http://schemas.microsoft.com/office/drawing/2014/main" id="{3A960C0A-16AF-4599-9B47-2A8F14AE5DD5}"/>
              </a:ext>
            </a:extLst>
          </p:cNvPr>
          <p:cNvSpPr>
            <a:spLocks noChangeShapeType="1"/>
          </p:cNvSpPr>
          <p:nvPr/>
        </p:nvSpPr>
        <p:spPr bwMode="auto">
          <a:xfrm flipH="1">
            <a:off x="7319963" y="3068638"/>
            <a:ext cx="647700" cy="433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6" name="Line 28">
            <a:extLst>
              <a:ext uri="{FF2B5EF4-FFF2-40B4-BE49-F238E27FC236}">
                <a16:creationId xmlns:a16="http://schemas.microsoft.com/office/drawing/2014/main" id="{46A79A56-0DF6-4052-85DC-45EEABF8D1BB}"/>
              </a:ext>
            </a:extLst>
          </p:cNvPr>
          <p:cNvSpPr>
            <a:spLocks noChangeShapeType="1"/>
          </p:cNvSpPr>
          <p:nvPr/>
        </p:nvSpPr>
        <p:spPr bwMode="auto">
          <a:xfrm>
            <a:off x="6959600" y="4005263"/>
            <a:ext cx="360363"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7" name="Line 29">
            <a:extLst>
              <a:ext uri="{FF2B5EF4-FFF2-40B4-BE49-F238E27FC236}">
                <a16:creationId xmlns:a16="http://schemas.microsoft.com/office/drawing/2014/main" id="{029CE9A7-4B99-483C-82DF-31EC99F19093}"/>
              </a:ext>
            </a:extLst>
          </p:cNvPr>
          <p:cNvSpPr>
            <a:spLocks noChangeShapeType="1"/>
          </p:cNvSpPr>
          <p:nvPr/>
        </p:nvSpPr>
        <p:spPr bwMode="auto">
          <a:xfrm flipH="1" flipV="1">
            <a:off x="4943475" y="3789363"/>
            <a:ext cx="2160588" cy="10080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8" name="Line 30">
            <a:extLst>
              <a:ext uri="{FF2B5EF4-FFF2-40B4-BE49-F238E27FC236}">
                <a16:creationId xmlns:a16="http://schemas.microsoft.com/office/drawing/2014/main" id="{FEA2892A-4C7D-4F5A-83FC-3E57F86F05C2}"/>
              </a:ext>
            </a:extLst>
          </p:cNvPr>
          <p:cNvSpPr>
            <a:spLocks noChangeShapeType="1"/>
          </p:cNvSpPr>
          <p:nvPr/>
        </p:nvSpPr>
        <p:spPr bwMode="auto">
          <a:xfrm>
            <a:off x="3719513" y="3068638"/>
            <a:ext cx="288925"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9" name="Line 31">
            <a:extLst>
              <a:ext uri="{FF2B5EF4-FFF2-40B4-BE49-F238E27FC236}">
                <a16:creationId xmlns:a16="http://schemas.microsoft.com/office/drawing/2014/main" id="{FDE672E2-71B3-4AF7-94DB-FAC223396C93}"/>
              </a:ext>
            </a:extLst>
          </p:cNvPr>
          <p:cNvSpPr>
            <a:spLocks noChangeShapeType="1"/>
          </p:cNvSpPr>
          <p:nvPr/>
        </p:nvSpPr>
        <p:spPr bwMode="auto">
          <a:xfrm flipH="1">
            <a:off x="2927350" y="3068638"/>
            <a:ext cx="215900"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0" name="Rectangle 32">
            <a:extLst>
              <a:ext uri="{FF2B5EF4-FFF2-40B4-BE49-F238E27FC236}">
                <a16:creationId xmlns:a16="http://schemas.microsoft.com/office/drawing/2014/main" id="{123D5F6D-4ED5-401D-AFFB-73842D84943D}"/>
              </a:ext>
            </a:extLst>
          </p:cNvPr>
          <p:cNvSpPr>
            <a:spLocks noChangeArrowheads="1"/>
          </p:cNvSpPr>
          <p:nvPr/>
        </p:nvSpPr>
        <p:spPr bwMode="auto">
          <a:xfrm>
            <a:off x="1524000" y="981075"/>
            <a:ext cx="82296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Queue: </a:t>
            </a:r>
            <a:r>
              <a:rPr lang="en-US" altLang="en-US" sz="3000">
                <a:solidFill>
                  <a:schemeClr val="folHlink"/>
                </a:solidFill>
                <a:latin typeface="Times New Roman" panose="02020603050405020304" pitchFamily="18" charset="0"/>
              </a:rPr>
              <a:t>A</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B</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E</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G</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C</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D</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F</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A8987C43-60F1-4350-B424-8D521E886605}"/>
              </a:ext>
            </a:extLst>
          </p:cNvPr>
          <p:cNvSpPr>
            <a:spLocks noGrp="1"/>
          </p:cNvSpPr>
          <p:nvPr>
            <p:ph type="body" idx="1"/>
          </p:nvPr>
        </p:nvSpPr>
        <p:spPr>
          <a:xfrm>
            <a:off x="1981200" y="5229225"/>
            <a:ext cx="8686800" cy="1152525"/>
          </a:xfrm>
        </p:spPr>
        <p:txBody>
          <a:bodyPr/>
          <a:lstStyle/>
          <a:p>
            <a:pPr>
              <a:buFont typeface="Wingdings" panose="05000000000000000000" pitchFamily="2" charset="2"/>
              <a:buNone/>
            </a:pPr>
            <a:r>
              <a:rPr lang="en-US" altLang="en-US"/>
              <a:t>Done.  We have explored the graph in order:</a:t>
            </a:r>
          </a:p>
          <a:p>
            <a:pPr algn="ctr">
              <a:buFont typeface="Wingdings" panose="05000000000000000000" pitchFamily="2" charset="2"/>
              <a:buNone/>
            </a:pPr>
            <a:r>
              <a:rPr lang="en-US" altLang="en-US"/>
              <a:t>A B E G C D F.</a:t>
            </a:r>
          </a:p>
        </p:txBody>
      </p:sp>
      <p:grpSp>
        <p:nvGrpSpPr>
          <p:cNvPr id="75779" name="Group 3">
            <a:extLst>
              <a:ext uri="{FF2B5EF4-FFF2-40B4-BE49-F238E27FC236}">
                <a16:creationId xmlns:a16="http://schemas.microsoft.com/office/drawing/2014/main" id="{D5CB0674-CE25-42B6-A611-D1DC192CB494}"/>
              </a:ext>
            </a:extLst>
          </p:cNvPr>
          <p:cNvGrpSpPr>
            <a:grpSpLocks/>
          </p:cNvGrpSpPr>
          <p:nvPr/>
        </p:nvGrpSpPr>
        <p:grpSpPr bwMode="auto">
          <a:xfrm>
            <a:off x="5375275" y="1628775"/>
            <a:ext cx="1081088" cy="792163"/>
            <a:chOff x="2517" y="1434"/>
            <a:chExt cx="681" cy="499"/>
          </a:xfrm>
        </p:grpSpPr>
        <p:sp>
          <p:nvSpPr>
            <p:cNvPr id="75807" name="Oval 4">
              <a:extLst>
                <a:ext uri="{FF2B5EF4-FFF2-40B4-BE49-F238E27FC236}">
                  <a16:creationId xmlns:a16="http://schemas.microsoft.com/office/drawing/2014/main" id="{9A723F06-8084-4CBF-B425-D3186CE22FDA}"/>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5808" name="Text Box 5">
              <a:extLst>
                <a:ext uri="{FF2B5EF4-FFF2-40B4-BE49-F238E27FC236}">
                  <a16:creationId xmlns:a16="http://schemas.microsoft.com/office/drawing/2014/main" id="{2B01EE66-AB67-40BF-B1F0-CD0A28B76436}"/>
                </a:ext>
              </a:extLst>
            </p:cNvPr>
            <p:cNvSpPr txBox="1">
              <a:spLocks noChangeArrowheads="1"/>
            </p:cNvSpPr>
            <p:nvPr/>
          </p:nvSpPr>
          <p:spPr bwMode="auto">
            <a:xfrm>
              <a:off x="2744" y="1525"/>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A</a:t>
              </a:r>
            </a:p>
          </p:txBody>
        </p:sp>
      </p:grpSp>
      <p:grpSp>
        <p:nvGrpSpPr>
          <p:cNvPr id="75780" name="Group 6">
            <a:extLst>
              <a:ext uri="{FF2B5EF4-FFF2-40B4-BE49-F238E27FC236}">
                <a16:creationId xmlns:a16="http://schemas.microsoft.com/office/drawing/2014/main" id="{65E20071-7104-47EB-85C0-C15A7C8AE7A2}"/>
              </a:ext>
            </a:extLst>
          </p:cNvPr>
          <p:cNvGrpSpPr>
            <a:grpSpLocks/>
          </p:cNvGrpSpPr>
          <p:nvPr/>
        </p:nvGrpSpPr>
        <p:grpSpPr bwMode="auto">
          <a:xfrm>
            <a:off x="2927350" y="2349500"/>
            <a:ext cx="1081088" cy="792163"/>
            <a:chOff x="2517" y="1434"/>
            <a:chExt cx="681" cy="499"/>
          </a:xfrm>
        </p:grpSpPr>
        <p:sp>
          <p:nvSpPr>
            <p:cNvPr id="75805" name="Oval 7">
              <a:extLst>
                <a:ext uri="{FF2B5EF4-FFF2-40B4-BE49-F238E27FC236}">
                  <a16:creationId xmlns:a16="http://schemas.microsoft.com/office/drawing/2014/main" id="{6C0A421D-1F0E-4A47-95B1-82FD4B784866}"/>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5806" name="Text Box 8">
              <a:extLst>
                <a:ext uri="{FF2B5EF4-FFF2-40B4-BE49-F238E27FC236}">
                  <a16:creationId xmlns:a16="http://schemas.microsoft.com/office/drawing/2014/main" id="{C183A91E-A242-494F-B9ED-D1D38C537C0E}"/>
                </a:ext>
              </a:extLst>
            </p:cNvPr>
            <p:cNvSpPr txBox="1">
              <a:spLocks noChangeArrowheads="1"/>
            </p:cNvSpPr>
            <p:nvPr/>
          </p:nvSpPr>
          <p:spPr bwMode="auto">
            <a:xfrm>
              <a:off x="2744" y="15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B</a:t>
              </a:r>
            </a:p>
          </p:txBody>
        </p:sp>
      </p:grpSp>
      <p:grpSp>
        <p:nvGrpSpPr>
          <p:cNvPr id="75781" name="Group 9">
            <a:extLst>
              <a:ext uri="{FF2B5EF4-FFF2-40B4-BE49-F238E27FC236}">
                <a16:creationId xmlns:a16="http://schemas.microsoft.com/office/drawing/2014/main" id="{8D0314E8-A0A7-467A-9459-19620AB21215}"/>
              </a:ext>
            </a:extLst>
          </p:cNvPr>
          <p:cNvGrpSpPr>
            <a:grpSpLocks/>
          </p:cNvGrpSpPr>
          <p:nvPr/>
        </p:nvGrpSpPr>
        <p:grpSpPr bwMode="auto">
          <a:xfrm>
            <a:off x="2063750" y="3286125"/>
            <a:ext cx="1081088" cy="792163"/>
            <a:chOff x="2517" y="1434"/>
            <a:chExt cx="681" cy="499"/>
          </a:xfrm>
        </p:grpSpPr>
        <p:sp>
          <p:nvSpPr>
            <p:cNvPr id="75803" name="Oval 10">
              <a:extLst>
                <a:ext uri="{FF2B5EF4-FFF2-40B4-BE49-F238E27FC236}">
                  <a16:creationId xmlns:a16="http://schemas.microsoft.com/office/drawing/2014/main" id="{08884B08-41FD-40AB-AC20-9099832D914D}"/>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5804" name="Text Box 11">
              <a:extLst>
                <a:ext uri="{FF2B5EF4-FFF2-40B4-BE49-F238E27FC236}">
                  <a16:creationId xmlns:a16="http://schemas.microsoft.com/office/drawing/2014/main" id="{357A5E24-3AE5-4ED5-8AD7-37E40C80E728}"/>
                </a:ext>
              </a:extLst>
            </p:cNvPr>
            <p:cNvSpPr txBox="1">
              <a:spLocks noChangeArrowheads="1"/>
            </p:cNvSpPr>
            <p:nvPr/>
          </p:nvSpPr>
          <p:spPr bwMode="auto">
            <a:xfrm>
              <a:off x="2744" y="152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G</a:t>
              </a:r>
            </a:p>
          </p:txBody>
        </p:sp>
      </p:grpSp>
      <p:grpSp>
        <p:nvGrpSpPr>
          <p:cNvPr id="75782" name="Group 12">
            <a:extLst>
              <a:ext uri="{FF2B5EF4-FFF2-40B4-BE49-F238E27FC236}">
                <a16:creationId xmlns:a16="http://schemas.microsoft.com/office/drawing/2014/main" id="{00C0A4C0-27DF-469C-85BE-A5DE9A7AB061}"/>
              </a:ext>
            </a:extLst>
          </p:cNvPr>
          <p:cNvGrpSpPr>
            <a:grpSpLocks/>
          </p:cNvGrpSpPr>
          <p:nvPr/>
        </p:nvGrpSpPr>
        <p:grpSpPr bwMode="auto">
          <a:xfrm>
            <a:off x="3863975" y="3213100"/>
            <a:ext cx="1081088" cy="792163"/>
            <a:chOff x="2517" y="1434"/>
            <a:chExt cx="681" cy="499"/>
          </a:xfrm>
        </p:grpSpPr>
        <p:sp>
          <p:nvSpPr>
            <p:cNvPr id="75801" name="Oval 13">
              <a:extLst>
                <a:ext uri="{FF2B5EF4-FFF2-40B4-BE49-F238E27FC236}">
                  <a16:creationId xmlns:a16="http://schemas.microsoft.com/office/drawing/2014/main" id="{35CC7C23-D7F1-4E8F-A147-862DF69204F4}"/>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5802" name="Text Box 14">
              <a:extLst>
                <a:ext uri="{FF2B5EF4-FFF2-40B4-BE49-F238E27FC236}">
                  <a16:creationId xmlns:a16="http://schemas.microsoft.com/office/drawing/2014/main" id="{EC8D9AF4-C9F0-48FE-9642-206A6EC735DA}"/>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C</a:t>
              </a:r>
            </a:p>
          </p:txBody>
        </p:sp>
      </p:grpSp>
      <p:grpSp>
        <p:nvGrpSpPr>
          <p:cNvPr id="75783" name="Group 15">
            <a:extLst>
              <a:ext uri="{FF2B5EF4-FFF2-40B4-BE49-F238E27FC236}">
                <a16:creationId xmlns:a16="http://schemas.microsoft.com/office/drawing/2014/main" id="{67291E35-073E-469E-8C77-439CECE53777}"/>
              </a:ext>
            </a:extLst>
          </p:cNvPr>
          <p:cNvGrpSpPr>
            <a:grpSpLocks/>
          </p:cNvGrpSpPr>
          <p:nvPr/>
        </p:nvGrpSpPr>
        <p:grpSpPr bwMode="auto">
          <a:xfrm>
            <a:off x="7823200" y="2349500"/>
            <a:ext cx="1081088" cy="792163"/>
            <a:chOff x="2517" y="1434"/>
            <a:chExt cx="681" cy="499"/>
          </a:xfrm>
        </p:grpSpPr>
        <p:sp>
          <p:nvSpPr>
            <p:cNvPr id="75799" name="Oval 16">
              <a:extLst>
                <a:ext uri="{FF2B5EF4-FFF2-40B4-BE49-F238E27FC236}">
                  <a16:creationId xmlns:a16="http://schemas.microsoft.com/office/drawing/2014/main" id="{54FA5557-EB05-4C41-BE18-BDF338235588}"/>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5800" name="Text Box 17">
              <a:extLst>
                <a:ext uri="{FF2B5EF4-FFF2-40B4-BE49-F238E27FC236}">
                  <a16:creationId xmlns:a16="http://schemas.microsoft.com/office/drawing/2014/main" id="{A52A5C21-FC70-41CB-A47F-49D33DDB4895}"/>
                </a:ext>
              </a:extLst>
            </p:cNvPr>
            <p:cNvSpPr txBox="1">
              <a:spLocks noChangeArrowheads="1"/>
            </p:cNvSpPr>
            <p:nvPr/>
          </p:nvSpPr>
          <p:spPr bwMode="auto">
            <a:xfrm>
              <a:off x="2744" y="1525"/>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E</a:t>
              </a:r>
            </a:p>
          </p:txBody>
        </p:sp>
      </p:grpSp>
      <p:grpSp>
        <p:nvGrpSpPr>
          <p:cNvPr id="75784" name="Group 18">
            <a:extLst>
              <a:ext uri="{FF2B5EF4-FFF2-40B4-BE49-F238E27FC236}">
                <a16:creationId xmlns:a16="http://schemas.microsoft.com/office/drawing/2014/main" id="{0D0695A5-D8AF-4101-8333-475863B4BDC2}"/>
              </a:ext>
            </a:extLst>
          </p:cNvPr>
          <p:cNvGrpSpPr>
            <a:grpSpLocks/>
          </p:cNvGrpSpPr>
          <p:nvPr/>
        </p:nvGrpSpPr>
        <p:grpSpPr bwMode="auto">
          <a:xfrm>
            <a:off x="6238875" y="3213100"/>
            <a:ext cx="1081088" cy="792163"/>
            <a:chOff x="2517" y="1434"/>
            <a:chExt cx="681" cy="499"/>
          </a:xfrm>
        </p:grpSpPr>
        <p:sp>
          <p:nvSpPr>
            <p:cNvPr id="75797" name="Oval 19">
              <a:extLst>
                <a:ext uri="{FF2B5EF4-FFF2-40B4-BE49-F238E27FC236}">
                  <a16:creationId xmlns:a16="http://schemas.microsoft.com/office/drawing/2014/main" id="{BFBFE359-C36B-460B-8E56-C5FCA5B893A5}"/>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5798" name="Text Box 20">
              <a:extLst>
                <a:ext uri="{FF2B5EF4-FFF2-40B4-BE49-F238E27FC236}">
                  <a16:creationId xmlns:a16="http://schemas.microsoft.com/office/drawing/2014/main" id="{3D7F8449-4C28-405D-805A-B154FA18CB64}"/>
                </a:ext>
              </a:extLst>
            </p:cNvPr>
            <p:cNvSpPr txBox="1">
              <a:spLocks noChangeArrowheads="1"/>
            </p:cNvSpPr>
            <p:nvPr/>
          </p:nvSpPr>
          <p:spPr bwMode="auto">
            <a:xfrm>
              <a:off x="2744" y="152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D</a:t>
              </a:r>
            </a:p>
          </p:txBody>
        </p:sp>
      </p:grpSp>
      <p:grpSp>
        <p:nvGrpSpPr>
          <p:cNvPr id="75785" name="Group 21">
            <a:extLst>
              <a:ext uri="{FF2B5EF4-FFF2-40B4-BE49-F238E27FC236}">
                <a16:creationId xmlns:a16="http://schemas.microsoft.com/office/drawing/2014/main" id="{9F35AECA-3D58-4B7A-8682-5A7F1631FAC3}"/>
              </a:ext>
            </a:extLst>
          </p:cNvPr>
          <p:cNvGrpSpPr>
            <a:grpSpLocks/>
          </p:cNvGrpSpPr>
          <p:nvPr/>
        </p:nvGrpSpPr>
        <p:grpSpPr bwMode="auto">
          <a:xfrm>
            <a:off x="7104063" y="4437063"/>
            <a:ext cx="1081087" cy="792162"/>
            <a:chOff x="2517" y="1434"/>
            <a:chExt cx="681" cy="499"/>
          </a:xfrm>
        </p:grpSpPr>
        <p:sp>
          <p:nvSpPr>
            <p:cNvPr id="75795" name="Oval 22">
              <a:extLst>
                <a:ext uri="{FF2B5EF4-FFF2-40B4-BE49-F238E27FC236}">
                  <a16:creationId xmlns:a16="http://schemas.microsoft.com/office/drawing/2014/main" id="{B7399025-6F58-4954-A6DF-834A31975F44}"/>
                </a:ext>
              </a:extLst>
            </p:cNvPr>
            <p:cNvSpPr>
              <a:spLocks noChangeArrowheads="1"/>
            </p:cNvSpPr>
            <p:nvPr/>
          </p:nvSpPr>
          <p:spPr bwMode="auto">
            <a:xfrm>
              <a:off x="2517" y="1434"/>
              <a:ext cx="681" cy="49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75796" name="Text Box 23">
              <a:extLst>
                <a:ext uri="{FF2B5EF4-FFF2-40B4-BE49-F238E27FC236}">
                  <a16:creationId xmlns:a16="http://schemas.microsoft.com/office/drawing/2014/main" id="{7E105E10-FC8B-42AB-9AD9-8448BC40CA22}"/>
                </a:ext>
              </a:extLst>
            </p:cNvPr>
            <p:cNvSpPr txBox="1">
              <a:spLocks noChangeArrowheads="1"/>
            </p:cNvSpPr>
            <p:nvPr/>
          </p:nvSpPr>
          <p:spPr bwMode="auto">
            <a:xfrm>
              <a:off x="2744" y="152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solidFill>
                    <a:srgbClr val="FF0000"/>
                  </a:solidFill>
                  <a:latin typeface="Times New Roman" panose="02020603050405020304" pitchFamily="18" charset="0"/>
                </a:rPr>
                <a:t>F</a:t>
              </a:r>
            </a:p>
          </p:txBody>
        </p:sp>
      </p:grpSp>
      <p:sp>
        <p:nvSpPr>
          <p:cNvPr id="75786" name="Line 24">
            <a:extLst>
              <a:ext uri="{FF2B5EF4-FFF2-40B4-BE49-F238E27FC236}">
                <a16:creationId xmlns:a16="http://schemas.microsoft.com/office/drawing/2014/main" id="{2D0DE14B-9B91-42CA-AAEE-222E4EEE0054}"/>
              </a:ext>
            </a:extLst>
          </p:cNvPr>
          <p:cNvSpPr>
            <a:spLocks noChangeShapeType="1"/>
          </p:cNvSpPr>
          <p:nvPr/>
        </p:nvSpPr>
        <p:spPr bwMode="auto">
          <a:xfrm flipH="1">
            <a:off x="4006850" y="2276475"/>
            <a:ext cx="1439863"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7" name="Line 25">
            <a:extLst>
              <a:ext uri="{FF2B5EF4-FFF2-40B4-BE49-F238E27FC236}">
                <a16:creationId xmlns:a16="http://schemas.microsoft.com/office/drawing/2014/main" id="{EC345651-9E73-4868-99C6-19C323F56A15}"/>
              </a:ext>
            </a:extLst>
          </p:cNvPr>
          <p:cNvSpPr>
            <a:spLocks noChangeShapeType="1"/>
          </p:cNvSpPr>
          <p:nvPr/>
        </p:nvSpPr>
        <p:spPr bwMode="auto">
          <a:xfrm>
            <a:off x="6383338" y="2205038"/>
            <a:ext cx="14398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8" name="Line 26">
            <a:extLst>
              <a:ext uri="{FF2B5EF4-FFF2-40B4-BE49-F238E27FC236}">
                <a16:creationId xmlns:a16="http://schemas.microsoft.com/office/drawing/2014/main" id="{EE3D7345-F36E-41C9-AFC8-C2BDA0AE6243}"/>
              </a:ext>
            </a:extLst>
          </p:cNvPr>
          <p:cNvSpPr>
            <a:spLocks noChangeShapeType="1"/>
          </p:cNvSpPr>
          <p:nvPr/>
        </p:nvSpPr>
        <p:spPr bwMode="auto">
          <a:xfrm flipH="1">
            <a:off x="7824788" y="3068638"/>
            <a:ext cx="86360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9" name="Line 27">
            <a:extLst>
              <a:ext uri="{FF2B5EF4-FFF2-40B4-BE49-F238E27FC236}">
                <a16:creationId xmlns:a16="http://schemas.microsoft.com/office/drawing/2014/main" id="{4746DB46-FD56-45FF-926D-11716FA6E875}"/>
              </a:ext>
            </a:extLst>
          </p:cNvPr>
          <p:cNvSpPr>
            <a:spLocks noChangeShapeType="1"/>
          </p:cNvSpPr>
          <p:nvPr/>
        </p:nvSpPr>
        <p:spPr bwMode="auto">
          <a:xfrm flipH="1">
            <a:off x="7319963" y="3068638"/>
            <a:ext cx="647700" cy="433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0" name="Line 28">
            <a:extLst>
              <a:ext uri="{FF2B5EF4-FFF2-40B4-BE49-F238E27FC236}">
                <a16:creationId xmlns:a16="http://schemas.microsoft.com/office/drawing/2014/main" id="{DDCF975C-C0C0-4718-8E11-B85000EA7339}"/>
              </a:ext>
            </a:extLst>
          </p:cNvPr>
          <p:cNvSpPr>
            <a:spLocks noChangeShapeType="1"/>
          </p:cNvSpPr>
          <p:nvPr/>
        </p:nvSpPr>
        <p:spPr bwMode="auto">
          <a:xfrm>
            <a:off x="6959600" y="4005263"/>
            <a:ext cx="360363"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1" name="Line 29">
            <a:extLst>
              <a:ext uri="{FF2B5EF4-FFF2-40B4-BE49-F238E27FC236}">
                <a16:creationId xmlns:a16="http://schemas.microsoft.com/office/drawing/2014/main" id="{80619883-EB16-47CD-9C53-7A5D65700FE9}"/>
              </a:ext>
            </a:extLst>
          </p:cNvPr>
          <p:cNvSpPr>
            <a:spLocks noChangeShapeType="1"/>
          </p:cNvSpPr>
          <p:nvPr/>
        </p:nvSpPr>
        <p:spPr bwMode="auto">
          <a:xfrm flipH="1" flipV="1">
            <a:off x="4943475" y="3789363"/>
            <a:ext cx="2160588" cy="10080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2" name="Line 30">
            <a:extLst>
              <a:ext uri="{FF2B5EF4-FFF2-40B4-BE49-F238E27FC236}">
                <a16:creationId xmlns:a16="http://schemas.microsoft.com/office/drawing/2014/main" id="{E1F0AF42-080F-4D97-923C-953AD660EC82}"/>
              </a:ext>
            </a:extLst>
          </p:cNvPr>
          <p:cNvSpPr>
            <a:spLocks noChangeShapeType="1"/>
          </p:cNvSpPr>
          <p:nvPr/>
        </p:nvSpPr>
        <p:spPr bwMode="auto">
          <a:xfrm>
            <a:off x="3719513" y="3068638"/>
            <a:ext cx="288925"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3" name="Line 31">
            <a:extLst>
              <a:ext uri="{FF2B5EF4-FFF2-40B4-BE49-F238E27FC236}">
                <a16:creationId xmlns:a16="http://schemas.microsoft.com/office/drawing/2014/main" id="{329274F5-AAB7-46B1-9998-DD573F4E95C1}"/>
              </a:ext>
            </a:extLst>
          </p:cNvPr>
          <p:cNvSpPr>
            <a:spLocks noChangeShapeType="1"/>
          </p:cNvSpPr>
          <p:nvPr/>
        </p:nvSpPr>
        <p:spPr bwMode="auto">
          <a:xfrm flipH="1">
            <a:off x="2927350" y="3068638"/>
            <a:ext cx="215900" cy="288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4" name="Rectangle 32">
            <a:extLst>
              <a:ext uri="{FF2B5EF4-FFF2-40B4-BE49-F238E27FC236}">
                <a16:creationId xmlns:a16="http://schemas.microsoft.com/office/drawing/2014/main" id="{9A9C9F81-560E-4944-B7A4-901428D5A827}"/>
              </a:ext>
            </a:extLst>
          </p:cNvPr>
          <p:cNvSpPr>
            <a:spLocks noChangeArrowheads="1"/>
          </p:cNvSpPr>
          <p:nvPr/>
        </p:nvSpPr>
        <p:spPr bwMode="auto">
          <a:xfrm>
            <a:off x="1524000" y="981075"/>
            <a:ext cx="82296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r>
              <a:rPr lang="en-US" altLang="en-US" sz="3000">
                <a:latin typeface="Times New Roman" panose="02020603050405020304" pitchFamily="18" charset="0"/>
              </a:rPr>
              <a:t>Queue: </a:t>
            </a:r>
            <a:r>
              <a:rPr lang="en-US" altLang="en-US" sz="3000">
                <a:solidFill>
                  <a:schemeClr val="folHlink"/>
                </a:solidFill>
                <a:latin typeface="Times New Roman" panose="02020603050405020304" pitchFamily="18" charset="0"/>
              </a:rPr>
              <a:t>A</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B</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E</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G</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C</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D</a:t>
            </a:r>
            <a:r>
              <a:rPr lang="en-US" altLang="en-US" sz="3000">
                <a:latin typeface="Times New Roman" panose="02020603050405020304" pitchFamily="18" charset="0"/>
              </a:rPr>
              <a:t> </a:t>
            </a:r>
            <a:r>
              <a:rPr lang="en-US" altLang="en-US" sz="3000">
                <a:solidFill>
                  <a:schemeClr val="folHlink"/>
                </a:solidFill>
                <a:latin typeface="Times New Roman" panose="02020603050405020304" pitchFamily="18" charset="0"/>
              </a:rPr>
              <a:t>F</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xample-graph-1 » ExamRadar">
            <a:extLst>
              <a:ext uri="{FF2B5EF4-FFF2-40B4-BE49-F238E27FC236}">
                <a16:creationId xmlns:a16="http://schemas.microsoft.com/office/drawing/2014/main" id="{B0D821CB-611D-4D1E-8941-ECE315EBE4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49" t="26873" r="49249" b="15246"/>
          <a:stretch/>
        </p:blipFill>
        <p:spPr bwMode="auto">
          <a:xfrm>
            <a:off x="6096000" y="609600"/>
            <a:ext cx="6019800" cy="54372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FS Algorithm - javatpoint">
            <a:extLst>
              <a:ext uri="{FF2B5EF4-FFF2-40B4-BE49-F238E27FC236}">
                <a16:creationId xmlns:a16="http://schemas.microsoft.com/office/drawing/2014/main" id="{0BE19ABA-5042-415D-B054-F7591C55C53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2807"/>
          <a:stretch/>
        </p:blipFill>
        <p:spPr bwMode="auto">
          <a:xfrm>
            <a:off x="609600" y="1600200"/>
            <a:ext cx="5838405" cy="2867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2266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1">
            <a:extLst>
              <a:ext uri="{FF2B5EF4-FFF2-40B4-BE49-F238E27FC236}">
                <a16:creationId xmlns:a16="http://schemas.microsoft.com/office/drawing/2014/main" id="{85D6F723-F7C7-BFBC-94FB-C31BB08837FB}"/>
              </a:ext>
            </a:extLst>
          </p:cNvPr>
          <p:cNvSpPr>
            <a:spLocks noGrp="1"/>
          </p:cNvSpPr>
          <p:nvPr>
            <p:ph idx="1"/>
          </p:nvPr>
        </p:nvSpPr>
        <p:spPr>
          <a:xfrm>
            <a:off x="457200" y="1066800"/>
            <a:ext cx="10972800" cy="4525963"/>
          </a:xfrm>
        </p:spPr>
        <p:txBody>
          <a:bodyPr>
            <a:normAutofit lnSpcReduction="10000"/>
          </a:bodyPr>
          <a:lstStyle/>
          <a:p>
            <a:pPr algn="just"/>
            <a:r>
              <a:rPr lang="en-US" altLang="en-US" sz="2400" b="1"/>
              <a:t>Un-weighted Graphs:</a:t>
            </a:r>
            <a:r>
              <a:rPr lang="en-US" altLang="en-US" sz="2400"/>
              <a:t> BFS algorithm can easily create the shortest path and a minimum spanning tree to visit all the vertices of the graph in the shortest time possible with high accuracy.</a:t>
            </a:r>
          </a:p>
          <a:p>
            <a:pPr algn="just"/>
            <a:r>
              <a:rPr lang="en-US" altLang="en-US" sz="2400" b="1"/>
              <a:t>P2P Networks:</a:t>
            </a:r>
            <a:r>
              <a:rPr lang="en-US" altLang="en-US" sz="2400"/>
              <a:t> BFS can be implemented to locate all the nearest or neighboring nodes in a peer to peer network. This will find the required data faster.</a:t>
            </a:r>
          </a:p>
          <a:p>
            <a:pPr algn="just"/>
            <a:r>
              <a:rPr lang="en-US" altLang="en-US" sz="2400" b="1"/>
              <a:t>Web Crawlers:</a:t>
            </a:r>
            <a:r>
              <a:rPr lang="en-US" altLang="en-US" sz="2400"/>
              <a:t> Search engines or web crawlers can easily build multiple levels of indexes by employing BFS. BFS implementation starts from the source, which is the web page, and then it visits all the links from that source.</a:t>
            </a:r>
          </a:p>
          <a:p>
            <a:pPr algn="just"/>
            <a:r>
              <a:rPr lang="en-US" altLang="en-US" sz="2400" b="1"/>
              <a:t>Navigation Systems:</a:t>
            </a:r>
            <a:r>
              <a:rPr lang="en-US" altLang="en-US" sz="2400"/>
              <a:t> BFS can help find all the neighboring locations from the main or source location.</a:t>
            </a:r>
          </a:p>
          <a:p>
            <a:pPr algn="just"/>
            <a:r>
              <a:rPr lang="en-US" altLang="en-US" sz="2400" b="1"/>
              <a:t>Network Broadcasting:</a:t>
            </a:r>
            <a:r>
              <a:rPr lang="en-US" altLang="en-US" sz="2400"/>
              <a:t> A broadcasted packet is guided by the BFS algorithm to find and reach all the nodes it has the address for.</a:t>
            </a:r>
          </a:p>
          <a:p>
            <a:pPr algn="just"/>
            <a:endParaRPr lang="en-US" altLang="en-US" sz="2400"/>
          </a:p>
        </p:txBody>
      </p:sp>
      <p:sp>
        <p:nvSpPr>
          <p:cNvPr id="3" name="Title 2">
            <a:extLst>
              <a:ext uri="{FF2B5EF4-FFF2-40B4-BE49-F238E27FC236}">
                <a16:creationId xmlns:a16="http://schemas.microsoft.com/office/drawing/2014/main" id="{8AD0E985-014F-523B-1F6D-D38DA98B6761}"/>
              </a:ext>
            </a:extLst>
          </p:cNvPr>
          <p:cNvSpPr>
            <a:spLocks noGrp="1"/>
          </p:cNvSpPr>
          <p:nvPr>
            <p:ph type="title"/>
          </p:nvPr>
        </p:nvSpPr>
        <p:spPr>
          <a:xfrm>
            <a:off x="609600" y="21996"/>
            <a:ext cx="10972800" cy="1143000"/>
          </a:xfrm>
        </p:spPr>
        <p:txBody>
          <a:bodyPr/>
          <a:lstStyle/>
          <a:p>
            <a:pPr>
              <a:defRPr/>
            </a:pPr>
            <a:r>
              <a:rPr lang="en-US" dirty="0"/>
              <a:t>Applications of BFS</a:t>
            </a:r>
          </a:p>
        </p:txBody>
      </p:sp>
      <p:sp>
        <p:nvSpPr>
          <p:cNvPr id="76804" name="Slide Number Placeholder 5">
            <a:extLst>
              <a:ext uri="{FF2B5EF4-FFF2-40B4-BE49-F238E27FC236}">
                <a16:creationId xmlns:a16="http://schemas.microsoft.com/office/drawing/2014/main" id="{D26D921C-3CCB-4DD3-9618-E9E84365C99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9C37A36-08C2-4B66-86B0-C16903027BDA}" type="slidenum">
              <a:rPr lang="en-US" altLang="en-US" sz="1000"/>
              <a:pPr/>
              <a:t>48</a:t>
            </a:fld>
            <a:endParaRPr lang="en-US" altLang="en-US" sz="1000"/>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477</TotalTime>
  <Words>1901</Words>
  <Application>Microsoft Office PowerPoint</Application>
  <PresentationFormat>Widescreen</PresentationFormat>
  <Paragraphs>412</Paragraphs>
  <Slides>48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Book Antiqua</vt:lpstr>
      <vt:lpstr>Calibri</vt:lpstr>
      <vt:lpstr>Calibri Light</vt:lpstr>
      <vt:lpstr>Monotype Sorts</vt:lpstr>
      <vt:lpstr>Times New Roman</vt:lpstr>
      <vt:lpstr>Wingdings</vt:lpstr>
      <vt:lpstr>Retrospect</vt:lpstr>
      <vt:lpstr>Data Structures</vt:lpstr>
      <vt:lpstr>Goals</vt:lpstr>
      <vt:lpstr>CLO Covered</vt:lpstr>
      <vt:lpstr>Graph data structures</vt:lpstr>
      <vt:lpstr>Adjacency Matrix</vt:lpstr>
      <vt:lpstr>Algorithm for adjacency matrix</vt:lpstr>
      <vt:lpstr>Adjacency Matrix : Example</vt:lpstr>
      <vt:lpstr>Adjacency Matrix : Example</vt:lpstr>
      <vt:lpstr>adjacency matrix</vt:lpstr>
      <vt:lpstr>Example</vt:lpstr>
      <vt:lpstr>  </vt:lpstr>
      <vt:lpstr>PowerPoint Presentation</vt:lpstr>
      <vt:lpstr>Graph</vt:lpstr>
      <vt:lpstr>Edge list</vt:lpstr>
      <vt:lpstr>Adjacency matrix</vt:lpstr>
      <vt:lpstr>Adjacency list</vt:lpstr>
      <vt:lpstr>Drawbacks of adjacency matrix</vt:lpstr>
      <vt:lpstr>Time complexity</vt:lpstr>
      <vt:lpstr>Graph Traversing</vt:lpstr>
      <vt:lpstr>Graph Traversing Methods</vt:lpstr>
      <vt:lpstr>Breadth-First Search (BFS)</vt:lpstr>
      <vt:lpstr>The general BFS algorithm</vt:lpstr>
      <vt:lpstr>Handling vertices</vt:lpstr>
      <vt:lpstr>Breadth-First Search</vt:lpstr>
      <vt:lpstr>Breadth-first search</vt:lpstr>
      <vt:lpstr>PowerPoint Presentation</vt:lpstr>
      <vt:lpstr>BFS in a binary tree (reminder)</vt:lpstr>
      <vt:lpstr>BFS </vt:lpstr>
      <vt:lpstr>Initially, the queue will be empty. Let us start traversing the graph from node A. Once we visit node A, we mark it as visited and also place it inside the queue as shown:</vt:lpstr>
      <vt:lpstr>The next step is to traverse its adjacent nodes i.e. B and C and place them inside the queue. When we place the adjacent node of A in the queue, we will remove A from the queue and display it in the output array as shown:</vt:lpstr>
      <vt:lpstr>Next, we don’t have any more adjacent nodes for A. therefore, we will remove node B from the queue and place its adjacent nodes into the queue. Similarly, we will traverse the nodes of C and put them into the queue.</vt:lpstr>
      <vt:lpstr>The next adjacent node is node H. thus, we will traverse that as well and place it in the queue. Once all the nodes have entered the queue, we will start removing them from the queue and putting them into the output array.</vt:lpstr>
      <vt:lpstr>Thus, slowly the queue starts decreasing in size and the output array will be full as shown:</vt:lpstr>
      <vt:lpstr>In this way, we will get the output of BFS to be A→B→C→D→E→F→G→H.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Applications of BFS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Habiba Arshad</dc:creator>
  <cp:lastModifiedBy>Habiba Arshad</cp:lastModifiedBy>
  <cp:revision>51</cp:revision>
  <dcterms:created xsi:type="dcterms:W3CDTF">2022-12-21T05:23:19Z</dcterms:created>
  <dcterms:modified xsi:type="dcterms:W3CDTF">2025-01-13T09:26:09Z</dcterms:modified>
</cp:coreProperties>
</file>