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323" r:id="rId2"/>
    <p:sldId id="324" r:id="rId3"/>
    <p:sldId id="419" r:id="rId4"/>
    <p:sldId id="420" r:id="rId5"/>
    <p:sldId id="298" r:id="rId6"/>
    <p:sldId id="356" r:id="rId7"/>
    <p:sldId id="357" r:id="rId8"/>
    <p:sldId id="355" r:id="rId9"/>
    <p:sldId id="299" r:id="rId10"/>
    <p:sldId id="310" r:id="rId11"/>
    <p:sldId id="300" r:id="rId12"/>
    <p:sldId id="311" r:id="rId13"/>
    <p:sldId id="301" r:id="rId14"/>
    <p:sldId id="302" r:id="rId15"/>
    <p:sldId id="312" r:id="rId16"/>
    <p:sldId id="303" r:id="rId17"/>
    <p:sldId id="304" r:id="rId18"/>
    <p:sldId id="314" r:id="rId19"/>
    <p:sldId id="305" r:id="rId20"/>
    <p:sldId id="315" r:id="rId21"/>
    <p:sldId id="306" r:id="rId22"/>
    <p:sldId id="317" r:id="rId23"/>
    <p:sldId id="318" r:id="rId24"/>
    <p:sldId id="35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29" autoAdjust="0"/>
    <p:restoredTop sz="91139" autoAdjust="0"/>
  </p:normalViewPr>
  <p:slideViewPr>
    <p:cSldViewPr snapToGrid="0">
      <p:cViewPr varScale="1">
        <p:scale>
          <a:sx n="77" d="100"/>
          <a:sy n="77" d="100"/>
        </p:scale>
        <p:origin x="5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CDFDBE-DC96-4D48-8AE4-FBED9340CE80}" type="datetimeFigureOut">
              <a:rPr lang="en-US" smtClean="0"/>
              <a:t>11/17/2025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766D6A-D958-4BB7-898A-61251ED72C68}" type="slidenum">
              <a:rPr lang="en-US" smtClean="0"/>
              <a:t>‹#›</a:t>
            </a:fld>
            <a:endParaRPr lang="en-US"/>
          </a:p>
        </p:txBody>
      </p:sp>
    </p:spTree>
    <p:extLst>
      <p:ext uri="{BB962C8B-B14F-4D97-AF65-F5344CB8AC3E}">
        <p14:creationId xmlns:p14="http://schemas.microsoft.com/office/powerpoint/2010/main" val="1290651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&lt;</a:t>
            </a:r>
            <a:r>
              <a:rPr lang="en-US" dirty="0" err="1"/>
              <a:t>stdlib</a:t>
            </a:r>
            <a:r>
              <a:rPr lang="en-US" dirty="0"/>
              <a:t>&gt; for dynamic memory allocation </a:t>
            </a:r>
          </a:p>
        </p:txBody>
      </p:sp>
      <p:sp>
        <p:nvSpPr>
          <p:cNvPr id="4" name="Slide Number Placeholder 3"/>
          <p:cNvSpPr>
            <a:spLocks noGrp="1"/>
          </p:cNvSpPr>
          <p:nvPr>
            <p:ph type="sldNum" sz="quarter" idx="5"/>
          </p:nvPr>
        </p:nvSpPr>
        <p:spPr/>
        <p:txBody>
          <a:bodyPr/>
          <a:lstStyle/>
          <a:p>
            <a:fld id="{3F766D6A-D958-4BB7-898A-61251ED72C68}" type="slidenum">
              <a:rPr lang="en-US" smtClean="0"/>
              <a:t>3</a:t>
            </a:fld>
            <a:endParaRPr lang="en-US"/>
          </a:p>
        </p:txBody>
      </p:sp>
    </p:spTree>
    <p:extLst>
      <p:ext uri="{BB962C8B-B14F-4D97-AF65-F5344CB8AC3E}">
        <p14:creationId xmlns:p14="http://schemas.microsoft.com/office/powerpoint/2010/main" val="16377471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&lt;</a:t>
            </a:r>
            <a:r>
              <a:rPr lang="en-US" dirty="0" err="1"/>
              <a:t>stdlib</a:t>
            </a:r>
            <a:r>
              <a:rPr lang="en-US" dirty="0"/>
              <a:t>&gt; for dynamic memory allocation </a:t>
            </a:r>
          </a:p>
          <a:p>
            <a:r>
              <a:rPr lang="en-US" dirty="0"/>
              <a:t>Head = new</a:t>
            </a:r>
            <a:r>
              <a:rPr lang="en-US"/>
              <a:t>(struct node)</a:t>
            </a:r>
            <a:endParaRPr lang="en-US" dirty="0"/>
          </a:p>
        </p:txBody>
      </p:sp>
      <p:sp>
        <p:nvSpPr>
          <p:cNvPr id="4" name="Slide Number Placeholder 3"/>
          <p:cNvSpPr>
            <a:spLocks noGrp="1"/>
          </p:cNvSpPr>
          <p:nvPr>
            <p:ph type="sldNum" sz="quarter" idx="5"/>
          </p:nvPr>
        </p:nvSpPr>
        <p:spPr/>
        <p:txBody>
          <a:bodyPr/>
          <a:lstStyle/>
          <a:p>
            <a:fld id="{3F766D6A-D958-4BB7-898A-61251ED72C68}" type="slidenum">
              <a:rPr lang="en-US" smtClean="0"/>
              <a:t>4</a:t>
            </a:fld>
            <a:endParaRPr lang="en-US"/>
          </a:p>
        </p:txBody>
      </p:sp>
    </p:spTree>
    <p:extLst>
      <p:ext uri="{BB962C8B-B14F-4D97-AF65-F5344CB8AC3E}">
        <p14:creationId xmlns:p14="http://schemas.microsoft.com/office/powerpoint/2010/main" val="2821037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7"/>
          <p:cNvSpPr>
            <a:spLocks noGrp="1" noChangeArrowheads="1"/>
          </p:cNvSpPr>
          <p:nvPr>
            <p:ph type="sldNum"/>
          </p:nvPr>
        </p:nvSpPr>
        <p:spPr>
          <a:ln/>
        </p:spPr>
        <p:txBody>
          <a:bodyPr/>
          <a:lstStyle/>
          <a:p>
            <a:fld id="{FB745764-1A9D-4C31-ADEB-9B67A2071BF9}" type="slidenum">
              <a:rPr lang="en-US">
                <a:solidFill>
                  <a:prstClr val="black"/>
                </a:solidFill>
              </a:rPr>
              <a:pPr/>
              <a:t>5</a:t>
            </a:fld>
            <a:endParaRPr lang="en-US">
              <a:solidFill>
                <a:prstClr val="black"/>
              </a:solidFill>
            </a:endParaRPr>
          </a:p>
        </p:txBody>
      </p:sp>
      <p:sp>
        <p:nvSpPr>
          <p:cNvPr id="185345" name="Text Box 1"/>
          <p:cNvSpPr txBox="1">
            <a:spLocks noChangeArrowheads="1"/>
          </p:cNvSpPr>
          <p:nvPr/>
        </p:nvSpPr>
        <p:spPr bwMode="auto">
          <a:xfrm>
            <a:off x="3886200" y="8721725"/>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nchor="b"/>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lgn="r">
              <a:buSzPct val="45000"/>
              <a:buFont typeface="Wingdings" panose="05000000000000000000" pitchFamily="2" charset="2"/>
              <a:buNone/>
            </a:pPr>
            <a:fld id="{3413D851-4243-4FC5-B7C8-1E73DC56BF40}" type="slidenum">
              <a:rPr lang="en-US" sz="1200" b="1">
                <a:solidFill>
                  <a:srgbClr val="000000"/>
                </a:solidFill>
                <a:ea typeface="DejaVu Sans" charset="0"/>
                <a:cs typeface="DejaVu Sans" charset="0"/>
              </a:rPr>
              <a:pPr algn="r">
                <a:buSzPct val="45000"/>
                <a:buFont typeface="Wingdings" panose="05000000000000000000" pitchFamily="2" charset="2"/>
                <a:buNone/>
              </a:pPr>
              <a:t>5</a:t>
            </a:fld>
            <a:endParaRPr lang="en-US" sz="1200" b="1">
              <a:solidFill>
                <a:srgbClr val="000000"/>
              </a:solidFill>
              <a:ea typeface="DejaVu Sans" charset="0"/>
              <a:cs typeface="DejaVu Sans" charset="0"/>
            </a:endParaRPr>
          </a:p>
        </p:txBody>
      </p:sp>
      <p:sp>
        <p:nvSpPr>
          <p:cNvPr id="185346" name="Text Box 2"/>
          <p:cNvSpPr txBox="1">
            <a:spLocks noChangeArrowheads="1"/>
          </p:cNvSpPr>
          <p:nvPr/>
        </p:nvSpPr>
        <p:spPr bwMode="auto">
          <a:xfrm>
            <a:off x="0" y="8721725"/>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nchor="b"/>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7" name="Text Box 3"/>
          <p:cNvSpPr txBox="1">
            <a:spLocks noChangeArrowheads="1"/>
          </p:cNvSpPr>
          <p:nvPr/>
        </p:nvSpPr>
        <p:spPr bwMode="auto">
          <a:xfrm>
            <a:off x="0" y="0"/>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8" name="Text Box 4"/>
          <p:cNvSpPr txBox="1">
            <a:spLocks noChangeArrowheads="1"/>
          </p:cNvSpPr>
          <p:nvPr/>
        </p:nvSpPr>
        <p:spPr bwMode="auto">
          <a:xfrm>
            <a:off x="3886200" y="0"/>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lgn="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9" name="Rectangle 5"/>
          <p:cNvSpPr txBox="1">
            <a:spLocks noGrp="1" noRot="1" noChangeAspect="1" noChangeArrowheads="1"/>
          </p:cNvSpPr>
          <p:nvPr>
            <p:ph type="sldImg"/>
          </p:nvPr>
        </p:nvSpPr>
        <p:spPr bwMode="auto">
          <a:xfrm>
            <a:off x="369888" y="688975"/>
            <a:ext cx="6118225"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5350" name="Rectangle 6"/>
          <p:cNvSpPr txBox="1">
            <a:spLocks noGrp="1" noChangeArrowheads="1"/>
          </p:cNvSpPr>
          <p:nvPr>
            <p:ph type="body" idx="1"/>
          </p:nvPr>
        </p:nvSpPr>
        <p:spPr bwMode="auto">
          <a:xfrm>
            <a:off x="223838" y="4360863"/>
            <a:ext cx="6434137" cy="41306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3311687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7"/>
          <p:cNvSpPr>
            <a:spLocks noGrp="1" noChangeArrowheads="1"/>
          </p:cNvSpPr>
          <p:nvPr>
            <p:ph type="sldNum"/>
          </p:nvPr>
        </p:nvSpPr>
        <p:spPr>
          <a:ln/>
        </p:spPr>
        <p:txBody>
          <a:bodyPr/>
          <a:lstStyle/>
          <a:p>
            <a:fld id="{FB745764-1A9D-4C31-ADEB-9B67A2071BF9}" type="slidenum">
              <a:rPr lang="en-US">
                <a:solidFill>
                  <a:prstClr val="black"/>
                </a:solidFill>
              </a:rPr>
              <a:pPr/>
              <a:t>6</a:t>
            </a:fld>
            <a:endParaRPr lang="en-US">
              <a:solidFill>
                <a:prstClr val="black"/>
              </a:solidFill>
            </a:endParaRPr>
          </a:p>
        </p:txBody>
      </p:sp>
      <p:sp>
        <p:nvSpPr>
          <p:cNvPr id="185345" name="Text Box 1"/>
          <p:cNvSpPr txBox="1">
            <a:spLocks noChangeArrowheads="1"/>
          </p:cNvSpPr>
          <p:nvPr/>
        </p:nvSpPr>
        <p:spPr bwMode="auto">
          <a:xfrm>
            <a:off x="3886200" y="8721725"/>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nchor="b"/>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lgn="r">
              <a:buSzPct val="45000"/>
              <a:buFont typeface="Wingdings" panose="05000000000000000000" pitchFamily="2" charset="2"/>
              <a:buNone/>
            </a:pPr>
            <a:fld id="{3413D851-4243-4FC5-B7C8-1E73DC56BF40}" type="slidenum">
              <a:rPr lang="en-US" sz="1200" b="1">
                <a:solidFill>
                  <a:srgbClr val="000000"/>
                </a:solidFill>
                <a:ea typeface="DejaVu Sans" charset="0"/>
                <a:cs typeface="DejaVu Sans" charset="0"/>
              </a:rPr>
              <a:pPr algn="r">
                <a:buSzPct val="45000"/>
                <a:buFont typeface="Wingdings" panose="05000000000000000000" pitchFamily="2" charset="2"/>
                <a:buNone/>
              </a:pPr>
              <a:t>6</a:t>
            </a:fld>
            <a:endParaRPr lang="en-US" sz="1200" b="1">
              <a:solidFill>
                <a:srgbClr val="000000"/>
              </a:solidFill>
              <a:ea typeface="DejaVu Sans" charset="0"/>
              <a:cs typeface="DejaVu Sans" charset="0"/>
            </a:endParaRPr>
          </a:p>
        </p:txBody>
      </p:sp>
      <p:sp>
        <p:nvSpPr>
          <p:cNvPr id="185346" name="Text Box 2"/>
          <p:cNvSpPr txBox="1">
            <a:spLocks noChangeArrowheads="1"/>
          </p:cNvSpPr>
          <p:nvPr/>
        </p:nvSpPr>
        <p:spPr bwMode="auto">
          <a:xfrm>
            <a:off x="0" y="8721725"/>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nchor="b"/>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7" name="Text Box 3"/>
          <p:cNvSpPr txBox="1">
            <a:spLocks noChangeArrowheads="1"/>
          </p:cNvSpPr>
          <p:nvPr/>
        </p:nvSpPr>
        <p:spPr bwMode="auto">
          <a:xfrm>
            <a:off x="0" y="0"/>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8" name="Text Box 4"/>
          <p:cNvSpPr txBox="1">
            <a:spLocks noChangeArrowheads="1"/>
          </p:cNvSpPr>
          <p:nvPr/>
        </p:nvSpPr>
        <p:spPr bwMode="auto">
          <a:xfrm>
            <a:off x="3886200" y="0"/>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lgn="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9" name="Rectangle 5"/>
          <p:cNvSpPr txBox="1">
            <a:spLocks noGrp="1" noRot="1" noChangeAspect="1" noChangeArrowheads="1"/>
          </p:cNvSpPr>
          <p:nvPr>
            <p:ph type="sldImg"/>
          </p:nvPr>
        </p:nvSpPr>
        <p:spPr bwMode="auto">
          <a:xfrm>
            <a:off x="369888" y="688975"/>
            <a:ext cx="6118225"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5350" name="Rectangle 6"/>
          <p:cNvSpPr txBox="1">
            <a:spLocks noGrp="1" noChangeArrowheads="1"/>
          </p:cNvSpPr>
          <p:nvPr>
            <p:ph type="body" idx="1"/>
          </p:nvPr>
        </p:nvSpPr>
        <p:spPr bwMode="auto">
          <a:xfrm>
            <a:off x="223838" y="4360863"/>
            <a:ext cx="6434137" cy="41306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33771359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7"/>
          <p:cNvSpPr>
            <a:spLocks noGrp="1" noChangeArrowheads="1"/>
          </p:cNvSpPr>
          <p:nvPr>
            <p:ph type="sldNum"/>
          </p:nvPr>
        </p:nvSpPr>
        <p:spPr>
          <a:ln/>
        </p:spPr>
        <p:txBody>
          <a:bodyPr/>
          <a:lstStyle/>
          <a:p>
            <a:fld id="{FB745764-1A9D-4C31-ADEB-9B67A2071BF9}" type="slidenum">
              <a:rPr lang="en-US">
                <a:solidFill>
                  <a:prstClr val="black"/>
                </a:solidFill>
              </a:rPr>
              <a:pPr/>
              <a:t>7</a:t>
            </a:fld>
            <a:endParaRPr lang="en-US">
              <a:solidFill>
                <a:prstClr val="black"/>
              </a:solidFill>
            </a:endParaRPr>
          </a:p>
        </p:txBody>
      </p:sp>
      <p:sp>
        <p:nvSpPr>
          <p:cNvPr id="185345" name="Text Box 1"/>
          <p:cNvSpPr txBox="1">
            <a:spLocks noChangeArrowheads="1"/>
          </p:cNvSpPr>
          <p:nvPr/>
        </p:nvSpPr>
        <p:spPr bwMode="auto">
          <a:xfrm>
            <a:off x="3886200" y="8721725"/>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nchor="b"/>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lgn="r">
              <a:buSzPct val="45000"/>
              <a:buFont typeface="Wingdings" panose="05000000000000000000" pitchFamily="2" charset="2"/>
              <a:buNone/>
            </a:pPr>
            <a:fld id="{3413D851-4243-4FC5-B7C8-1E73DC56BF40}" type="slidenum">
              <a:rPr lang="en-US" sz="1200" b="1">
                <a:solidFill>
                  <a:srgbClr val="000000"/>
                </a:solidFill>
                <a:ea typeface="DejaVu Sans" charset="0"/>
                <a:cs typeface="DejaVu Sans" charset="0"/>
              </a:rPr>
              <a:pPr algn="r">
                <a:buSzPct val="45000"/>
                <a:buFont typeface="Wingdings" panose="05000000000000000000" pitchFamily="2" charset="2"/>
                <a:buNone/>
              </a:pPr>
              <a:t>7</a:t>
            </a:fld>
            <a:endParaRPr lang="en-US" sz="1200" b="1">
              <a:solidFill>
                <a:srgbClr val="000000"/>
              </a:solidFill>
              <a:ea typeface="DejaVu Sans" charset="0"/>
              <a:cs typeface="DejaVu Sans" charset="0"/>
            </a:endParaRPr>
          </a:p>
        </p:txBody>
      </p:sp>
      <p:sp>
        <p:nvSpPr>
          <p:cNvPr id="185346" name="Text Box 2"/>
          <p:cNvSpPr txBox="1">
            <a:spLocks noChangeArrowheads="1"/>
          </p:cNvSpPr>
          <p:nvPr/>
        </p:nvSpPr>
        <p:spPr bwMode="auto">
          <a:xfrm>
            <a:off x="0" y="8721725"/>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nchor="b"/>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7" name="Text Box 3"/>
          <p:cNvSpPr txBox="1">
            <a:spLocks noChangeArrowheads="1"/>
          </p:cNvSpPr>
          <p:nvPr/>
        </p:nvSpPr>
        <p:spPr bwMode="auto">
          <a:xfrm>
            <a:off x="0" y="0"/>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8" name="Text Box 4"/>
          <p:cNvSpPr txBox="1">
            <a:spLocks noChangeArrowheads="1"/>
          </p:cNvSpPr>
          <p:nvPr/>
        </p:nvSpPr>
        <p:spPr bwMode="auto">
          <a:xfrm>
            <a:off x="3886200" y="0"/>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lgn="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9" name="Rectangle 5"/>
          <p:cNvSpPr txBox="1">
            <a:spLocks noGrp="1" noRot="1" noChangeAspect="1" noChangeArrowheads="1"/>
          </p:cNvSpPr>
          <p:nvPr>
            <p:ph type="sldImg"/>
          </p:nvPr>
        </p:nvSpPr>
        <p:spPr bwMode="auto">
          <a:xfrm>
            <a:off x="369888" y="688975"/>
            <a:ext cx="6118225"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5350" name="Rectangle 6"/>
          <p:cNvSpPr txBox="1">
            <a:spLocks noGrp="1" noChangeArrowheads="1"/>
          </p:cNvSpPr>
          <p:nvPr>
            <p:ph type="body" idx="1"/>
          </p:nvPr>
        </p:nvSpPr>
        <p:spPr bwMode="auto">
          <a:xfrm>
            <a:off x="223838" y="4360863"/>
            <a:ext cx="6434137" cy="41306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25106482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7"/>
          <p:cNvSpPr>
            <a:spLocks noGrp="1" noChangeArrowheads="1"/>
          </p:cNvSpPr>
          <p:nvPr>
            <p:ph type="sldNum"/>
          </p:nvPr>
        </p:nvSpPr>
        <p:spPr>
          <a:ln/>
        </p:spPr>
        <p:txBody>
          <a:bodyPr/>
          <a:lstStyle/>
          <a:p>
            <a:fld id="{FB745764-1A9D-4C31-ADEB-9B67A2071BF9}" type="slidenum">
              <a:rPr lang="en-US">
                <a:solidFill>
                  <a:prstClr val="black"/>
                </a:solidFill>
              </a:rPr>
              <a:pPr/>
              <a:t>8</a:t>
            </a:fld>
            <a:endParaRPr lang="en-US">
              <a:solidFill>
                <a:prstClr val="black"/>
              </a:solidFill>
            </a:endParaRPr>
          </a:p>
        </p:txBody>
      </p:sp>
      <p:sp>
        <p:nvSpPr>
          <p:cNvPr id="185345" name="Text Box 1"/>
          <p:cNvSpPr txBox="1">
            <a:spLocks noChangeArrowheads="1"/>
          </p:cNvSpPr>
          <p:nvPr/>
        </p:nvSpPr>
        <p:spPr bwMode="auto">
          <a:xfrm>
            <a:off x="3886200" y="8721725"/>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nchor="b"/>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lgn="r">
              <a:buSzPct val="45000"/>
              <a:buFont typeface="Wingdings" panose="05000000000000000000" pitchFamily="2" charset="2"/>
              <a:buNone/>
            </a:pPr>
            <a:fld id="{3413D851-4243-4FC5-B7C8-1E73DC56BF40}" type="slidenum">
              <a:rPr lang="en-US" sz="1200" b="1">
                <a:solidFill>
                  <a:srgbClr val="000000"/>
                </a:solidFill>
                <a:ea typeface="DejaVu Sans" charset="0"/>
                <a:cs typeface="DejaVu Sans" charset="0"/>
              </a:rPr>
              <a:pPr algn="r">
                <a:buSzPct val="45000"/>
                <a:buFont typeface="Wingdings" panose="05000000000000000000" pitchFamily="2" charset="2"/>
                <a:buNone/>
              </a:pPr>
              <a:t>8</a:t>
            </a:fld>
            <a:endParaRPr lang="en-US" sz="1200" b="1">
              <a:solidFill>
                <a:srgbClr val="000000"/>
              </a:solidFill>
              <a:ea typeface="DejaVu Sans" charset="0"/>
              <a:cs typeface="DejaVu Sans" charset="0"/>
            </a:endParaRPr>
          </a:p>
        </p:txBody>
      </p:sp>
      <p:sp>
        <p:nvSpPr>
          <p:cNvPr id="185346" name="Text Box 2"/>
          <p:cNvSpPr txBox="1">
            <a:spLocks noChangeArrowheads="1"/>
          </p:cNvSpPr>
          <p:nvPr/>
        </p:nvSpPr>
        <p:spPr bwMode="auto">
          <a:xfrm>
            <a:off x="0" y="8721725"/>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nchor="b"/>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7" name="Text Box 3"/>
          <p:cNvSpPr txBox="1">
            <a:spLocks noChangeArrowheads="1"/>
          </p:cNvSpPr>
          <p:nvPr/>
        </p:nvSpPr>
        <p:spPr bwMode="auto">
          <a:xfrm>
            <a:off x="0" y="0"/>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8" name="Text Box 4"/>
          <p:cNvSpPr txBox="1">
            <a:spLocks noChangeArrowheads="1"/>
          </p:cNvSpPr>
          <p:nvPr/>
        </p:nvSpPr>
        <p:spPr bwMode="auto">
          <a:xfrm>
            <a:off x="3886200" y="0"/>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lgn="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9" name="Rectangle 5"/>
          <p:cNvSpPr txBox="1">
            <a:spLocks noGrp="1" noRot="1" noChangeAspect="1" noChangeArrowheads="1"/>
          </p:cNvSpPr>
          <p:nvPr>
            <p:ph type="sldImg"/>
          </p:nvPr>
        </p:nvSpPr>
        <p:spPr bwMode="auto">
          <a:xfrm>
            <a:off x="369888" y="688975"/>
            <a:ext cx="6118225"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5350" name="Rectangle 6"/>
          <p:cNvSpPr txBox="1">
            <a:spLocks noGrp="1" noChangeArrowheads="1"/>
          </p:cNvSpPr>
          <p:nvPr>
            <p:ph type="body" idx="1"/>
          </p:nvPr>
        </p:nvSpPr>
        <p:spPr bwMode="auto">
          <a:xfrm>
            <a:off x="223838" y="4360863"/>
            <a:ext cx="6434137" cy="41306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3315538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dirty="0">
              <a:latin typeface="Arial" panose="020B0604020202020204" pitchFamily="34" charset="0"/>
              <a:ea typeface="Noto Sans CJK SC" charset="0"/>
              <a:cs typeface="Noto Sans CJK SC" charset="0"/>
            </a:endParaRPr>
          </a:p>
        </p:txBody>
      </p:sp>
      <p:sp>
        <p:nvSpPr>
          <p:cNvPr id="4" name="Slide Number Placeholder 3"/>
          <p:cNvSpPr>
            <a:spLocks noGrp="1"/>
          </p:cNvSpPr>
          <p:nvPr>
            <p:ph type="sldNum" sz="quarter" idx="5"/>
          </p:nvPr>
        </p:nvSpPr>
        <p:spPr/>
        <p:txBody>
          <a:bodyPr/>
          <a:lstStyle/>
          <a:p>
            <a:fld id="{A4DE04C5-1AD6-4988-801F-A2CA2774D824}" type="slidenum">
              <a:rPr lang="en-US" smtClean="0"/>
              <a:t>9</a:t>
            </a:fld>
            <a:endParaRPr lang="en-US"/>
          </a:p>
        </p:txBody>
      </p:sp>
    </p:spTree>
    <p:extLst>
      <p:ext uri="{BB962C8B-B14F-4D97-AF65-F5344CB8AC3E}">
        <p14:creationId xmlns:p14="http://schemas.microsoft.com/office/powerpoint/2010/main" val="17394869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dirty="0">
              <a:latin typeface="Arial" panose="020B0604020202020204" pitchFamily="34" charset="0"/>
              <a:ea typeface="Noto Sans CJK SC" charset="0"/>
              <a:cs typeface="Noto Sans CJK SC" charset="0"/>
            </a:endParaRPr>
          </a:p>
        </p:txBody>
      </p:sp>
      <p:sp>
        <p:nvSpPr>
          <p:cNvPr id="4" name="Slide Number Placeholder 3"/>
          <p:cNvSpPr>
            <a:spLocks noGrp="1"/>
          </p:cNvSpPr>
          <p:nvPr>
            <p:ph type="sldNum" sz="quarter" idx="5"/>
          </p:nvPr>
        </p:nvSpPr>
        <p:spPr/>
        <p:txBody>
          <a:bodyPr/>
          <a:lstStyle/>
          <a:p>
            <a:fld id="{A4DE04C5-1AD6-4988-801F-A2CA2774D824}" type="slidenum">
              <a:rPr lang="en-US" smtClean="0"/>
              <a:t>10</a:t>
            </a:fld>
            <a:endParaRPr lang="en-US"/>
          </a:p>
        </p:txBody>
      </p:sp>
    </p:spTree>
    <p:extLst>
      <p:ext uri="{BB962C8B-B14F-4D97-AF65-F5344CB8AC3E}">
        <p14:creationId xmlns:p14="http://schemas.microsoft.com/office/powerpoint/2010/main" val="40694620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dirty="0">
              <a:latin typeface="Arial" panose="020B0604020202020204" pitchFamily="34" charset="0"/>
              <a:ea typeface="Noto Sans CJK SC" charset="0"/>
              <a:cs typeface="Noto Sans CJK SC" charset="0"/>
            </a:endParaRPr>
          </a:p>
        </p:txBody>
      </p:sp>
      <p:sp>
        <p:nvSpPr>
          <p:cNvPr id="4" name="Slide Number Placeholder 3"/>
          <p:cNvSpPr>
            <a:spLocks noGrp="1"/>
          </p:cNvSpPr>
          <p:nvPr>
            <p:ph type="sldNum" sz="quarter" idx="5"/>
          </p:nvPr>
        </p:nvSpPr>
        <p:spPr/>
        <p:txBody>
          <a:bodyPr/>
          <a:lstStyle/>
          <a:p>
            <a:fld id="{A4DE04C5-1AD6-4988-801F-A2CA2774D824}" type="slidenum">
              <a:rPr lang="en-US" smtClean="0"/>
              <a:t>11</a:t>
            </a:fld>
            <a:endParaRPr lang="en-US"/>
          </a:p>
        </p:txBody>
      </p:sp>
    </p:spTree>
    <p:extLst>
      <p:ext uri="{BB962C8B-B14F-4D97-AF65-F5344CB8AC3E}">
        <p14:creationId xmlns:p14="http://schemas.microsoft.com/office/powerpoint/2010/main" val="18087672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dirty="0">
              <a:latin typeface="Arial" panose="020B0604020202020204" pitchFamily="34" charset="0"/>
              <a:ea typeface="Noto Sans CJK SC" charset="0"/>
              <a:cs typeface="Noto Sans CJK SC" charset="0"/>
            </a:endParaRPr>
          </a:p>
        </p:txBody>
      </p:sp>
      <p:sp>
        <p:nvSpPr>
          <p:cNvPr id="4" name="Slide Number Placeholder 3"/>
          <p:cNvSpPr>
            <a:spLocks noGrp="1"/>
          </p:cNvSpPr>
          <p:nvPr>
            <p:ph type="sldNum" sz="quarter" idx="5"/>
          </p:nvPr>
        </p:nvSpPr>
        <p:spPr/>
        <p:txBody>
          <a:bodyPr/>
          <a:lstStyle/>
          <a:p>
            <a:fld id="{A4DE04C5-1AD6-4988-801F-A2CA2774D824}" type="slidenum">
              <a:rPr lang="en-US" smtClean="0"/>
              <a:t>12</a:t>
            </a:fld>
            <a:endParaRPr lang="en-US"/>
          </a:p>
        </p:txBody>
      </p:sp>
    </p:spTree>
    <p:extLst>
      <p:ext uri="{BB962C8B-B14F-4D97-AF65-F5344CB8AC3E}">
        <p14:creationId xmlns:p14="http://schemas.microsoft.com/office/powerpoint/2010/main" val="19697281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7"/>
          <p:cNvSpPr>
            <a:spLocks noGrp="1" noChangeArrowheads="1"/>
          </p:cNvSpPr>
          <p:nvPr>
            <p:ph type="sldNum"/>
          </p:nvPr>
        </p:nvSpPr>
        <p:spPr>
          <a:ln/>
        </p:spPr>
        <p:txBody>
          <a:bodyPr/>
          <a:lstStyle/>
          <a:p>
            <a:fld id="{FB745764-1A9D-4C31-ADEB-9B67A2071BF9}" type="slidenum">
              <a:rPr lang="en-US">
                <a:solidFill>
                  <a:prstClr val="black"/>
                </a:solidFill>
              </a:rPr>
              <a:pPr/>
              <a:t>13</a:t>
            </a:fld>
            <a:endParaRPr lang="en-US">
              <a:solidFill>
                <a:prstClr val="black"/>
              </a:solidFill>
            </a:endParaRPr>
          </a:p>
        </p:txBody>
      </p:sp>
      <p:sp>
        <p:nvSpPr>
          <p:cNvPr id="185345" name="Text Box 1"/>
          <p:cNvSpPr txBox="1">
            <a:spLocks noChangeArrowheads="1"/>
          </p:cNvSpPr>
          <p:nvPr/>
        </p:nvSpPr>
        <p:spPr bwMode="auto">
          <a:xfrm>
            <a:off x="3886200" y="8721725"/>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nchor="b"/>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lgn="r">
              <a:buSzPct val="45000"/>
              <a:buFont typeface="Wingdings" panose="05000000000000000000" pitchFamily="2" charset="2"/>
              <a:buNone/>
            </a:pPr>
            <a:fld id="{3413D851-4243-4FC5-B7C8-1E73DC56BF40}" type="slidenum">
              <a:rPr lang="en-US" sz="1200" b="1">
                <a:solidFill>
                  <a:srgbClr val="000000"/>
                </a:solidFill>
                <a:ea typeface="DejaVu Sans" charset="0"/>
                <a:cs typeface="DejaVu Sans" charset="0"/>
              </a:rPr>
              <a:pPr algn="r">
                <a:buSzPct val="45000"/>
                <a:buFont typeface="Wingdings" panose="05000000000000000000" pitchFamily="2" charset="2"/>
                <a:buNone/>
              </a:pPr>
              <a:t>13</a:t>
            </a:fld>
            <a:endParaRPr lang="en-US" sz="1200" b="1">
              <a:solidFill>
                <a:srgbClr val="000000"/>
              </a:solidFill>
              <a:ea typeface="DejaVu Sans" charset="0"/>
              <a:cs typeface="DejaVu Sans" charset="0"/>
            </a:endParaRPr>
          </a:p>
        </p:txBody>
      </p:sp>
      <p:sp>
        <p:nvSpPr>
          <p:cNvPr id="185346" name="Text Box 2"/>
          <p:cNvSpPr txBox="1">
            <a:spLocks noChangeArrowheads="1"/>
          </p:cNvSpPr>
          <p:nvPr/>
        </p:nvSpPr>
        <p:spPr bwMode="auto">
          <a:xfrm>
            <a:off x="0" y="8721725"/>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nchor="b"/>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7" name="Text Box 3"/>
          <p:cNvSpPr txBox="1">
            <a:spLocks noChangeArrowheads="1"/>
          </p:cNvSpPr>
          <p:nvPr/>
        </p:nvSpPr>
        <p:spPr bwMode="auto">
          <a:xfrm>
            <a:off x="0" y="0"/>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8" name="Text Box 4"/>
          <p:cNvSpPr txBox="1">
            <a:spLocks noChangeArrowheads="1"/>
          </p:cNvSpPr>
          <p:nvPr/>
        </p:nvSpPr>
        <p:spPr bwMode="auto">
          <a:xfrm>
            <a:off x="3886200" y="0"/>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lgn="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9" name="Rectangle 5"/>
          <p:cNvSpPr txBox="1">
            <a:spLocks noGrp="1" noRot="1" noChangeAspect="1" noChangeArrowheads="1"/>
          </p:cNvSpPr>
          <p:nvPr>
            <p:ph type="sldImg"/>
          </p:nvPr>
        </p:nvSpPr>
        <p:spPr bwMode="auto">
          <a:xfrm>
            <a:off x="369888" y="688975"/>
            <a:ext cx="6118225"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5350" name="Rectangle 6"/>
          <p:cNvSpPr txBox="1">
            <a:spLocks noGrp="1" noChangeArrowheads="1"/>
          </p:cNvSpPr>
          <p:nvPr>
            <p:ph type="body" idx="1"/>
          </p:nvPr>
        </p:nvSpPr>
        <p:spPr bwMode="auto">
          <a:xfrm>
            <a:off x="223838" y="4360863"/>
            <a:ext cx="6434137" cy="41306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33827489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dirty="0">
              <a:latin typeface="Arial" panose="020B0604020202020204" pitchFamily="34" charset="0"/>
              <a:ea typeface="Noto Sans CJK SC" charset="0"/>
              <a:cs typeface="Noto Sans CJK SC" charset="0"/>
            </a:endParaRPr>
          </a:p>
        </p:txBody>
      </p:sp>
      <p:sp>
        <p:nvSpPr>
          <p:cNvPr id="4" name="Slide Number Placeholder 3"/>
          <p:cNvSpPr>
            <a:spLocks noGrp="1"/>
          </p:cNvSpPr>
          <p:nvPr>
            <p:ph type="sldNum" sz="quarter" idx="5"/>
          </p:nvPr>
        </p:nvSpPr>
        <p:spPr/>
        <p:txBody>
          <a:bodyPr/>
          <a:lstStyle/>
          <a:p>
            <a:fld id="{A4DE04C5-1AD6-4988-801F-A2CA2774D824}" type="slidenum">
              <a:rPr lang="en-US" smtClean="0"/>
              <a:t>14</a:t>
            </a:fld>
            <a:endParaRPr lang="en-US"/>
          </a:p>
        </p:txBody>
      </p:sp>
    </p:spTree>
    <p:extLst>
      <p:ext uri="{BB962C8B-B14F-4D97-AF65-F5344CB8AC3E}">
        <p14:creationId xmlns:p14="http://schemas.microsoft.com/office/powerpoint/2010/main" val="24469993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dirty="0">
              <a:latin typeface="Arial" panose="020B0604020202020204" pitchFamily="34" charset="0"/>
              <a:ea typeface="Noto Sans CJK SC" charset="0"/>
              <a:cs typeface="Noto Sans CJK SC" charset="0"/>
            </a:endParaRPr>
          </a:p>
        </p:txBody>
      </p:sp>
      <p:sp>
        <p:nvSpPr>
          <p:cNvPr id="4" name="Slide Number Placeholder 3"/>
          <p:cNvSpPr>
            <a:spLocks noGrp="1"/>
          </p:cNvSpPr>
          <p:nvPr>
            <p:ph type="sldNum" sz="quarter" idx="5"/>
          </p:nvPr>
        </p:nvSpPr>
        <p:spPr/>
        <p:txBody>
          <a:bodyPr/>
          <a:lstStyle/>
          <a:p>
            <a:fld id="{A4DE04C5-1AD6-4988-801F-A2CA2774D824}" type="slidenum">
              <a:rPr lang="en-US" smtClean="0"/>
              <a:t>15</a:t>
            </a:fld>
            <a:endParaRPr lang="en-US"/>
          </a:p>
        </p:txBody>
      </p:sp>
    </p:spTree>
    <p:extLst>
      <p:ext uri="{BB962C8B-B14F-4D97-AF65-F5344CB8AC3E}">
        <p14:creationId xmlns:p14="http://schemas.microsoft.com/office/powerpoint/2010/main" val="14906537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7"/>
          <p:cNvSpPr>
            <a:spLocks noGrp="1" noChangeArrowheads="1"/>
          </p:cNvSpPr>
          <p:nvPr>
            <p:ph type="sldNum"/>
          </p:nvPr>
        </p:nvSpPr>
        <p:spPr>
          <a:ln/>
        </p:spPr>
        <p:txBody>
          <a:bodyPr/>
          <a:lstStyle/>
          <a:p>
            <a:fld id="{FB745764-1A9D-4C31-ADEB-9B67A2071BF9}" type="slidenum">
              <a:rPr lang="en-US">
                <a:solidFill>
                  <a:prstClr val="black"/>
                </a:solidFill>
              </a:rPr>
              <a:pPr/>
              <a:t>16</a:t>
            </a:fld>
            <a:endParaRPr lang="en-US">
              <a:solidFill>
                <a:prstClr val="black"/>
              </a:solidFill>
            </a:endParaRPr>
          </a:p>
        </p:txBody>
      </p:sp>
      <p:sp>
        <p:nvSpPr>
          <p:cNvPr id="185345" name="Text Box 1"/>
          <p:cNvSpPr txBox="1">
            <a:spLocks noChangeArrowheads="1"/>
          </p:cNvSpPr>
          <p:nvPr/>
        </p:nvSpPr>
        <p:spPr bwMode="auto">
          <a:xfrm>
            <a:off x="3886200" y="8721725"/>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nchor="b"/>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lgn="r">
              <a:buSzPct val="45000"/>
              <a:buFont typeface="Wingdings" panose="05000000000000000000" pitchFamily="2" charset="2"/>
              <a:buNone/>
            </a:pPr>
            <a:fld id="{3413D851-4243-4FC5-B7C8-1E73DC56BF40}" type="slidenum">
              <a:rPr lang="en-US" sz="1200" b="1">
                <a:solidFill>
                  <a:srgbClr val="000000"/>
                </a:solidFill>
                <a:ea typeface="DejaVu Sans" charset="0"/>
                <a:cs typeface="DejaVu Sans" charset="0"/>
              </a:rPr>
              <a:pPr algn="r">
                <a:buSzPct val="45000"/>
                <a:buFont typeface="Wingdings" panose="05000000000000000000" pitchFamily="2" charset="2"/>
                <a:buNone/>
              </a:pPr>
              <a:t>16</a:t>
            </a:fld>
            <a:endParaRPr lang="en-US" sz="1200" b="1">
              <a:solidFill>
                <a:srgbClr val="000000"/>
              </a:solidFill>
              <a:ea typeface="DejaVu Sans" charset="0"/>
              <a:cs typeface="DejaVu Sans" charset="0"/>
            </a:endParaRPr>
          </a:p>
        </p:txBody>
      </p:sp>
      <p:sp>
        <p:nvSpPr>
          <p:cNvPr id="185346" name="Text Box 2"/>
          <p:cNvSpPr txBox="1">
            <a:spLocks noChangeArrowheads="1"/>
          </p:cNvSpPr>
          <p:nvPr/>
        </p:nvSpPr>
        <p:spPr bwMode="auto">
          <a:xfrm>
            <a:off x="0" y="8721725"/>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nchor="b"/>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7" name="Text Box 3"/>
          <p:cNvSpPr txBox="1">
            <a:spLocks noChangeArrowheads="1"/>
          </p:cNvSpPr>
          <p:nvPr/>
        </p:nvSpPr>
        <p:spPr bwMode="auto">
          <a:xfrm>
            <a:off x="0" y="0"/>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8" name="Text Box 4"/>
          <p:cNvSpPr txBox="1">
            <a:spLocks noChangeArrowheads="1"/>
          </p:cNvSpPr>
          <p:nvPr/>
        </p:nvSpPr>
        <p:spPr bwMode="auto">
          <a:xfrm>
            <a:off x="3886200" y="0"/>
            <a:ext cx="2971800" cy="45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1800" rIns="91800"/>
          <a:lstStyle>
            <a:lvl1pPr marL="215900" indent="-21590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1pPr>
            <a:lvl2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2pPr>
            <a:lvl3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3pPr>
            <a:lvl4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4pPr>
            <a:lvl5pPr>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5988" algn="l"/>
                <a:tab pos="1833563" algn="l"/>
                <a:tab pos="2751138" algn="l"/>
                <a:tab pos="3668713" algn="l"/>
                <a:tab pos="4586288" algn="l"/>
                <a:tab pos="5503863" algn="l"/>
                <a:tab pos="6421438" algn="l"/>
                <a:tab pos="7339013" algn="l"/>
                <a:tab pos="8256588" algn="l"/>
                <a:tab pos="9174163" algn="l"/>
                <a:tab pos="10091738" algn="l"/>
              </a:tabLst>
              <a:defRPr sz="2400">
                <a:solidFill>
                  <a:srgbClr val="003366"/>
                </a:solidFill>
                <a:latin typeface="Times New Roman" panose="02020603050405020304" pitchFamily="18" charset="0"/>
                <a:ea typeface="Noto Sans CJK SC" charset="0"/>
                <a:cs typeface="Noto Sans CJK SC" charset="0"/>
              </a:defRPr>
            </a:lvl9pPr>
          </a:lstStyle>
          <a:p>
            <a:pPr algn="r">
              <a:buSzPct val="45000"/>
              <a:buFont typeface="Wingdings" panose="05000000000000000000" pitchFamily="2" charset="2"/>
              <a:buNone/>
            </a:pPr>
            <a:endParaRPr lang="en-US" sz="1200" b="1">
              <a:solidFill>
                <a:srgbClr val="000000"/>
              </a:solidFill>
              <a:ea typeface="DejaVu Sans" charset="0"/>
              <a:cs typeface="DejaVu Sans" charset="0"/>
            </a:endParaRPr>
          </a:p>
        </p:txBody>
      </p:sp>
      <p:sp>
        <p:nvSpPr>
          <p:cNvPr id="185349" name="Rectangle 5"/>
          <p:cNvSpPr txBox="1">
            <a:spLocks noGrp="1" noRot="1" noChangeAspect="1" noChangeArrowheads="1"/>
          </p:cNvSpPr>
          <p:nvPr>
            <p:ph type="sldImg"/>
          </p:nvPr>
        </p:nvSpPr>
        <p:spPr bwMode="auto">
          <a:xfrm>
            <a:off x="369888" y="688975"/>
            <a:ext cx="6118225"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5350" name="Rectangle 6"/>
          <p:cNvSpPr txBox="1">
            <a:spLocks noGrp="1" noChangeArrowheads="1"/>
          </p:cNvSpPr>
          <p:nvPr>
            <p:ph type="body" idx="1"/>
          </p:nvPr>
        </p:nvSpPr>
        <p:spPr bwMode="auto">
          <a:xfrm>
            <a:off x="223838" y="4360863"/>
            <a:ext cx="6434137" cy="41306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3907357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dirty="0">
              <a:latin typeface="Arial" panose="020B0604020202020204" pitchFamily="34" charset="0"/>
              <a:ea typeface="Noto Sans CJK SC" charset="0"/>
              <a:cs typeface="Noto Sans CJK SC" charset="0"/>
            </a:endParaRPr>
          </a:p>
        </p:txBody>
      </p:sp>
      <p:sp>
        <p:nvSpPr>
          <p:cNvPr id="4" name="Slide Number Placeholder 3"/>
          <p:cNvSpPr>
            <a:spLocks noGrp="1"/>
          </p:cNvSpPr>
          <p:nvPr>
            <p:ph type="sldNum" sz="quarter" idx="5"/>
          </p:nvPr>
        </p:nvSpPr>
        <p:spPr/>
        <p:txBody>
          <a:bodyPr/>
          <a:lstStyle/>
          <a:p>
            <a:fld id="{A4DE04C5-1AD6-4988-801F-A2CA2774D824}" type="slidenum">
              <a:rPr lang="en-US" smtClean="0"/>
              <a:t>17</a:t>
            </a:fld>
            <a:endParaRPr lang="en-US"/>
          </a:p>
        </p:txBody>
      </p:sp>
    </p:spTree>
    <p:extLst>
      <p:ext uri="{BB962C8B-B14F-4D97-AF65-F5344CB8AC3E}">
        <p14:creationId xmlns:p14="http://schemas.microsoft.com/office/powerpoint/2010/main" val="41715486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dirty="0">
              <a:latin typeface="Arial" panose="020B0604020202020204" pitchFamily="34" charset="0"/>
              <a:ea typeface="Noto Sans CJK SC" charset="0"/>
              <a:cs typeface="Noto Sans CJK SC" charset="0"/>
            </a:endParaRPr>
          </a:p>
        </p:txBody>
      </p:sp>
      <p:sp>
        <p:nvSpPr>
          <p:cNvPr id="4" name="Slide Number Placeholder 3"/>
          <p:cNvSpPr>
            <a:spLocks noGrp="1"/>
          </p:cNvSpPr>
          <p:nvPr>
            <p:ph type="sldNum" sz="quarter" idx="5"/>
          </p:nvPr>
        </p:nvSpPr>
        <p:spPr/>
        <p:txBody>
          <a:bodyPr/>
          <a:lstStyle/>
          <a:p>
            <a:fld id="{A4DE04C5-1AD6-4988-801F-A2CA2774D824}" type="slidenum">
              <a:rPr lang="en-US" smtClean="0"/>
              <a:t>18</a:t>
            </a:fld>
            <a:endParaRPr lang="en-US"/>
          </a:p>
        </p:txBody>
      </p:sp>
    </p:spTree>
    <p:extLst>
      <p:ext uri="{BB962C8B-B14F-4D97-AF65-F5344CB8AC3E}">
        <p14:creationId xmlns:p14="http://schemas.microsoft.com/office/powerpoint/2010/main" val="30697705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dirty="0">
              <a:latin typeface="Arial" panose="020B0604020202020204" pitchFamily="34" charset="0"/>
              <a:ea typeface="Noto Sans CJK SC" charset="0"/>
              <a:cs typeface="Noto Sans CJK SC" charset="0"/>
            </a:endParaRPr>
          </a:p>
        </p:txBody>
      </p:sp>
      <p:sp>
        <p:nvSpPr>
          <p:cNvPr id="4" name="Slide Number Placeholder 3"/>
          <p:cNvSpPr>
            <a:spLocks noGrp="1"/>
          </p:cNvSpPr>
          <p:nvPr>
            <p:ph type="sldNum" sz="quarter" idx="5"/>
          </p:nvPr>
        </p:nvSpPr>
        <p:spPr/>
        <p:txBody>
          <a:bodyPr/>
          <a:lstStyle/>
          <a:p>
            <a:fld id="{A4DE04C5-1AD6-4988-801F-A2CA2774D824}" type="slidenum">
              <a:rPr lang="en-US" smtClean="0"/>
              <a:t>19</a:t>
            </a:fld>
            <a:endParaRPr lang="en-US"/>
          </a:p>
        </p:txBody>
      </p:sp>
    </p:spTree>
    <p:extLst>
      <p:ext uri="{BB962C8B-B14F-4D97-AF65-F5344CB8AC3E}">
        <p14:creationId xmlns:p14="http://schemas.microsoft.com/office/powerpoint/2010/main" val="1689501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dirty="0">
              <a:latin typeface="Arial" panose="020B0604020202020204" pitchFamily="34" charset="0"/>
              <a:ea typeface="Noto Sans CJK SC" charset="0"/>
              <a:cs typeface="Noto Sans CJK SC" charset="0"/>
            </a:endParaRPr>
          </a:p>
        </p:txBody>
      </p:sp>
      <p:sp>
        <p:nvSpPr>
          <p:cNvPr id="4" name="Slide Number Placeholder 3"/>
          <p:cNvSpPr>
            <a:spLocks noGrp="1"/>
          </p:cNvSpPr>
          <p:nvPr>
            <p:ph type="sldNum" sz="quarter" idx="5"/>
          </p:nvPr>
        </p:nvSpPr>
        <p:spPr/>
        <p:txBody>
          <a:bodyPr/>
          <a:lstStyle/>
          <a:p>
            <a:fld id="{A4DE04C5-1AD6-4988-801F-A2CA2774D824}" type="slidenum">
              <a:rPr lang="en-US" smtClean="0"/>
              <a:t>20</a:t>
            </a:fld>
            <a:endParaRPr lang="en-US"/>
          </a:p>
        </p:txBody>
      </p:sp>
    </p:spTree>
    <p:extLst>
      <p:ext uri="{BB962C8B-B14F-4D97-AF65-F5344CB8AC3E}">
        <p14:creationId xmlns:p14="http://schemas.microsoft.com/office/powerpoint/2010/main" val="2540967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dirty="0">
              <a:latin typeface="Arial" panose="020B0604020202020204" pitchFamily="34" charset="0"/>
              <a:ea typeface="Noto Sans CJK SC" charset="0"/>
              <a:cs typeface="Noto Sans CJK SC" charset="0"/>
            </a:endParaRPr>
          </a:p>
        </p:txBody>
      </p:sp>
      <p:sp>
        <p:nvSpPr>
          <p:cNvPr id="4" name="Slide Number Placeholder 3"/>
          <p:cNvSpPr>
            <a:spLocks noGrp="1"/>
          </p:cNvSpPr>
          <p:nvPr>
            <p:ph type="sldNum" sz="quarter" idx="5"/>
          </p:nvPr>
        </p:nvSpPr>
        <p:spPr/>
        <p:txBody>
          <a:bodyPr/>
          <a:lstStyle/>
          <a:p>
            <a:fld id="{A4DE04C5-1AD6-4988-801F-A2CA2774D824}" type="slidenum">
              <a:rPr lang="en-US" smtClean="0"/>
              <a:t>21</a:t>
            </a:fld>
            <a:endParaRPr lang="en-US"/>
          </a:p>
        </p:txBody>
      </p:sp>
    </p:spTree>
    <p:extLst>
      <p:ext uri="{BB962C8B-B14F-4D97-AF65-F5344CB8AC3E}">
        <p14:creationId xmlns:p14="http://schemas.microsoft.com/office/powerpoint/2010/main" val="4644416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dirty="0">
              <a:latin typeface="Arial" panose="020B0604020202020204" pitchFamily="34" charset="0"/>
              <a:ea typeface="Noto Sans CJK SC" charset="0"/>
              <a:cs typeface="Noto Sans CJK SC" charset="0"/>
            </a:endParaRPr>
          </a:p>
        </p:txBody>
      </p:sp>
      <p:sp>
        <p:nvSpPr>
          <p:cNvPr id="4" name="Slide Number Placeholder 3"/>
          <p:cNvSpPr>
            <a:spLocks noGrp="1"/>
          </p:cNvSpPr>
          <p:nvPr>
            <p:ph type="sldNum" sz="quarter" idx="5"/>
          </p:nvPr>
        </p:nvSpPr>
        <p:spPr/>
        <p:txBody>
          <a:bodyPr/>
          <a:lstStyle/>
          <a:p>
            <a:fld id="{A4DE04C5-1AD6-4988-801F-A2CA2774D824}" type="slidenum">
              <a:rPr lang="en-US" smtClean="0"/>
              <a:t>22</a:t>
            </a:fld>
            <a:endParaRPr lang="en-US"/>
          </a:p>
        </p:txBody>
      </p:sp>
    </p:spTree>
    <p:extLst>
      <p:ext uri="{BB962C8B-B14F-4D97-AF65-F5344CB8AC3E}">
        <p14:creationId xmlns:p14="http://schemas.microsoft.com/office/powerpoint/2010/main" val="2427089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GB" dirty="0">
              <a:latin typeface="Arial" panose="020B0604020202020204" pitchFamily="34" charset="0"/>
              <a:ea typeface="Noto Sans CJK SC" charset="0"/>
              <a:cs typeface="Noto Sans CJK SC" charset="0"/>
            </a:endParaRPr>
          </a:p>
        </p:txBody>
      </p:sp>
      <p:sp>
        <p:nvSpPr>
          <p:cNvPr id="4" name="Slide Number Placeholder 3"/>
          <p:cNvSpPr>
            <a:spLocks noGrp="1"/>
          </p:cNvSpPr>
          <p:nvPr>
            <p:ph type="sldNum" sz="quarter" idx="5"/>
          </p:nvPr>
        </p:nvSpPr>
        <p:spPr/>
        <p:txBody>
          <a:bodyPr/>
          <a:lstStyle/>
          <a:p>
            <a:fld id="{A4DE04C5-1AD6-4988-801F-A2CA2774D824}" type="slidenum">
              <a:rPr lang="en-US" smtClean="0"/>
              <a:t>23</a:t>
            </a:fld>
            <a:endParaRPr lang="en-US"/>
          </a:p>
        </p:txBody>
      </p:sp>
    </p:spTree>
    <p:extLst>
      <p:ext uri="{BB962C8B-B14F-4D97-AF65-F5344CB8AC3E}">
        <p14:creationId xmlns:p14="http://schemas.microsoft.com/office/powerpoint/2010/main" val="84366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Lecture 2</a:t>
            </a:r>
          </a:p>
        </p:txBody>
      </p:sp>
      <p:sp>
        <p:nvSpPr>
          <p:cNvPr id="5" name="Footer Placeholder 4"/>
          <p:cNvSpPr>
            <a:spLocks noGrp="1"/>
          </p:cNvSpPr>
          <p:nvPr>
            <p:ph type="ftr" sz="quarter" idx="11"/>
          </p:nvPr>
        </p:nvSpPr>
        <p:spPr/>
        <p:txBody>
          <a:bodyPr/>
          <a:lstStyle/>
          <a:p>
            <a:r>
              <a:rPr lang="en-US"/>
              <a:t>Object-Oriented Programming</a:t>
            </a:r>
          </a:p>
        </p:txBody>
      </p:sp>
      <p:sp>
        <p:nvSpPr>
          <p:cNvPr id="6" name="Slide Number Placeholder 5"/>
          <p:cNvSpPr>
            <a:spLocks noGrp="1"/>
          </p:cNvSpPr>
          <p:nvPr>
            <p:ph type="sldNum" sz="quarter" idx="12"/>
          </p:nvPr>
        </p:nvSpPr>
        <p:spPr/>
        <p:txBody>
          <a:bodyPr/>
          <a:lstStyle/>
          <a:p>
            <a:fld id="{938FCA96-F313-4D0B-BA7B-A6A3793754D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5479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Lecture 2</a:t>
            </a:r>
          </a:p>
        </p:txBody>
      </p:sp>
      <p:sp>
        <p:nvSpPr>
          <p:cNvPr id="5" name="Footer Placeholder 4"/>
          <p:cNvSpPr>
            <a:spLocks noGrp="1"/>
          </p:cNvSpPr>
          <p:nvPr>
            <p:ph type="ftr" sz="quarter" idx="11"/>
          </p:nvPr>
        </p:nvSpPr>
        <p:spPr/>
        <p:txBody>
          <a:bodyPr/>
          <a:lstStyle/>
          <a:p>
            <a:r>
              <a:rPr lang="en-US"/>
              <a:t>Object-Oriented Programming</a:t>
            </a:r>
          </a:p>
        </p:txBody>
      </p:sp>
      <p:sp>
        <p:nvSpPr>
          <p:cNvPr id="6" name="Slide Number Placeholder 5"/>
          <p:cNvSpPr>
            <a:spLocks noGrp="1"/>
          </p:cNvSpPr>
          <p:nvPr>
            <p:ph type="sldNum" sz="quarter" idx="12"/>
          </p:nvPr>
        </p:nvSpPr>
        <p:spPr/>
        <p:txBody>
          <a:bodyPr/>
          <a:lstStyle/>
          <a:p>
            <a:fld id="{938FCA96-F313-4D0B-BA7B-A6A3793754D7}" type="slidenum">
              <a:rPr lang="en-US" smtClean="0"/>
              <a:t>‹#›</a:t>
            </a:fld>
            <a:endParaRPr lang="en-US"/>
          </a:p>
        </p:txBody>
      </p:sp>
    </p:spTree>
    <p:extLst>
      <p:ext uri="{BB962C8B-B14F-4D97-AF65-F5344CB8AC3E}">
        <p14:creationId xmlns:p14="http://schemas.microsoft.com/office/powerpoint/2010/main" val="1905716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Lecture 2</a:t>
            </a:r>
          </a:p>
        </p:txBody>
      </p:sp>
      <p:sp>
        <p:nvSpPr>
          <p:cNvPr id="5" name="Footer Placeholder 4"/>
          <p:cNvSpPr>
            <a:spLocks noGrp="1"/>
          </p:cNvSpPr>
          <p:nvPr>
            <p:ph type="ftr" sz="quarter" idx="11"/>
          </p:nvPr>
        </p:nvSpPr>
        <p:spPr/>
        <p:txBody>
          <a:bodyPr/>
          <a:lstStyle/>
          <a:p>
            <a:r>
              <a:rPr lang="en-US"/>
              <a:t>Object-Oriented Programming</a:t>
            </a:r>
          </a:p>
        </p:txBody>
      </p:sp>
      <p:sp>
        <p:nvSpPr>
          <p:cNvPr id="6" name="Slide Number Placeholder 5"/>
          <p:cNvSpPr>
            <a:spLocks noGrp="1"/>
          </p:cNvSpPr>
          <p:nvPr>
            <p:ph type="sldNum" sz="quarter" idx="12"/>
          </p:nvPr>
        </p:nvSpPr>
        <p:spPr/>
        <p:txBody>
          <a:bodyPr/>
          <a:lstStyle/>
          <a:p>
            <a:fld id="{938FCA96-F313-4D0B-BA7B-A6A3793754D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1024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Lecture 2</a:t>
            </a:r>
          </a:p>
        </p:txBody>
      </p:sp>
      <p:sp>
        <p:nvSpPr>
          <p:cNvPr id="6" name="Footer Placeholder 5"/>
          <p:cNvSpPr>
            <a:spLocks noGrp="1"/>
          </p:cNvSpPr>
          <p:nvPr>
            <p:ph type="ftr" sz="quarter" idx="11"/>
          </p:nvPr>
        </p:nvSpPr>
        <p:spPr/>
        <p:txBody>
          <a:bodyPr/>
          <a:lstStyle/>
          <a:p>
            <a:r>
              <a:rPr lang="en-US"/>
              <a:t>Object-Oriented Programming</a:t>
            </a:r>
          </a:p>
        </p:txBody>
      </p:sp>
      <p:sp>
        <p:nvSpPr>
          <p:cNvPr id="7" name="Slide Number Placeholder 6"/>
          <p:cNvSpPr>
            <a:spLocks noGrp="1"/>
          </p:cNvSpPr>
          <p:nvPr>
            <p:ph type="sldNum" sz="quarter" idx="12"/>
          </p:nvPr>
        </p:nvSpPr>
        <p:spPr/>
        <p:txBody>
          <a:bodyPr/>
          <a:lstStyle/>
          <a:p>
            <a:fld id="{938FCA96-F313-4D0B-BA7B-A6A3793754D7}" type="slidenum">
              <a:rPr lang="en-US" smtClean="0"/>
              <a:t>‹#›</a:t>
            </a:fld>
            <a:endParaRPr lang="en-US"/>
          </a:p>
        </p:txBody>
      </p:sp>
    </p:spTree>
    <p:extLst>
      <p:ext uri="{BB962C8B-B14F-4D97-AF65-F5344CB8AC3E}">
        <p14:creationId xmlns:p14="http://schemas.microsoft.com/office/powerpoint/2010/main" val="1286347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Lecture 2</a:t>
            </a:r>
          </a:p>
        </p:txBody>
      </p:sp>
      <p:sp>
        <p:nvSpPr>
          <p:cNvPr id="8" name="Footer Placeholder 7"/>
          <p:cNvSpPr>
            <a:spLocks noGrp="1"/>
          </p:cNvSpPr>
          <p:nvPr>
            <p:ph type="ftr" sz="quarter" idx="11"/>
          </p:nvPr>
        </p:nvSpPr>
        <p:spPr/>
        <p:txBody>
          <a:bodyPr/>
          <a:lstStyle/>
          <a:p>
            <a:r>
              <a:rPr lang="en-US"/>
              <a:t>Object-Oriented Programming</a:t>
            </a:r>
          </a:p>
        </p:txBody>
      </p:sp>
      <p:sp>
        <p:nvSpPr>
          <p:cNvPr id="9" name="Slide Number Placeholder 8"/>
          <p:cNvSpPr>
            <a:spLocks noGrp="1"/>
          </p:cNvSpPr>
          <p:nvPr>
            <p:ph type="sldNum" sz="quarter" idx="12"/>
          </p:nvPr>
        </p:nvSpPr>
        <p:spPr/>
        <p:txBody>
          <a:bodyPr/>
          <a:lstStyle/>
          <a:p>
            <a:fld id="{938FCA96-F313-4D0B-BA7B-A6A3793754D7}" type="slidenum">
              <a:rPr lang="en-US" smtClean="0"/>
              <a:t>‹#›</a:t>
            </a:fld>
            <a:endParaRPr lang="en-US"/>
          </a:p>
        </p:txBody>
      </p:sp>
    </p:spTree>
    <p:extLst>
      <p:ext uri="{BB962C8B-B14F-4D97-AF65-F5344CB8AC3E}">
        <p14:creationId xmlns:p14="http://schemas.microsoft.com/office/powerpoint/2010/main" val="307892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Lecture 2</a:t>
            </a:r>
          </a:p>
        </p:txBody>
      </p:sp>
      <p:sp>
        <p:nvSpPr>
          <p:cNvPr id="4" name="Footer Placeholder 3"/>
          <p:cNvSpPr>
            <a:spLocks noGrp="1"/>
          </p:cNvSpPr>
          <p:nvPr>
            <p:ph type="ftr" sz="quarter" idx="11"/>
          </p:nvPr>
        </p:nvSpPr>
        <p:spPr/>
        <p:txBody>
          <a:bodyPr/>
          <a:lstStyle/>
          <a:p>
            <a:r>
              <a:rPr lang="en-US"/>
              <a:t>Object-Oriented Programming</a:t>
            </a:r>
          </a:p>
        </p:txBody>
      </p:sp>
      <p:sp>
        <p:nvSpPr>
          <p:cNvPr id="5" name="Slide Number Placeholder 4"/>
          <p:cNvSpPr>
            <a:spLocks noGrp="1"/>
          </p:cNvSpPr>
          <p:nvPr>
            <p:ph type="sldNum" sz="quarter" idx="12"/>
          </p:nvPr>
        </p:nvSpPr>
        <p:spPr/>
        <p:txBody>
          <a:bodyPr/>
          <a:lstStyle/>
          <a:p>
            <a:fld id="{938FCA96-F313-4D0B-BA7B-A6A3793754D7}" type="slidenum">
              <a:rPr lang="en-US" smtClean="0"/>
              <a:t>‹#›</a:t>
            </a:fld>
            <a:endParaRPr lang="en-US"/>
          </a:p>
        </p:txBody>
      </p:sp>
    </p:spTree>
    <p:extLst>
      <p:ext uri="{BB962C8B-B14F-4D97-AF65-F5344CB8AC3E}">
        <p14:creationId xmlns:p14="http://schemas.microsoft.com/office/powerpoint/2010/main" val="1135724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r>
              <a:rPr lang="en-US"/>
              <a:t>Lecture 2</a:t>
            </a:r>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Object-Oriented Programming</a:t>
            </a:r>
          </a:p>
        </p:txBody>
      </p:sp>
      <p:sp>
        <p:nvSpPr>
          <p:cNvPr id="9" name="Slide Number Placeholder 8"/>
          <p:cNvSpPr>
            <a:spLocks noGrp="1"/>
          </p:cNvSpPr>
          <p:nvPr>
            <p:ph type="sldNum" sz="quarter" idx="12"/>
          </p:nvPr>
        </p:nvSpPr>
        <p:spPr/>
        <p:txBody>
          <a:bodyPr/>
          <a:lstStyle/>
          <a:p>
            <a:fld id="{938FCA96-F313-4D0B-BA7B-A6A3793754D7}" type="slidenum">
              <a:rPr lang="en-US" smtClean="0"/>
              <a:t>‹#›</a:t>
            </a:fld>
            <a:endParaRPr lang="en-US"/>
          </a:p>
        </p:txBody>
      </p:sp>
    </p:spTree>
    <p:extLst>
      <p:ext uri="{BB962C8B-B14F-4D97-AF65-F5344CB8AC3E}">
        <p14:creationId xmlns:p14="http://schemas.microsoft.com/office/powerpoint/2010/main" val="1988814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r>
              <a:rPr lang="en-US"/>
              <a:t>Lecture 2</a:t>
            </a: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Object-Oriented Programming</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38FCA96-F313-4D0B-BA7B-A6A3793754D7}" type="slidenum">
              <a:rPr lang="en-US" smtClean="0"/>
              <a:t>‹#›</a:t>
            </a:fld>
            <a:endParaRPr lang="en-US"/>
          </a:p>
        </p:txBody>
      </p:sp>
    </p:spTree>
    <p:extLst>
      <p:ext uri="{BB962C8B-B14F-4D97-AF65-F5344CB8AC3E}">
        <p14:creationId xmlns:p14="http://schemas.microsoft.com/office/powerpoint/2010/main" val="1372040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Lecture 2</a:t>
            </a:r>
          </a:p>
        </p:txBody>
      </p:sp>
      <p:sp>
        <p:nvSpPr>
          <p:cNvPr id="6" name="Footer Placeholder 5"/>
          <p:cNvSpPr>
            <a:spLocks noGrp="1"/>
          </p:cNvSpPr>
          <p:nvPr>
            <p:ph type="ftr" sz="quarter" idx="11"/>
          </p:nvPr>
        </p:nvSpPr>
        <p:spPr/>
        <p:txBody>
          <a:bodyPr/>
          <a:lstStyle/>
          <a:p>
            <a:r>
              <a:rPr lang="en-US"/>
              <a:t>Object-Oriented Programming</a:t>
            </a:r>
          </a:p>
        </p:txBody>
      </p:sp>
      <p:sp>
        <p:nvSpPr>
          <p:cNvPr id="7" name="Slide Number Placeholder 6"/>
          <p:cNvSpPr>
            <a:spLocks noGrp="1"/>
          </p:cNvSpPr>
          <p:nvPr>
            <p:ph type="sldNum" sz="quarter" idx="12"/>
          </p:nvPr>
        </p:nvSpPr>
        <p:spPr/>
        <p:txBody>
          <a:bodyPr/>
          <a:lstStyle/>
          <a:p>
            <a:fld id="{938FCA96-F313-4D0B-BA7B-A6A3793754D7}" type="slidenum">
              <a:rPr lang="en-US" smtClean="0"/>
              <a:t>‹#›</a:t>
            </a:fld>
            <a:endParaRPr lang="en-US"/>
          </a:p>
        </p:txBody>
      </p:sp>
    </p:spTree>
    <p:extLst>
      <p:ext uri="{BB962C8B-B14F-4D97-AF65-F5344CB8AC3E}">
        <p14:creationId xmlns:p14="http://schemas.microsoft.com/office/powerpoint/2010/main" val="2259307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Lecture 2</a:t>
            </a:r>
          </a:p>
        </p:txBody>
      </p:sp>
      <p:sp>
        <p:nvSpPr>
          <p:cNvPr id="5" name="Footer Placeholder 4"/>
          <p:cNvSpPr>
            <a:spLocks noGrp="1"/>
          </p:cNvSpPr>
          <p:nvPr>
            <p:ph type="ftr" sz="quarter" idx="11"/>
          </p:nvPr>
        </p:nvSpPr>
        <p:spPr/>
        <p:txBody>
          <a:bodyPr/>
          <a:lstStyle/>
          <a:p>
            <a:r>
              <a:rPr lang="en-US"/>
              <a:t>Object-Oriented Programming</a:t>
            </a:r>
          </a:p>
        </p:txBody>
      </p:sp>
      <p:sp>
        <p:nvSpPr>
          <p:cNvPr id="6" name="Slide Number Placeholder 5"/>
          <p:cNvSpPr>
            <a:spLocks noGrp="1"/>
          </p:cNvSpPr>
          <p:nvPr>
            <p:ph type="sldNum" sz="quarter" idx="12"/>
          </p:nvPr>
        </p:nvSpPr>
        <p:spPr/>
        <p:txBody>
          <a:bodyPr/>
          <a:lstStyle/>
          <a:p>
            <a:fld id="{938FCA96-F313-4D0B-BA7B-A6A3793754D7}" type="slidenum">
              <a:rPr lang="en-US" smtClean="0"/>
              <a:t>‹#›</a:t>
            </a:fld>
            <a:endParaRPr lang="en-US"/>
          </a:p>
        </p:txBody>
      </p:sp>
    </p:spTree>
    <p:extLst>
      <p:ext uri="{BB962C8B-B14F-4D97-AF65-F5344CB8AC3E}">
        <p14:creationId xmlns:p14="http://schemas.microsoft.com/office/powerpoint/2010/main" val="4030085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Lecture 2</a:t>
            </a:r>
          </a:p>
        </p:txBody>
      </p:sp>
      <p:sp>
        <p:nvSpPr>
          <p:cNvPr id="5" name="Footer Placeholder 4"/>
          <p:cNvSpPr>
            <a:spLocks noGrp="1"/>
          </p:cNvSpPr>
          <p:nvPr>
            <p:ph type="ftr" sz="quarter" idx="11"/>
          </p:nvPr>
        </p:nvSpPr>
        <p:spPr/>
        <p:txBody>
          <a:bodyPr/>
          <a:lstStyle/>
          <a:p>
            <a:r>
              <a:rPr lang="en-US"/>
              <a:t>Object-Oriented Programming</a:t>
            </a:r>
          </a:p>
        </p:txBody>
      </p:sp>
      <p:sp>
        <p:nvSpPr>
          <p:cNvPr id="6" name="Slide Number Placeholder 5"/>
          <p:cNvSpPr>
            <a:spLocks noGrp="1"/>
          </p:cNvSpPr>
          <p:nvPr>
            <p:ph type="sldNum" sz="quarter" idx="12"/>
          </p:nvPr>
        </p:nvSpPr>
        <p:spPr/>
        <p:txBody>
          <a:bodyPr/>
          <a:lstStyle/>
          <a:p>
            <a:fld id="{938FCA96-F313-4D0B-BA7B-A6A3793754D7}" type="slidenum">
              <a:rPr lang="en-US" smtClean="0"/>
              <a:t>‹#›</a:t>
            </a:fld>
            <a:endParaRPr lang="en-US"/>
          </a:p>
        </p:txBody>
      </p:sp>
    </p:spTree>
    <p:extLst>
      <p:ext uri="{BB962C8B-B14F-4D97-AF65-F5344CB8AC3E}">
        <p14:creationId xmlns:p14="http://schemas.microsoft.com/office/powerpoint/2010/main" val="2817772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r>
              <a:rPr lang="en-US"/>
              <a:t>Lecture 2</a:t>
            </a: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Object-Oriented Programming</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38FCA96-F313-4D0B-BA7B-A6A3793754D7}"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22852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E98EC7A-B0FB-41A6-866A-7FE9D1DE8E2A}"/>
              </a:ext>
            </a:extLst>
          </p:cNvPr>
          <p:cNvSpPr>
            <a:spLocks noGrp="1"/>
          </p:cNvSpPr>
          <p:nvPr>
            <p:ph type="ctrTitle"/>
          </p:nvPr>
        </p:nvSpPr>
        <p:spPr>
          <a:xfrm>
            <a:off x="1524000" y="1600200"/>
            <a:ext cx="8915400" cy="1830388"/>
          </a:xfrm>
        </p:spPr>
        <p:txBody>
          <a:bodyPr>
            <a:normAutofit fontScale="90000"/>
          </a:bodyPr>
          <a:lstStyle/>
          <a:p>
            <a:pPr algn="ctr" fontAlgn="auto">
              <a:spcAft>
                <a:spcPts val="0"/>
              </a:spcAft>
              <a:defRPr/>
            </a:pPr>
            <a:r>
              <a:rPr lang="en-US" dirty="0"/>
              <a:t>Data Structures and Algorithm</a:t>
            </a:r>
          </a:p>
        </p:txBody>
      </p:sp>
      <p:sp>
        <p:nvSpPr>
          <p:cNvPr id="11267" name="Subtitle 4">
            <a:extLst>
              <a:ext uri="{FF2B5EF4-FFF2-40B4-BE49-F238E27FC236}">
                <a16:creationId xmlns:a16="http://schemas.microsoft.com/office/drawing/2014/main" id="{76CBCB26-2BF2-27D4-B0B5-20E88F1D03C7}"/>
              </a:ext>
            </a:extLst>
          </p:cNvPr>
          <p:cNvSpPr>
            <a:spLocks noGrp="1"/>
          </p:cNvSpPr>
          <p:nvPr>
            <p:ph type="subTitle" idx="1"/>
          </p:nvPr>
        </p:nvSpPr>
        <p:spPr>
          <a:xfrm>
            <a:off x="1100138" y="4456113"/>
            <a:ext cx="10058400" cy="1143000"/>
          </a:xfrm>
        </p:spPr>
        <p:txBody>
          <a:bodyPr rtlCol="0">
            <a:normAutofit/>
          </a:bodyPr>
          <a:lstStyle/>
          <a:p>
            <a:pPr fontAlgn="auto">
              <a:defRPr/>
            </a:pPr>
            <a:r>
              <a:rPr lang="en-GB" altLang="en-US" dirty="0"/>
              <a:t>Course Code: CS-201</a:t>
            </a:r>
          </a:p>
          <a:p>
            <a:pPr fontAlgn="auto">
              <a:defRPr/>
            </a:pPr>
            <a:r>
              <a:rPr lang="en-GB" altLang="en-US" dirty="0"/>
              <a:t>Topic: Singly Linked List  Insertion and deletion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586249-2C03-9822-3A0C-528D24D2D721}"/>
              </a:ext>
            </a:extLst>
          </p:cNvPr>
          <p:cNvSpPr>
            <a:spLocks noGrp="1"/>
          </p:cNvSpPr>
          <p:nvPr>
            <p:ph type="title"/>
          </p:nvPr>
        </p:nvSpPr>
        <p:spPr/>
        <p:txBody>
          <a:bodyPr/>
          <a:lstStyle/>
          <a:p>
            <a:pPr fontAlgn="auto">
              <a:spcAft>
                <a:spcPts val="0"/>
              </a:spcAft>
              <a:defRPr/>
            </a:pPr>
            <a:r>
              <a:rPr lang="en-US" dirty="0">
                <a:solidFill>
                  <a:schemeClr val="tx1">
                    <a:lumMod val="75000"/>
                    <a:lumOff val="25000"/>
                  </a:schemeClr>
                </a:solidFill>
              </a:rPr>
              <a:t>Goals for today</a:t>
            </a:r>
          </a:p>
        </p:txBody>
      </p:sp>
      <p:sp>
        <p:nvSpPr>
          <p:cNvPr id="11267" name="Content Placeholder 1">
            <a:extLst>
              <a:ext uri="{FF2B5EF4-FFF2-40B4-BE49-F238E27FC236}">
                <a16:creationId xmlns:a16="http://schemas.microsoft.com/office/drawing/2014/main" id="{4DAC6C23-80DD-CEF5-29BB-9902033C798B}"/>
              </a:ext>
            </a:extLst>
          </p:cNvPr>
          <p:cNvSpPr>
            <a:spLocks noGrp="1" noChangeArrowheads="1"/>
          </p:cNvSpPr>
          <p:nvPr>
            <p:ph idx="1"/>
          </p:nvPr>
        </p:nvSpPr>
        <p:spPr>
          <a:xfrm>
            <a:off x="1096963" y="1905000"/>
            <a:ext cx="10058400" cy="4525963"/>
          </a:xfrm>
        </p:spPr>
        <p:txBody>
          <a:bodyPr/>
          <a:lstStyle/>
          <a:p>
            <a:r>
              <a:rPr lang="en-GB" altLang="en-US" sz="2800" dirty="0"/>
              <a:t>To study:</a:t>
            </a:r>
          </a:p>
          <a:p>
            <a:pPr>
              <a:buFont typeface="Wingdings 3" panose="05040102010807070707" pitchFamily="18" charset="2"/>
              <a:buNone/>
            </a:pPr>
            <a:endParaRPr lang="en-GB" altLang="en-US" sz="2800" dirty="0"/>
          </a:p>
          <a:p>
            <a:pPr lvl="1"/>
            <a:r>
              <a:rPr lang="en-US" altLang="en-US" sz="2800" dirty="0"/>
              <a:t>Singly Linked List</a:t>
            </a:r>
          </a:p>
          <a:p>
            <a:pPr lvl="2"/>
            <a:r>
              <a:rPr lang="en-US" altLang="en-US" sz="2400" dirty="0"/>
              <a:t>Insertion</a:t>
            </a:r>
          </a:p>
          <a:p>
            <a:pPr lvl="2"/>
            <a:r>
              <a:rPr lang="en-US" altLang="en-US" sz="2400" dirty="0"/>
              <a:t>Deletion</a:t>
            </a:r>
          </a:p>
          <a:p>
            <a:endParaRPr lang="en-US" altLang="en-US" dirty="0"/>
          </a:p>
          <a:p>
            <a:endParaRPr lang="en-US" altLang="en-US" dirty="0"/>
          </a:p>
          <a:p>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0800E-18C0-45C2-32CF-63490FBC8F87}"/>
              </a:ext>
            </a:extLst>
          </p:cNvPr>
          <p:cNvSpPr>
            <a:spLocks noGrp="1"/>
          </p:cNvSpPr>
          <p:nvPr>
            <p:ph type="title"/>
          </p:nvPr>
        </p:nvSpPr>
        <p:spPr>
          <a:xfrm>
            <a:off x="636814" y="510496"/>
            <a:ext cx="10918371" cy="1143000"/>
          </a:xfrm>
        </p:spPr>
        <p:txBody>
          <a:bodyPr lIns="73399" tIns="36699" rIns="73399" bIns="36699">
            <a:normAutofit/>
          </a:bodyPr>
          <a:lstStyle/>
          <a:p>
            <a:pPr fontAlgn="auto">
              <a:spcAft>
                <a:spcPts val="0"/>
              </a:spcAft>
              <a:defRPr/>
            </a:pPr>
            <a:r>
              <a:rPr lang="en-US" dirty="0">
                <a:solidFill>
                  <a:schemeClr val="tx1">
                    <a:lumMod val="75000"/>
                    <a:lumOff val="25000"/>
                  </a:schemeClr>
                </a:solidFill>
                <a:latin typeface="Algerian" pitchFamily="82" charset="0"/>
              </a:rPr>
              <a:t>Creation of node </a:t>
            </a:r>
          </a:p>
        </p:txBody>
      </p:sp>
      <p:sp>
        <p:nvSpPr>
          <p:cNvPr id="3" name="Content Placeholder 2">
            <a:extLst>
              <a:ext uri="{FF2B5EF4-FFF2-40B4-BE49-F238E27FC236}">
                <a16:creationId xmlns:a16="http://schemas.microsoft.com/office/drawing/2014/main" id="{3A4A7001-0D8B-B23D-C85B-7FD744DD7796}"/>
              </a:ext>
            </a:extLst>
          </p:cNvPr>
          <p:cNvSpPr>
            <a:spLocks noGrp="1"/>
          </p:cNvSpPr>
          <p:nvPr>
            <p:ph idx="1"/>
          </p:nvPr>
        </p:nvSpPr>
        <p:spPr>
          <a:xfrm>
            <a:off x="500742" y="1959428"/>
            <a:ext cx="9568543" cy="4495800"/>
          </a:xfrm>
        </p:spPr>
        <p:txBody>
          <a:bodyPr lIns="73399" tIns="36699" rIns="73399" bIns="36699" rtlCol="0">
            <a:noAutofit/>
          </a:bodyPr>
          <a:lstStyle/>
          <a:p>
            <a:pPr marL="91440" indent="-91440" fontAlgn="auto">
              <a:buFont typeface="Wingdings" pitchFamily="2" charset="2"/>
              <a:buChar char="Ø"/>
              <a:defRPr/>
            </a:pPr>
            <a:r>
              <a:rPr lang="en-US" sz="2400" dirty="0">
                <a:solidFill>
                  <a:schemeClr val="tx1">
                    <a:lumMod val="75000"/>
                    <a:lumOff val="25000"/>
                  </a:schemeClr>
                </a:solidFill>
              </a:rPr>
              <a:t>To create a linked list in the memory, use structure which is self referential structure.</a:t>
            </a:r>
          </a:p>
          <a:p>
            <a:pPr marL="91440" indent="-91440" fontAlgn="auto">
              <a:buFont typeface="Wingdings" pitchFamily="2" charset="2"/>
              <a:buChar char="Ø"/>
              <a:defRPr/>
            </a:pPr>
            <a:r>
              <a:rPr lang="en-US" sz="2400" dirty="0">
                <a:solidFill>
                  <a:schemeClr val="tx1">
                    <a:lumMod val="75000"/>
                    <a:lumOff val="25000"/>
                  </a:schemeClr>
                </a:solidFill>
              </a:rPr>
              <a:t>In self referential structure one member of the structure is a pointer that points to the structure it self</a:t>
            </a:r>
            <a:r>
              <a:rPr lang="en-US" sz="1800" dirty="0"/>
              <a:t>                </a:t>
            </a:r>
          </a:p>
          <a:p>
            <a:pPr marL="0" indent="0" fontAlgn="auto">
              <a:buNone/>
              <a:defRPr/>
            </a:pPr>
            <a:r>
              <a:rPr lang="en-US" sz="2600" dirty="0">
                <a:solidFill>
                  <a:srgbClr val="FF0000"/>
                </a:solidFill>
              </a:rPr>
              <a:t>struct node</a:t>
            </a:r>
          </a:p>
          <a:p>
            <a:pPr marL="0" indent="0" fontAlgn="auto">
              <a:spcBef>
                <a:spcPts val="600"/>
              </a:spcBef>
              <a:spcAft>
                <a:spcPts val="0"/>
              </a:spcAft>
              <a:buFont typeface="Calibri" panose="020F0502020204030204" pitchFamily="34" charset="0"/>
              <a:buNone/>
              <a:defRPr/>
            </a:pPr>
            <a:r>
              <a:rPr lang="en-US" sz="2600" dirty="0">
                <a:solidFill>
                  <a:srgbClr val="FF0000"/>
                </a:solidFill>
              </a:rPr>
              <a:t>	    {</a:t>
            </a:r>
          </a:p>
          <a:p>
            <a:pPr marL="0" indent="0" fontAlgn="auto">
              <a:spcBef>
                <a:spcPts val="600"/>
              </a:spcBef>
              <a:spcAft>
                <a:spcPts val="0"/>
              </a:spcAft>
              <a:buFont typeface="Calibri" panose="020F0502020204030204" pitchFamily="34" charset="0"/>
              <a:buNone/>
              <a:defRPr/>
            </a:pPr>
            <a:r>
              <a:rPr lang="en-US" sz="2600" dirty="0">
                <a:solidFill>
                  <a:srgbClr val="FF0000"/>
                </a:solidFill>
              </a:rPr>
              <a:t>		int data; </a:t>
            </a:r>
            <a:r>
              <a:rPr lang="en-US" sz="2600" dirty="0">
                <a:solidFill>
                  <a:schemeClr val="tx1">
                    <a:lumMod val="75000"/>
                    <a:lumOff val="25000"/>
                  </a:schemeClr>
                </a:solidFill>
              </a:rPr>
              <a:t>// any data type can be used</a:t>
            </a:r>
          </a:p>
          <a:p>
            <a:pPr marL="0" indent="0" fontAlgn="auto">
              <a:spcBef>
                <a:spcPts val="600"/>
              </a:spcBef>
              <a:spcAft>
                <a:spcPts val="0"/>
              </a:spcAft>
              <a:buFont typeface="Calibri" panose="020F0502020204030204" pitchFamily="34" charset="0"/>
              <a:buNone/>
              <a:defRPr/>
            </a:pPr>
            <a:r>
              <a:rPr lang="en-US" sz="2600" dirty="0">
                <a:solidFill>
                  <a:schemeClr val="tx1">
                    <a:lumMod val="75000"/>
                    <a:lumOff val="25000"/>
                  </a:schemeClr>
                </a:solidFill>
              </a:rPr>
              <a:t>                         </a:t>
            </a:r>
            <a:r>
              <a:rPr lang="en-US" sz="2600" dirty="0">
                <a:solidFill>
                  <a:srgbClr val="FF0000"/>
                </a:solidFill>
              </a:rPr>
              <a:t>struct node *link; </a:t>
            </a:r>
            <a:r>
              <a:rPr lang="en-US" sz="2600" dirty="0">
                <a:solidFill>
                  <a:schemeClr val="tx1">
                    <a:lumMod val="75000"/>
                    <a:lumOff val="25000"/>
                  </a:schemeClr>
                </a:solidFill>
              </a:rPr>
              <a:t>// this points to the structure itself</a:t>
            </a:r>
          </a:p>
          <a:p>
            <a:pPr marL="0" indent="0" fontAlgn="auto">
              <a:spcBef>
                <a:spcPts val="600"/>
              </a:spcBef>
              <a:spcAft>
                <a:spcPts val="0"/>
              </a:spcAft>
              <a:buFont typeface="Calibri" panose="020F0502020204030204" pitchFamily="34" charset="0"/>
              <a:buNone/>
              <a:defRPr/>
            </a:pPr>
            <a:r>
              <a:rPr lang="en-US" sz="2600" dirty="0">
                <a:solidFill>
                  <a:schemeClr val="tx1">
                    <a:lumMod val="75000"/>
                    <a:lumOff val="25000"/>
                  </a:schemeClr>
                </a:solidFill>
              </a:rPr>
              <a:t>	</a:t>
            </a:r>
            <a:r>
              <a:rPr lang="en-US" sz="2600" dirty="0"/>
              <a:t>   </a:t>
            </a:r>
            <a:r>
              <a:rPr lang="en-US" sz="2600" dirty="0">
                <a:solidFill>
                  <a:srgbClr val="FF0000"/>
                </a:solidFill>
              </a:rPr>
              <a:t>};</a:t>
            </a:r>
          </a:p>
          <a:p>
            <a:pPr marL="0" indent="0" fontAlgn="auto">
              <a:spcBef>
                <a:spcPts val="600"/>
              </a:spcBef>
              <a:spcAft>
                <a:spcPts val="0"/>
              </a:spcAft>
              <a:buFont typeface="Calibri" panose="020F0502020204030204" pitchFamily="34" charset="0"/>
              <a:buNone/>
              <a:defRPr/>
            </a:pPr>
            <a:endParaRPr lang="en-US" sz="2600" dirty="0">
              <a:solidFill>
                <a:schemeClr val="tx1">
                  <a:lumMod val="75000"/>
                  <a:lumOff val="25000"/>
                </a:schemeClr>
              </a:solidFill>
            </a:endParaRPr>
          </a:p>
        </p:txBody>
      </p:sp>
      <p:pic>
        <p:nvPicPr>
          <p:cNvPr id="5" name="Picture 4">
            <a:extLst>
              <a:ext uri="{FF2B5EF4-FFF2-40B4-BE49-F238E27FC236}">
                <a16:creationId xmlns:a16="http://schemas.microsoft.com/office/drawing/2014/main" id="{64F56B55-26A1-2E87-7D54-227E61EA9A40}"/>
              </a:ext>
            </a:extLst>
          </p:cNvPr>
          <p:cNvPicPr>
            <a:picLocks noChangeAspect="1"/>
          </p:cNvPicPr>
          <p:nvPr/>
        </p:nvPicPr>
        <p:blipFill>
          <a:blip r:embed="rId3"/>
          <a:stretch>
            <a:fillRect/>
          </a:stretch>
        </p:blipFill>
        <p:spPr>
          <a:xfrm>
            <a:off x="8362533" y="3429000"/>
            <a:ext cx="2446232" cy="1219306"/>
          </a:xfrm>
          <a:prstGeom prst="rect">
            <a:avLst/>
          </a:prstGeom>
        </p:spPr>
      </p:pic>
    </p:spTree>
    <p:extLst>
      <p:ext uri="{BB962C8B-B14F-4D97-AF65-F5344CB8AC3E}">
        <p14:creationId xmlns:p14="http://schemas.microsoft.com/office/powerpoint/2010/main" val="1878146022"/>
      </p:ext>
    </p:extLst>
  </p:cSld>
  <p:clrMapOvr>
    <a:masterClrMapping/>
  </p:clrMapOvr>
  <p:transition spd="slow">
    <p:blinds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0800E-18C0-45C2-32CF-63490FBC8F87}"/>
              </a:ext>
            </a:extLst>
          </p:cNvPr>
          <p:cNvSpPr>
            <a:spLocks noGrp="1"/>
          </p:cNvSpPr>
          <p:nvPr>
            <p:ph type="title"/>
          </p:nvPr>
        </p:nvSpPr>
        <p:spPr>
          <a:xfrm>
            <a:off x="636814" y="510496"/>
            <a:ext cx="10918371" cy="1143000"/>
          </a:xfrm>
        </p:spPr>
        <p:txBody>
          <a:bodyPr lIns="73399" tIns="36699" rIns="73399" bIns="36699">
            <a:noAutofit/>
          </a:bodyPr>
          <a:lstStyle/>
          <a:p>
            <a:pPr fontAlgn="auto">
              <a:spcAft>
                <a:spcPts val="0"/>
              </a:spcAft>
              <a:defRPr/>
            </a:pPr>
            <a:r>
              <a:rPr lang="en-US" sz="4000" dirty="0">
                <a:solidFill>
                  <a:schemeClr val="tx1">
                    <a:lumMod val="75000"/>
                    <a:lumOff val="25000"/>
                  </a:schemeClr>
                </a:solidFill>
                <a:latin typeface="Algerian" pitchFamily="82" charset="0"/>
              </a:rPr>
              <a:t>Creation and insertion of data in node</a:t>
            </a:r>
          </a:p>
        </p:txBody>
      </p:sp>
      <p:sp>
        <p:nvSpPr>
          <p:cNvPr id="3" name="Content Placeholder 2">
            <a:extLst>
              <a:ext uri="{FF2B5EF4-FFF2-40B4-BE49-F238E27FC236}">
                <a16:creationId xmlns:a16="http://schemas.microsoft.com/office/drawing/2014/main" id="{3A4A7001-0D8B-B23D-C85B-7FD744DD7796}"/>
              </a:ext>
            </a:extLst>
          </p:cNvPr>
          <p:cNvSpPr>
            <a:spLocks noGrp="1"/>
          </p:cNvSpPr>
          <p:nvPr>
            <p:ph idx="1"/>
          </p:nvPr>
        </p:nvSpPr>
        <p:spPr>
          <a:xfrm>
            <a:off x="500742" y="1959428"/>
            <a:ext cx="9568543" cy="4495800"/>
          </a:xfrm>
        </p:spPr>
        <p:txBody>
          <a:bodyPr lIns="73399" tIns="36699" rIns="73399" bIns="36699" rtlCol="0">
            <a:noAutofit/>
          </a:bodyPr>
          <a:lstStyle/>
          <a:p>
            <a:pPr marL="0" indent="0" fontAlgn="auto">
              <a:spcBef>
                <a:spcPts val="600"/>
              </a:spcBef>
              <a:spcAft>
                <a:spcPts val="0"/>
              </a:spcAft>
              <a:buFont typeface="Calibri" panose="020F0502020204030204" pitchFamily="34" charset="0"/>
              <a:buNone/>
              <a:defRPr/>
            </a:pPr>
            <a:r>
              <a:rPr lang="en-US" sz="2600" dirty="0">
                <a:solidFill>
                  <a:schemeClr val="tx1">
                    <a:lumMod val="75000"/>
                    <a:lumOff val="25000"/>
                  </a:schemeClr>
                </a:solidFill>
              </a:rPr>
              <a:t>Int main()</a:t>
            </a:r>
          </a:p>
          <a:p>
            <a:pPr marL="0" indent="0" fontAlgn="auto">
              <a:spcBef>
                <a:spcPts val="600"/>
              </a:spcBef>
              <a:spcAft>
                <a:spcPts val="0"/>
              </a:spcAft>
              <a:buFont typeface="Calibri" panose="020F0502020204030204" pitchFamily="34" charset="0"/>
              <a:buNone/>
              <a:defRPr/>
            </a:pPr>
            <a:r>
              <a:rPr lang="en-US" sz="2600" dirty="0">
                <a:solidFill>
                  <a:schemeClr val="tx1">
                    <a:lumMod val="75000"/>
                    <a:lumOff val="25000"/>
                  </a:schemeClr>
                </a:solidFill>
              </a:rPr>
              <a:t>{</a:t>
            </a:r>
          </a:p>
          <a:p>
            <a:pPr marL="0" indent="0" fontAlgn="auto">
              <a:spcBef>
                <a:spcPts val="600"/>
              </a:spcBef>
              <a:spcAft>
                <a:spcPts val="0"/>
              </a:spcAft>
              <a:buFont typeface="Calibri" panose="020F0502020204030204" pitchFamily="34" charset="0"/>
              <a:buNone/>
              <a:defRPr/>
            </a:pPr>
            <a:r>
              <a:rPr lang="en-US" sz="2600" dirty="0"/>
              <a:t>	struct node *head = NULL;</a:t>
            </a:r>
          </a:p>
          <a:p>
            <a:pPr marL="0" indent="0" fontAlgn="auto">
              <a:spcBef>
                <a:spcPts val="600"/>
              </a:spcBef>
              <a:spcAft>
                <a:spcPts val="0"/>
              </a:spcAft>
              <a:buFont typeface="Calibri" panose="020F0502020204030204" pitchFamily="34" charset="0"/>
              <a:buNone/>
              <a:defRPr/>
            </a:pPr>
            <a:r>
              <a:rPr lang="en-US" sz="2600" dirty="0">
                <a:solidFill>
                  <a:schemeClr val="tx1">
                    <a:lumMod val="75000"/>
                    <a:lumOff val="25000"/>
                  </a:schemeClr>
                </a:solidFill>
              </a:rPr>
              <a:t>	head = (struct node*)malloc(</a:t>
            </a:r>
            <a:r>
              <a:rPr lang="en-US" sz="2600" dirty="0" err="1">
                <a:solidFill>
                  <a:schemeClr val="tx1">
                    <a:lumMod val="75000"/>
                    <a:lumOff val="25000"/>
                  </a:schemeClr>
                </a:solidFill>
              </a:rPr>
              <a:t>sizeof</a:t>
            </a:r>
            <a:r>
              <a:rPr lang="en-US" sz="2600" dirty="0">
                <a:solidFill>
                  <a:schemeClr val="tx1">
                    <a:lumMod val="75000"/>
                    <a:lumOff val="25000"/>
                  </a:schemeClr>
                </a:solidFill>
              </a:rPr>
              <a:t>(struct node));</a:t>
            </a:r>
          </a:p>
          <a:p>
            <a:pPr marL="0" indent="0" fontAlgn="auto">
              <a:spcBef>
                <a:spcPts val="600"/>
              </a:spcBef>
              <a:spcAft>
                <a:spcPts val="0"/>
              </a:spcAft>
              <a:buFont typeface="Calibri" panose="020F0502020204030204" pitchFamily="34" charset="0"/>
              <a:buNone/>
              <a:defRPr/>
            </a:pPr>
            <a:r>
              <a:rPr lang="en-US" sz="2600" dirty="0"/>
              <a:t>	head-&gt;data = data;</a:t>
            </a:r>
          </a:p>
          <a:p>
            <a:pPr marL="0" indent="0" fontAlgn="auto">
              <a:spcBef>
                <a:spcPts val="600"/>
              </a:spcBef>
              <a:spcAft>
                <a:spcPts val="0"/>
              </a:spcAft>
              <a:buFont typeface="Calibri" panose="020F0502020204030204" pitchFamily="34" charset="0"/>
              <a:buNone/>
              <a:defRPr/>
            </a:pPr>
            <a:r>
              <a:rPr lang="en-US" sz="2600" dirty="0">
                <a:solidFill>
                  <a:schemeClr val="tx1">
                    <a:lumMod val="75000"/>
                    <a:lumOff val="25000"/>
                  </a:schemeClr>
                </a:solidFill>
              </a:rPr>
              <a:t>	head-&gt;link = NULL;</a:t>
            </a:r>
          </a:p>
          <a:p>
            <a:pPr marL="0" indent="0" fontAlgn="auto">
              <a:spcBef>
                <a:spcPts val="600"/>
              </a:spcBef>
              <a:spcAft>
                <a:spcPts val="0"/>
              </a:spcAft>
              <a:buFont typeface="Calibri" panose="020F0502020204030204" pitchFamily="34" charset="0"/>
              <a:buNone/>
              <a:defRPr/>
            </a:pPr>
            <a:r>
              <a:rPr lang="en-US" sz="2600" dirty="0"/>
              <a:t>}</a:t>
            </a:r>
            <a:endParaRPr lang="en-US" sz="2600" dirty="0">
              <a:solidFill>
                <a:schemeClr val="tx1">
                  <a:lumMod val="75000"/>
                  <a:lumOff val="25000"/>
                </a:schemeClr>
              </a:solidFill>
            </a:endParaRPr>
          </a:p>
        </p:txBody>
      </p:sp>
      <p:pic>
        <p:nvPicPr>
          <p:cNvPr id="6" name="Picture 5">
            <a:extLst>
              <a:ext uri="{FF2B5EF4-FFF2-40B4-BE49-F238E27FC236}">
                <a16:creationId xmlns:a16="http://schemas.microsoft.com/office/drawing/2014/main" id="{5896C73C-243D-E2D8-E0E7-686D04962570}"/>
              </a:ext>
            </a:extLst>
          </p:cNvPr>
          <p:cNvPicPr>
            <a:picLocks noChangeAspect="1"/>
          </p:cNvPicPr>
          <p:nvPr/>
        </p:nvPicPr>
        <p:blipFill>
          <a:blip r:embed="rId3"/>
          <a:stretch>
            <a:fillRect/>
          </a:stretch>
        </p:blipFill>
        <p:spPr>
          <a:xfrm>
            <a:off x="9074743" y="1959428"/>
            <a:ext cx="2616515" cy="3080070"/>
          </a:xfrm>
          <a:prstGeom prst="rect">
            <a:avLst/>
          </a:prstGeom>
        </p:spPr>
      </p:pic>
    </p:spTree>
    <p:extLst>
      <p:ext uri="{BB962C8B-B14F-4D97-AF65-F5344CB8AC3E}">
        <p14:creationId xmlns:p14="http://schemas.microsoft.com/office/powerpoint/2010/main" val="2452111471"/>
      </p:ext>
    </p:extLst>
  </p:cSld>
  <p:clrMapOvr>
    <a:masterClrMapping/>
  </p:clrMapOvr>
  <p:transition spd="slow">
    <p:blinds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p:cNvSpPr txBox="1">
            <a:spLocks/>
          </p:cNvSpPr>
          <p:nvPr/>
        </p:nvSpPr>
        <p:spPr>
          <a:xfrm>
            <a:off x="958506" y="800392"/>
            <a:ext cx="10264697" cy="12121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r>
              <a:rPr lang="en-US" sz="4000" b="1" spc="-5" dirty="0">
                <a:solidFill>
                  <a:srgbClr val="FFFFFF"/>
                </a:solidFill>
              </a:rPr>
              <a:t>OPERATION ON SINGLE LINKED LIST</a:t>
            </a:r>
            <a:endParaRPr lang="en-US" sz="3200" b="1" spc="-10" dirty="0">
              <a:solidFill>
                <a:srgbClr val="FFFFFF"/>
              </a:solidFill>
            </a:endParaRPr>
          </a:p>
        </p:txBody>
      </p:sp>
      <p:sp>
        <p:nvSpPr>
          <p:cNvPr id="8" name="object 2"/>
          <p:cNvSpPr txBox="1">
            <a:spLocks noGrp="1"/>
          </p:cNvSpPr>
          <p:nvPr>
            <p:ph type="title"/>
          </p:nvPr>
        </p:nvSpPr>
        <p:spPr>
          <a:xfrm>
            <a:off x="1402080" y="1210863"/>
            <a:ext cx="8150859" cy="391160"/>
          </a:xfrm>
          <a:prstGeom prst="rect">
            <a:avLst/>
          </a:prstGeom>
        </p:spPr>
        <p:txBody>
          <a:bodyPr vert="horz" wrap="square" lIns="0" tIns="12700" rIns="0" bIns="0" rtlCol="0">
            <a:spAutoFit/>
          </a:bodyPr>
          <a:lstStyle/>
          <a:p>
            <a:pPr marL="12700">
              <a:spcBef>
                <a:spcPts val="100"/>
              </a:spcBef>
            </a:pPr>
            <a:r>
              <a:rPr b="1" dirty="0">
                <a:latin typeface="Times New Roman"/>
                <a:cs typeface="Times New Roman"/>
              </a:rPr>
              <a:t>Insertion of </a:t>
            </a:r>
            <a:r>
              <a:rPr b="1" spc="-5" dirty="0"/>
              <a:t>an </a:t>
            </a:r>
            <a:r>
              <a:rPr b="1" dirty="0">
                <a:latin typeface="Times New Roman"/>
                <a:cs typeface="Times New Roman"/>
              </a:rPr>
              <a:t>element into </a:t>
            </a:r>
            <a:r>
              <a:rPr b="1" spc="-5" dirty="0"/>
              <a:t>the </a:t>
            </a:r>
            <a:r>
              <a:rPr b="1" dirty="0">
                <a:latin typeface="Times New Roman"/>
                <a:cs typeface="Times New Roman"/>
              </a:rPr>
              <a:t>linked list at </a:t>
            </a:r>
            <a:r>
              <a:rPr b="1" spc="-5" dirty="0"/>
              <a:t>various</a:t>
            </a:r>
            <a:r>
              <a:rPr b="1" spc="-100" dirty="0"/>
              <a:t> </a:t>
            </a:r>
            <a:r>
              <a:rPr b="1" dirty="0">
                <a:latin typeface="Times New Roman"/>
                <a:cs typeface="Times New Roman"/>
              </a:rPr>
              <a:t>positions:</a:t>
            </a:r>
          </a:p>
        </p:txBody>
      </p:sp>
      <p:sp>
        <p:nvSpPr>
          <p:cNvPr id="11" name="object 3"/>
          <p:cNvSpPr txBox="1"/>
          <p:nvPr/>
        </p:nvSpPr>
        <p:spPr>
          <a:xfrm>
            <a:off x="1402080" y="2122232"/>
            <a:ext cx="9699203" cy="2613536"/>
          </a:xfrm>
          <a:prstGeom prst="rect">
            <a:avLst/>
          </a:prstGeom>
        </p:spPr>
        <p:txBody>
          <a:bodyPr vert="horz" wrap="square" lIns="0" tIns="12700" rIns="0" bIns="0" rtlCol="0">
            <a:spAutoFit/>
          </a:bodyPr>
          <a:lstStyle/>
          <a:p>
            <a:pPr marL="12700" marR="5080" indent="914400">
              <a:spcBef>
                <a:spcPts val="100"/>
              </a:spcBef>
            </a:pPr>
            <a:r>
              <a:rPr sz="2400" dirty="0">
                <a:latin typeface="Times New Roman"/>
                <a:cs typeface="Times New Roman"/>
              </a:rPr>
              <a:t>Insertion of node into a linked list requires a free node</a:t>
            </a:r>
            <a:r>
              <a:rPr sz="2400" spc="-225" dirty="0">
                <a:latin typeface="Times New Roman"/>
                <a:cs typeface="Times New Roman"/>
              </a:rPr>
              <a:t> </a:t>
            </a:r>
            <a:r>
              <a:rPr sz="2400" dirty="0">
                <a:latin typeface="Times New Roman"/>
                <a:cs typeface="Times New Roman"/>
              </a:rPr>
              <a:t>in  which the </a:t>
            </a:r>
            <a:r>
              <a:rPr sz="2400" spc="-5" dirty="0">
                <a:latin typeface="Times New Roman"/>
                <a:cs typeface="Times New Roman"/>
              </a:rPr>
              <a:t>information </a:t>
            </a:r>
            <a:r>
              <a:rPr sz="2400" dirty="0">
                <a:latin typeface="Times New Roman"/>
                <a:cs typeface="Times New Roman"/>
              </a:rPr>
              <a:t>can be inserted and then the node can be  inserted into the linked</a:t>
            </a:r>
            <a:r>
              <a:rPr sz="2400" spc="-100" dirty="0">
                <a:latin typeface="Times New Roman"/>
                <a:cs typeface="Times New Roman"/>
              </a:rPr>
              <a:t> </a:t>
            </a:r>
            <a:r>
              <a:rPr sz="2400" dirty="0">
                <a:latin typeface="Times New Roman"/>
                <a:cs typeface="Times New Roman"/>
              </a:rPr>
              <a:t>list.</a:t>
            </a:r>
          </a:p>
          <a:p>
            <a:pPr>
              <a:spcBef>
                <a:spcPts val="5"/>
              </a:spcBef>
            </a:pPr>
            <a:endParaRPr sz="2500" dirty="0">
              <a:latin typeface="Times New Roman"/>
              <a:cs typeface="Times New Roman"/>
            </a:endParaRPr>
          </a:p>
          <a:p>
            <a:pPr marL="712470" indent="-243204">
              <a:buSzPct val="95833"/>
              <a:buFont typeface="Wingdings"/>
              <a:buChar char=""/>
              <a:tabLst>
                <a:tab pos="713105" algn="l"/>
              </a:tabLst>
            </a:pPr>
            <a:r>
              <a:rPr sz="2400" spc="-5" dirty="0">
                <a:latin typeface="Times New Roman"/>
                <a:cs typeface="Times New Roman"/>
              </a:rPr>
              <a:t>Before </a:t>
            </a:r>
            <a:r>
              <a:rPr sz="2400" dirty="0">
                <a:latin typeface="Times New Roman"/>
                <a:cs typeface="Times New Roman"/>
              </a:rPr>
              <a:t>header or at</a:t>
            </a:r>
            <a:r>
              <a:rPr sz="2400" spc="-40" dirty="0">
                <a:latin typeface="Times New Roman"/>
                <a:cs typeface="Times New Roman"/>
              </a:rPr>
              <a:t> </a:t>
            </a:r>
            <a:r>
              <a:rPr sz="2400" dirty="0">
                <a:latin typeface="Times New Roman"/>
                <a:cs typeface="Times New Roman"/>
              </a:rPr>
              <a:t>beginning.</a:t>
            </a:r>
          </a:p>
          <a:p>
            <a:pPr marL="712470" indent="-243204">
              <a:buSzPct val="95833"/>
              <a:buFont typeface="Wingdings"/>
              <a:buChar char=""/>
              <a:tabLst>
                <a:tab pos="713105" algn="l"/>
              </a:tabLst>
            </a:pPr>
            <a:r>
              <a:rPr sz="2400" spc="-5" dirty="0">
                <a:latin typeface="Times New Roman"/>
                <a:cs typeface="Times New Roman"/>
              </a:rPr>
              <a:t>At </a:t>
            </a:r>
            <a:r>
              <a:rPr sz="2400" dirty="0">
                <a:latin typeface="Times New Roman"/>
                <a:cs typeface="Times New Roman"/>
              </a:rPr>
              <a:t>the end of</a:t>
            </a:r>
            <a:r>
              <a:rPr sz="2400" spc="-20" dirty="0">
                <a:latin typeface="Times New Roman"/>
                <a:cs typeface="Times New Roman"/>
              </a:rPr>
              <a:t> </a:t>
            </a:r>
            <a:r>
              <a:rPr sz="2400" dirty="0">
                <a:latin typeface="Times New Roman"/>
                <a:cs typeface="Times New Roman"/>
              </a:rPr>
              <a:t>list.</a:t>
            </a:r>
          </a:p>
          <a:p>
            <a:pPr marL="712470" indent="-243204">
              <a:buSzPct val="95833"/>
              <a:buFont typeface="Wingdings"/>
              <a:buChar char=""/>
              <a:tabLst>
                <a:tab pos="713105" algn="l"/>
              </a:tabLst>
            </a:pPr>
            <a:r>
              <a:rPr sz="2400" spc="-5" dirty="0">
                <a:latin typeface="Times New Roman"/>
                <a:cs typeface="Times New Roman"/>
              </a:rPr>
              <a:t>At </a:t>
            </a:r>
            <a:r>
              <a:rPr sz="2400" dirty="0">
                <a:latin typeface="Times New Roman"/>
                <a:cs typeface="Times New Roman"/>
              </a:rPr>
              <a:t>the specified</a:t>
            </a:r>
            <a:r>
              <a:rPr sz="2400" spc="-35" dirty="0">
                <a:latin typeface="Times New Roman"/>
                <a:cs typeface="Times New Roman"/>
              </a:rPr>
              <a:t> </a:t>
            </a:r>
            <a:r>
              <a:rPr sz="2400" dirty="0">
                <a:latin typeface="Times New Roman"/>
                <a:cs typeface="Times New Roman"/>
              </a:rPr>
              <a:t>position.</a:t>
            </a:r>
          </a:p>
        </p:txBody>
      </p:sp>
    </p:spTree>
    <p:extLst>
      <p:ext uri="{BB962C8B-B14F-4D97-AF65-F5344CB8AC3E}">
        <p14:creationId xmlns:p14="http://schemas.microsoft.com/office/powerpoint/2010/main" val="788128837"/>
      </p:ext>
    </p:extLst>
  </p:cSld>
  <p:clrMapOvr>
    <a:masterClrMapping/>
  </p:clrMapOvr>
  <p:transition>
    <p:strips dir="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p:cNvSpPr txBox="1">
            <a:spLocks/>
          </p:cNvSpPr>
          <p:nvPr/>
        </p:nvSpPr>
        <p:spPr>
          <a:xfrm>
            <a:off x="958506" y="800392"/>
            <a:ext cx="10264697" cy="12121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r>
              <a:rPr lang="en-US" sz="4000" b="1" spc="-5" dirty="0"/>
              <a:t>Availability List or AVAIL List.</a:t>
            </a:r>
            <a:endParaRPr lang="en-US" sz="3200" b="1" spc="-10" dirty="0"/>
          </a:p>
        </p:txBody>
      </p:sp>
      <p:sp>
        <p:nvSpPr>
          <p:cNvPr id="3" name="Title 2">
            <a:extLst>
              <a:ext uri="{FF2B5EF4-FFF2-40B4-BE49-F238E27FC236}">
                <a16:creationId xmlns:a16="http://schemas.microsoft.com/office/drawing/2014/main" id="{D002777A-7F48-488F-A235-C45F22576777}"/>
              </a:ext>
            </a:extLst>
          </p:cNvPr>
          <p:cNvSpPr>
            <a:spLocks noGrp="1"/>
          </p:cNvSpPr>
          <p:nvPr>
            <p:ph type="title"/>
          </p:nvPr>
        </p:nvSpPr>
        <p:spPr>
          <a:xfrm>
            <a:off x="958506" y="2012494"/>
            <a:ext cx="10610424" cy="3693319"/>
          </a:xfrm>
        </p:spPr>
        <p:txBody>
          <a:bodyPr>
            <a:normAutofit/>
          </a:bodyPr>
          <a:lstStyle/>
          <a:p>
            <a:r>
              <a:rPr lang="en-US" sz="2400" b="0" i="0" dirty="0">
                <a:solidFill>
                  <a:srgbClr val="303030"/>
                </a:solidFill>
                <a:effectLst/>
                <a:latin typeface="arial" panose="020B0604020202020204" pitchFamily="34" charset="0"/>
              </a:rPr>
              <a:t>It is a list of free nodes in the memory. It contains unused memory cells and these memory cells can be used in future. It is also known as ‘List of Available Space’ or ‘Free Storage List’ or ‘Free Pool’.</a:t>
            </a:r>
            <a:br>
              <a:rPr lang="en-US" sz="2400" dirty="0"/>
            </a:br>
            <a:br>
              <a:rPr lang="en-US" sz="2400" dirty="0"/>
            </a:br>
            <a:r>
              <a:rPr lang="en-US" sz="2400" b="0" i="0" dirty="0">
                <a:solidFill>
                  <a:srgbClr val="303030"/>
                </a:solidFill>
                <a:effectLst/>
                <a:latin typeface="arial" panose="020B0604020202020204" pitchFamily="34" charset="0"/>
              </a:rPr>
              <a:t>It is used along with linked list. Whenever a new node is to be inserted in the linked list, a free node is taken from the AVAIL List and is inserted in the linked list. </a:t>
            </a:r>
            <a:br>
              <a:rPr lang="en-US" sz="2400" b="0" i="0" dirty="0">
                <a:solidFill>
                  <a:srgbClr val="303030"/>
                </a:solidFill>
                <a:effectLst/>
                <a:latin typeface="arial" panose="020B0604020202020204" pitchFamily="34" charset="0"/>
              </a:rPr>
            </a:br>
            <a:br>
              <a:rPr lang="en-US" sz="2400" b="0" i="0" dirty="0">
                <a:solidFill>
                  <a:srgbClr val="303030"/>
                </a:solidFill>
                <a:effectLst/>
                <a:latin typeface="arial" panose="020B0604020202020204" pitchFamily="34" charset="0"/>
              </a:rPr>
            </a:br>
            <a:r>
              <a:rPr lang="en-US" sz="2400" b="0" i="0" dirty="0">
                <a:solidFill>
                  <a:srgbClr val="303030"/>
                </a:solidFill>
                <a:effectLst/>
                <a:latin typeface="arial" panose="020B0604020202020204" pitchFamily="34" charset="0"/>
              </a:rPr>
              <a:t>Similarly, whenever a node is deleted from the linked list, it is inserted in the AVAIL List. So that it can be used in future. </a:t>
            </a:r>
            <a:endParaRPr lang="en-US" sz="2400" dirty="0"/>
          </a:p>
        </p:txBody>
      </p:sp>
    </p:spTree>
    <p:extLst>
      <p:ext uri="{BB962C8B-B14F-4D97-AF65-F5344CB8AC3E}">
        <p14:creationId xmlns:p14="http://schemas.microsoft.com/office/powerpoint/2010/main" val="71002690"/>
      </p:ext>
    </p:extLst>
  </p:cSld>
  <p:clrMapOvr>
    <a:masterClrMapping/>
  </p:clrMapOvr>
  <p:transition>
    <p:strips dir="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p:cNvSpPr txBox="1">
            <a:spLocks/>
          </p:cNvSpPr>
          <p:nvPr/>
        </p:nvSpPr>
        <p:spPr>
          <a:xfrm>
            <a:off x="958506" y="800392"/>
            <a:ext cx="10264697" cy="12121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r>
              <a:rPr lang="en-US" sz="4000" b="1" spc="-5" dirty="0">
                <a:solidFill>
                  <a:srgbClr val="FFFFFF"/>
                </a:solidFill>
              </a:rPr>
              <a:t>Availability List or AVAIL List.</a:t>
            </a:r>
            <a:endParaRPr lang="en-US" sz="3200" b="1" spc="-10" dirty="0">
              <a:solidFill>
                <a:srgbClr val="FFFFFF"/>
              </a:solidFill>
            </a:endParaRPr>
          </a:p>
        </p:txBody>
      </p:sp>
      <p:pic>
        <p:nvPicPr>
          <p:cNvPr id="1026" name="Picture 2" descr="Availability List or AVAIL LIST">
            <a:extLst>
              <a:ext uri="{FF2B5EF4-FFF2-40B4-BE49-F238E27FC236}">
                <a16:creationId xmlns:a16="http://schemas.microsoft.com/office/drawing/2014/main" id="{21132287-F916-4C4B-A680-8B4EF39597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2421810"/>
            <a:ext cx="6770383" cy="3800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7070740"/>
      </p:ext>
    </p:extLst>
  </p:cSld>
  <p:clrMapOvr>
    <a:masterClrMapping/>
  </p:clrMapOvr>
  <p:transition>
    <p:strips dir="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p:cNvSpPr txBox="1">
            <a:spLocks/>
          </p:cNvSpPr>
          <p:nvPr/>
        </p:nvSpPr>
        <p:spPr>
          <a:xfrm>
            <a:off x="958506" y="800392"/>
            <a:ext cx="10264697" cy="12121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r>
              <a:rPr lang="en-US" sz="4000" b="1" spc="-5" dirty="0"/>
              <a:t>Overflow and Underflow</a:t>
            </a:r>
            <a:endParaRPr lang="en-US" sz="3200" b="1" spc="-10" dirty="0"/>
          </a:p>
        </p:txBody>
      </p:sp>
      <p:sp>
        <p:nvSpPr>
          <p:cNvPr id="8" name="object 2"/>
          <p:cNvSpPr txBox="1">
            <a:spLocks noGrp="1"/>
          </p:cNvSpPr>
          <p:nvPr>
            <p:ph type="title"/>
          </p:nvPr>
        </p:nvSpPr>
        <p:spPr>
          <a:xfrm>
            <a:off x="1371600" y="2154519"/>
            <a:ext cx="8150859" cy="391160"/>
          </a:xfrm>
          <a:prstGeom prst="rect">
            <a:avLst/>
          </a:prstGeom>
        </p:spPr>
        <p:txBody>
          <a:bodyPr vert="horz" wrap="square" lIns="0" tIns="12700" rIns="0" bIns="0" rtlCol="0">
            <a:spAutoFit/>
          </a:bodyPr>
          <a:lstStyle/>
          <a:p>
            <a:pPr marL="12700">
              <a:spcBef>
                <a:spcPts val="100"/>
              </a:spcBef>
            </a:pPr>
            <a:r>
              <a:rPr lang="en-US" sz="2800" b="1" dirty="0">
                <a:latin typeface="Times New Roman"/>
                <a:cs typeface="Times New Roman"/>
              </a:rPr>
              <a:t>Overflow</a:t>
            </a:r>
            <a:endParaRPr sz="2800" b="1" dirty="0">
              <a:latin typeface="Times New Roman"/>
              <a:cs typeface="Times New Roman"/>
            </a:endParaRPr>
          </a:p>
        </p:txBody>
      </p:sp>
      <p:sp>
        <p:nvSpPr>
          <p:cNvPr id="11" name="object 3"/>
          <p:cNvSpPr txBox="1"/>
          <p:nvPr/>
        </p:nvSpPr>
        <p:spPr>
          <a:xfrm>
            <a:off x="1524000" y="2695310"/>
            <a:ext cx="9699203" cy="1256754"/>
          </a:xfrm>
          <a:prstGeom prst="rect">
            <a:avLst/>
          </a:prstGeom>
        </p:spPr>
        <p:txBody>
          <a:bodyPr vert="horz" wrap="square" lIns="0" tIns="12700" rIns="0" bIns="0" rtlCol="0">
            <a:spAutoFit/>
          </a:bodyPr>
          <a:lstStyle/>
          <a:p>
            <a:pPr marL="12700" marR="5080" indent="-12700">
              <a:spcBef>
                <a:spcPts val="100"/>
              </a:spcBef>
            </a:pPr>
            <a:r>
              <a:rPr lang="en-US" sz="2000" b="1" i="0" dirty="0">
                <a:solidFill>
                  <a:srgbClr val="202124"/>
                </a:solidFill>
                <a:effectLst/>
                <a:latin typeface="arial" panose="020B0604020202020204" pitchFamily="34" charset="0"/>
              </a:rPr>
              <a:t>Overflow happens at the time of insertion</a:t>
            </a:r>
            <a:r>
              <a:rPr lang="en-US" sz="2000" b="0" i="0" dirty="0">
                <a:solidFill>
                  <a:srgbClr val="202124"/>
                </a:solidFill>
                <a:effectLst/>
                <a:latin typeface="arial" panose="020B0604020202020204" pitchFamily="34" charset="0"/>
              </a:rPr>
              <a:t>. If we have to insert new data into the data structure, but there is no free space i.e. availability list is empty, then this situation is called 'Overflow’.</a:t>
            </a:r>
          </a:p>
          <a:p>
            <a:pPr marL="12700" marR="5080" indent="-12700">
              <a:spcBef>
                <a:spcPts val="100"/>
              </a:spcBef>
            </a:pPr>
            <a:r>
              <a:rPr lang="en-US" sz="2000" dirty="0">
                <a:solidFill>
                  <a:srgbClr val="202124"/>
                </a:solidFill>
                <a:latin typeface="arial" panose="020B0604020202020204" pitchFamily="34" charset="0"/>
                <a:cs typeface="Times New Roman"/>
              </a:rPr>
              <a:t>Overflow will occur with our linked list when AVAIL = NULL and there is an insertion</a:t>
            </a:r>
            <a:endParaRPr sz="2000" dirty="0">
              <a:latin typeface="Times New Roman"/>
              <a:cs typeface="Times New Roman"/>
            </a:endParaRPr>
          </a:p>
        </p:txBody>
      </p:sp>
      <p:sp>
        <p:nvSpPr>
          <p:cNvPr id="10" name="object 2">
            <a:extLst>
              <a:ext uri="{FF2B5EF4-FFF2-40B4-BE49-F238E27FC236}">
                <a16:creationId xmlns:a16="http://schemas.microsoft.com/office/drawing/2014/main" id="{A2E896EB-41EE-4CCA-B8CA-3EC86BA8DA88}"/>
              </a:ext>
            </a:extLst>
          </p:cNvPr>
          <p:cNvSpPr txBox="1">
            <a:spLocks/>
          </p:cNvSpPr>
          <p:nvPr/>
        </p:nvSpPr>
        <p:spPr>
          <a:xfrm>
            <a:off x="1371600" y="4243720"/>
            <a:ext cx="8150859" cy="391160"/>
          </a:xfrm>
          <a:prstGeom prst="rect">
            <a:avLst/>
          </a:prstGeom>
        </p:spPr>
        <p:txBody>
          <a:bodyPr vert="horz" wrap="square" lIns="0" tIns="12700" rIns="0" bIns="0" rtlCol="0">
            <a:spAutoFit/>
          </a:bodyPr>
          <a:lstStyle>
            <a:lvl1pPr>
              <a:defRPr sz="2400" b="0" i="0">
                <a:solidFill>
                  <a:schemeClr val="tx1"/>
                </a:solidFill>
                <a:latin typeface="Times New Roman"/>
                <a:ea typeface="+mj-ea"/>
                <a:cs typeface="Times New Roman"/>
              </a:defRPr>
            </a:lvl1pPr>
          </a:lstStyle>
          <a:p>
            <a:pPr marL="12700">
              <a:spcBef>
                <a:spcPts val="100"/>
              </a:spcBef>
            </a:pPr>
            <a:r>
              <a:rPr lang="en-US" b="1" kern="0" dirty="0"/>
              <a:t>Underflow</a:t>
            </a:r>
          </a:p>
        </p:txBody>
      </p:sp>
      <p:sp>
        <p:nvSpPr>
          <p:cNvPr id="12" name="object 3">
            <a:extLst>
              <a:ext uri="{FF2B5EF4-FFF2-40B4-BE49-F238E27FC236}">
                <a16:creationId xmlns:a16="http://schemas.microsoft.com/office/drawing/2014/main" id="{1B648E98-B813-4355-BFDE-495D4C6B0DED}"/>
              </a:ext>
            </a:extLst>
          </p:cNvPr>
          <p:cNvSpPr txBox="1"/>
          <p:nvPr/>
        </p:nvSpPr>
        <p:spPr>
          <a:xfrm>
            <a:off x="1523999" y="4755566"/>
            <a:ext cx="9699203" cy="1577355"/>
          </a:xfrm>
          <a:prstGeom prst="rect">
            <a:avLst/>
          </a:prstGeom>
        </p:spPr>
        <p:txBody>
          <a:bodyPr vert="horz" wrap="square" lIns="0" tIns="12700" rIns="0" bIns="0" rtlCol="0">
            <a:spAutoFit/>
          </a:bodyPr>
          <a:lstStyle/>
          <a:p>
            <a:pPr marL="12700" marR="5080" indent="-12700">
              <a:spcBef>
                <a:spcPts val="100"/>
              </a:spcBef>
            </a:pPr>
            <a:r>
              <a:rPr lang="en-US" sz="2000" b="0" i="0" dirty="0">
                <a:solidFill>
                  <a:srgbClr val="202124"/>
                </a:solidFill>
                <a:effectLst/>
                <a:latin typeface="arial" panose="020B0604020202020204" pitchFamily="34" charset="0"/>
              </a:rPr>
              <a:t>Refers to the situation where </a:t>
            </a:r>
            <a:r>
              <a:rPr lang="en-US" sz="2000" b="1" i="0" dirty="0">
                <a:solidFill>
                  <a:srgbClr val="202124"/>
                </a:solidFill>
                <a:effectLst/>
                <a:latin typeface="arial" panose="020B0604020202020204" pitchFamily="34" charset="0"/>
              </a:rPr>
              <a:t>one wants to delete data </a:t>
            </a:r>
            <a:r>
              <a:rPr lang="en-US" sz="2000" b="0" i="0" dirty="0">
                <a:solidFill>
                  <a:srgbClr val="202124"/>
                </a:solidFill>
                <a:effectLst/>
                <a:latin typeface="arial" panose="020B0604020202020204" pitchFamily="34" charset="0"/>
              </a:rPr>
              <a:t>from a data structure that is empty.</a:t>
            </a:r>
          </a:p>
          <a:p>
            <a:pPr marL="12700" marR="5080" indent="-12700">
              <a:spcBef>
                <a:spcPts val="100"/>
              </a:spcBef>
            </a:pPr>
            <a:r>
              <a:rPr lang="en-US" sz="2000" dirty="0">
                <a:solidFill>
                  <a:srgbClr val="202124"/>
                </a:solidFill>
                <a:latin typeface="arial" panose="020B0604020202020204" pitchFamily="34" charset="0"/>
                <a:cs typeface="Times New Roman"/>
              </a:rPr>
              <a:t>The situation is handled by printing the message UNDERFLOW</a:t>
            </a:r>
          </a:p>
          <a:p>
            <a:pPr marL="12700" marR="5080" indent="-12700">
              <a:spcBef>
                <a:spcPts val="100"/>
              </a:spcBef>
            </a:pPr>
            <a:r>
              <a:rPr lang="en-US" sz="2000" dirty="0">
                <a:solidFill>
                  <a:srgbClr val="202124"/>
                </a:solidFill>
                <a:latin typeface="arial" panose="020B0604020202020204" pitchFamily="34" charset="0"/>
                <a:cs typeface="Times New Roman"/>
              </a:rPr>
              <a:t>Observe that underflow will occur when our linked lists when START = NULL and there is a deletion</a:t>
            </a:r>
            <a:endParaRPr sz="2000" dirty="0">
              <a:latin typeface="Times New Roman"/>
              <a:cs typeface="Times New Roman"/>
            </a:endParaRPr>
          </a:p>
        </p:txBody>
      </p:sp>
    </p:spTree>
    <p:extLst>
      <p:ext uri="{BB962C8B-B14F-4D97-AF65-F5344CB8AC3E}">
        <p14:creationId xmlns:p14="http://schemas.microsoft.com/office/powerpoint/2010/main" val="1131822913"/>
      </p:ext>
    </p:extLst>
  </p:cSld>
  <p:clrMapOvr>
    <a:masterClrMapping/>
  </p:clrMapOvr>
  <p:transition>
    <p:strips dir="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2"/>
          <p:cNvSpPr txBox="1">
            <a:spLocks noGrp="1"/>
          </p:cNvSpPr>
          <p:nvPr>
            <p:ph type="title"/>
          </p:nvPr>
        </p:nvSpPr>
        <p:spPr>
          <a:xfrm>
            <a:off x="4106848" y="608596"/>
            <a:ext cx="4489450" cy="635000"/>
          </a:xfrm>
          <a:prstGeom prst="rect">
            <a:avLst/>
          </a:prstGeom>
        </p:spPr>
        <p:txBody>
          <a:bodyPr vert="horz" wrap="square" lIns="0" tIns="12065" rIns="0" bIns="0" rtlCol="0">
            <a:spAutoFit/>
          </a:bodyPr>
          <a:lstStyle/>
          <a:p>
            <a:pPr marL="12700">
              <a:spcBef>
                <a:spcPts val="95"/>
              </a:spcBef>
            </a:pPr>
            <a:r>
              <a:rPr sz="4000" dirty="0"/>
              <a:t>Insertion </a:t>
            </a:r>
            <a:r>
              <a:rPr sz="4000" spc="-5" dirty="0"/>
              <a:t>at</a:t>
            </a:r>
            <a:r>
              <a:rPr sz="4000" spc="-70" dirty="0"/>
              <a:t> </a:t>
            </a:r>
            <a:r>
              <a:rPr sz="4000" dirty="0"/>
              <a:t>beginning</a:t>
            </a:r>
            <a:endParaRPr sz="4000"/>
          </a:p>
        </p:txBody>
      </p:sp>
      <p:pic>
        <p:nvPicPr>
          <p:cNvPr id="1026" name="Picture 2">
            <a:extLst>
              <a:ext uri="{FF2B5EF4-FFF2-40B4-BE49-F238E27FC236}">
                <a16:creationId xmlns:a16="http://schemas.microsoft.com/office/drawing/2014/main" id="{0C6CEACF-8799-4DA9-888F-9C4AE6FCEF4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951"/>
          <a:stretch/>
        </p:blipFill>
        <p:spPr bwMode="auto">
          <a:xfrm>
            <a:off x="2019300" y="1868805"/>
            <a:ext cx="8153400" cy="3952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3118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2"/>
          <p:cNvSpPr txBox="1">
            <a:spLocks noGrp="1"/>
          </p:cNvSpPr>
          <p:nvPr>
            <p:ph type="title"/>
          </p:nvPr>
        </p:nvSpPr>
        <p:spPr>
          <a:xfrm>
            <a:off x="1922318" y="598035"/>
            <a:ext cx="6673980" cy="645561"/>
          </a:xfrm>
          <a:prstGeom prst="rect">
            <a:avLst/>
          </a:prstGeom>
        </p:spPr>
        <p:txBody>
          <a:bodyPr vert="horz" wrap="square" lIns="0" tIns="12065" rIns="0" bIns="0" rtlCol="0">
            <a:spAutoFit/>
          </a:bodyPr>
          <a:lstStyle/>
          <a:p>
            <a:pPr marL="12700">
              <a:spcBef>
                <a:spcPts val="95"/>
              </a:spcBef>
            </a:pPr>
            <a:r>
              <a:rPr b="1" dirty="0"/>
              <a:t>Insertion </a:t>
            </a:r>
            <a:r>
              <a:rPr b="1" spc="-5" dirty="0"/>
              <a:t>at</a:t>
            </a:r>
            <a:r>
              <a:rPr b="1" spc="-70" dirty="0"/>
              <a:t> </a:t>
            </a:r>
            <a:r>
              <a:rPr b="1" dirty="0"/>
              <a:t>beginning</a:t>
            </a:r>
          </a:p>
        </p:txBody>
      </p:sp>
      <p:pic>
        <p:nvPicPr>
          <p:cNvPr id="5" name="Picture 4">
            <a:extLst>
              <a:ext uri="{FF2B5EF4-FFF2-40B4-BE49-F238E27FC236}">
                <a16:creationId xmlns:a16="http://schemas.microsoft.com/office/drawing/2014/main" id="{BA95AABD-27A2-88F8-11AA-5945AD7DD7F8}"/>
              </a:ext>
            </a:extLst>
          </p:cNvPr>
          <p:cNvPicPr>
            <a:picLocks noChangeAspect="1"/>
          </p:cNvPicPr>
          <p:nvPr/>
        </p:nvPicPr>
        <p:blipFill>
          <a:blip r:embed="rId3"/>
          <a:stretch>
            <a:fillRect/>
          </a:stretch>
        </p:blipFill>
        <p:spPr>
          <a:xfrm>
            <a:off x="1128903" y="1964627"/>
            <a:ext cx="10123306" cy="2295646"/>
          </a:xfrm>
          <a:prstGeom prst="rect">
            <a:avLst/>
          </a:prstGeom>
        </p:spPr>
      </p:pic>
    </p:spTree>
    <p:extLst>
      <p:ext uri="{BB962C8B-B14F-4D97-AF65-F5344CB8AC3E}">
        <p14:creationId xmlns:p14="http://schemas.microsoft.com/office/powerpoint/2010/main" val="1757840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object 2"/>
          <p:cNvSpPr txBox="1">
            <a:spLocks noGrp="1"/>
          </p:cNvSpPr>
          <p:nvPr>
            <p:ph type="title"/>
          </p:nvPr>
        </p:nvSpPr>
        <p:spPr>
          <a:xfrm>
            <a:off x="4298182" y="539805"/>
            <a:ext cx="3627120" cy="696595"/>
          </a:xfrm>
          <a:prstGeom prst="rect">
            <a:avLst/>
          </a:prstGeom>
        </p:spPr>
        <p:txBody>
          <a:bodyPr vert="horz" wrap="square" lIns="0" tIns="13335" rIns="0" bIns="0" rtlCol="0">
            <a:spAutoFit/>
          </a:bodyPr>
          <a:lstStyle/>
          <a:p>
            <a:pPr marL="12700">
              <a:spcBef>
                <a:spcPts val="105"/>
              </a:spcBef>
            </a:pPr>
            <a:r>
              <a:rPr sz="4400" dirty="0"/>
              <a:t>Insertion At</a:t>
            </a:r>
            <a:r>
              <a:rPr sz="4400" spc="-335" dirty="0"/>
              <a:t> </a:t>
            </a:r>
            <a:r>
              <a:rPr sz="4400" dirty="0"/>
              <a:t>end</a:t>
            </a:r>
            <a:endParaRPr sz="4400"/>
          </a:p>
        </p:txBody>
      </p:sp>
      <p:pic>
        <p:nvPicPr>
          <p:cNvPr id="2050" name="Picture 2">
            <a:extLst>
              <a:ext uri="{FF2B5EF4-FFF2-40B4-BE49-F238E27FC236}">
                <a16:creationId xmlns:a16="http://schemas.microsoft.com/office/drawing/2014/main" id="{3A763EA6-EE66-4123-903F-3487B0CF668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807"/>
          <a:stretch/>
        </p:blipFill>
        <p:spPr bwMode="auto">
          <a:xfrm>
            <a:off x="2257425" y="1400175"/>
            <a:ext cx="7677150" cy="3781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1518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2D59B41-1123-4EA5-AE8D-BDAADBC9A951}"/>
              </a:ext>
            </a:extLst>
          </p:cNvPr>
          <p:cNvPicPr>
            <a:picLocks noChangeAspect="1"/>
          </p:cNvPicPr>
          <p:nvPr/>
        </p:nvPicPr>
        <p:blipFill>
          <a:blip r:embed="rId3"/>
          <a:stretch>
            <a:fillRect/>
          </a:stretch>
        </p:blipFill>
        <p:spPr>
          <a:xfrm>
            <a:off x="974561" y="2150920"/>
            <a:ext cx="8240290" cy="3217100"/>
          </a:xfrm>
          <a:prstGeom prst="rect">
            <a:avLst/>
          </a:prstGeom>
        </p:spPr>
      </p:pic>
      <p:pic>
        <p:nvPicPr>
          <p:cNvPr id="2" name="Picture 1">
            <a:extLst>
              <a:ext uri="{FF2B5EF4-FFF2-40B4-BE49-F238E27FC236}">
                <a16:creationId xmlns:a16="http://schemas.microsoft.com/office/drawing/2014/main" id="{CEF3A9D0-C3C2-4961-9AC0-4EEFFA8C9CC2}"/>
              </a:ext>
            </a:extLst>
          </p:cNvPr>
          <p:cNvPicPr>
            <a:picLocks noChangeAspect="1"/>
          </p:cNvPicPr>
          <p:nvPr/>
        </p:nvPicPr>
        <p:blipFill>
          <a:blip r:embed="rId4"/>
          <a:stretch>
            <a:fillRect/>
          </a:stretch>
        </p:blipFill>
        <p:spPr>
          <a:xfrm>
            <a:off x="6106397" y="3048000"/>
            <a:ext cx="6014233" cy="3686233"/>
          </a:xfrm>
          <a:prstGeom prst="rect">
            <a:avLst/>
          </a:prstGeom>
        </p:spPr>
      </p:pic>
      <p:sp>
        <p:nvSpPr>
          <p:cNvPr id="5" name="Title 4">
            <a:extLst>
              <a:ext uri="{FF2B5EF4-FFF2-40B4-BE49-F238E27FC236}">
                <a16:creationId xmlns:a16="http://schemas.microsoft.com/office/drawing/2014/main" id="{711549D5-934F-2BCF-8D25-572E8A1302EF}"/>
              </a:ext>
            </a:extLst>
          </p:cNvPr>
          <p:cNvSpPr>
            <a:spLocks noGrp="1"/>
          </p:cNvSpPr>
          <p:nvPr>
            <p:ph type="title"/>
          </p:nvPr>
        </p:nvSpPr>
        <p:spPr/>
        <p:txBody>
          <a:bodyPr/>
          <a:lstStyle/>
          <a:p>
            <a:r>
              <a:rPr lang="en-US" dirty="0"/>
              <a:t>Insertion at End</a:t>
            </a:r>
          </a:p>
        </p:txBody>
      </p:sp>
    </p:spTree>
    <p:extLst>
      <p:ext uri="{BB962C8B-B14F-4D97-AF65-F5344CB8AC3E}">
        <p14:creationId xmlns:p14="http://schemas.microsoft.com/office/powerpoint/2010/main" val="2777918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p:cNvSpPr txBox="1">
            <a:spLocks/>
          </p:cNvSpPr>
          <p:nvPr/>
        </p:nvSpPr>
        <p:spPr>
          <a:xfrm>
            <a:off x="958506" y="800392"/>
            <a:ext cx="10264697" cy="12121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r>
              <a:rPr lang="en-US" sz="4000" b="1" spc="-5" dirty="0"/>
              <a:t>OPERATION ON SINGLE LINKED LIST</a:t>
            </a:r>
            <a:endParaRPr lang="en-US" sz="3200" b="1" spc="-10" dirty="0"/>
          </a:p>
        </p:txBody>
      </p:sp>
      <p:sp>
        <p:nvSpPr>
          <p:cNvPr id="10" name="object 2"/>
          <p:cNvSpPr txBox="1"/>
          <p:nvPr/>
        </p:nvSpPr>
        <p:spPr>
          <a:xfrm>
            <a:off x="1292452" y="2998821"/>
            <a:ext cx="9897769" cy="2577629"/>
          </a:xfrm>
          <a:prstGeom prst="rect">
            <a:avLst/>
          </a:prstGeom>
        </p:spPr>
        <p:txBody>
          <a:bodyPr vert="horz" wrap="square" lIns="0" tIns="12700" rIns="0" bIns="0" rtlCol="0">
            <a:spAutoFit/>
          </a:bodyPr>
          <a:lstStyle/>
          <a:p>
            <a:pPr marL="12700" marR="464820">
              <a:spcBef>
                <a:spcPts val="100"/>
              </a:spcBef>
              <a:buSzPct val="95833"/>
              <a:buFont typeface="Wingdings"/>
              <a:buChar char=""/>
              <a:tabLst>
                <a:tab pos="255904" algn="l"/>
              </a:tabLst>
            </a:pPr>
            <a:r>
              <a:rPr sz="2400" spc="-90" dirty="0">
                <a:latin typeface="Times New Roman"/>
                <a:cs typeface="Times New Roman"/>
              </a:rPr>
              <a:t>To </a:t>
            </a:r>
            <a:r>
              <a:rPr sz="2400" dirty="0">
                <a:latin typeface="Times New Roman"/>
                <a:cs typeface="Times New Roman"/>
              </a:rPr>
              <a:t>insert a </a:t>
            </a:r>
            <a:r>
              <a:rPr sz="2400" spc="-5" dirty="0">
                <a:latin typeface="Times New Roman"/>
                <a:cs typeface="Times New Roman"/>
              </a:rPr>
              <a:t>new </a:t>
            </a:r>
            <a:r>
              <a:rPr sz="2400" dirty="0">
                <a:latin typeface="Times New Roman"/>
                <a:cs typeface="Times New Roman"/>
              </a:rPr>
              <a:t>node at the specified position </a:t>
            </a:r>
            <a:r>
              <a:rPr sz="2400" spc="-5" dirty="0">
                <a:latin typeface="Times New Roman"/>
                <a:cs typeface="Times New Roman"/>
              </a:rPr>
              <a:t>we </a:t>
            </a:r>
            <a:r>
              <a:rPr sz="2400" dirty="0">
                <a:latin typeface="Times New Roman"/>
                <a:cs typeface="Times New Roman"/>
              </a:rPr>
              <a:t>have</a:t>
            </a:r>
            <a:r>
              <a:rPr sz="2400" spc="-75" dirty="0">
                <a:latin typeface="Times New Roman"/>
                <a:cs typeface="Times New Roman"/>
              </a:rPr>
              <a:t> </a:t>
            </a:r>
            <a:r>
              <a:rPr sz="2400" dirty="0">
                <a:latin typeface="Times New Roman"/>
                <a:cs typeface="Times New Roman"/>
              </a:rPr>
              <a:t>to  search position in the</a:t>
            </a:r>
            <a:r>
              <a:rPr sz="2400" spc="-45" dirty="0">
                <a:latin typeface="Times New Roman"/>
                <a:cs typeface="Times New Roman"/>
              </a:rPr>
              <a:t> </a:t>
            </a:r>
            <a:r>
              <a:rPr sz="2400" dirty="0">
                <a:latin typeface="Times New Roman"/>
                <a:cs typeface="Times New Roman"/>
              </a:rPr>
              <a:t>list.</a:t>
            </a:r>
          </a:p>
          <a:p>
            <a:pPr marL="255270" indent="-243204">
              <a:lnSpc>
                <a:spcPts val="2820"/>
              </a:lnSpc>
              <a:buSzPct val="95833"/>
              <a:buFont typeface="Wingdings"/>
              <a:buChar char=""/>
              <a:tabLst>
                <a:tab pos="255904" algn="l"/>
              </a:tabLst>
            </a:pPr>
            <a:r>
              <a:rPr sz="2400" dirty="0">
                <a:latin typeface="Times New Roman"/>
                <a:cs typeface="Times New Roman"/>
              </a:rPr>
              <a:t>Then </a:t>
            </a:r>
            <a:r>
              <a:rPr sz="2400" spc="-5" dirty="0">
                <a:latin typeface="Times New Roman"/>
                <a:cs typeface="Times New Roman"/>
              </a:rPr>
              <a:t>we </a:t>
            </a:r>
            <a:r>
              <a:rPr sz="2400" dirty="0">
                <a:latin typeface="Times New Roman"/>
                <a:cs typeface="Times New Roman"/>
              </a:rPr>
              <a:t>can insert the node after the position. Let</a:t>
            </a:r>
            <a:r>
              <a:rPr sz="2400" spc="-204" dirty="0">
                <a:latin typeface="Times New Roman"/>
                <a:cs typeface="Times New Roman"/>
              </a:rPr>
              <a:t> </a:t>
            </a:r>
            <a:r>
              <a:rPr sz="2400" dirty="0">
                <a:latin typeface="Times New Roman"/>
                <a:cs typeface="Times New Roman"/>
              </a:rPr>
              <a:t>the</a:t>
            </a:r>
            <a:r>
              <a:rPr lang="en-US" sz="2400" dirty="0">
                <a:latin typeface="Times New Roman"/>
                <a:cs typeface="Times New Roman"/>
              </a:rPr>
              <a:t> </a:t>
            </a:r>
            <a:r>
              <a:rPr sz="2400" dirty="0">
                <a:latin typeface="Times New Roman"/>
                <a:cs typeface="Times New Roman"/>
              </a:rPr>
              <a:t>address of the specified node be kept in</a:t>
            </a:r>
            <a:r>
              <a:rPr sz="2400" spc="-120" dirty="0">
                <a:latin typeface="Times New Roman"/>
                <a:cs typeface="Times New Roman"/>
              </a:rPr>
              <a:t> </a:t>
            </a:r>
            <a:r>
              <a:rPr sz="2400" spc="-35" dirty="0">
                <a:latin typeface="Times New Roman"/>
                <a:cs typeface="Times New Roman"/>
              </a:rPr>
              <a:t>ptr.</a:t>
            </a:r>
            <a:endParaRPr sz="2400" dirty="0">
              <a:latin typeface="Times New Roman"/>
              <a:cs typeface="Times New Roman"/>
            </a:endParaRPr>
          </a:p>
          <a:p>
            <a:pPr marL="12700" marR="5080">
              <a:buSzPct val="95833"/>
              <a:buFont typeface="Wingdings"/>
              <a:buChar char=""/>
              <a:tabLst>
                <a:tab pos="255904" algn="l"/>
              </a:tabLst>
            </a:pPr>
            <a:r>
              <a:rPr sz="2400" spc="-5" dirty="0">
                <a:latin typeface="Times New Roman"/>
                <a:cs typeface="Times New Roman"/>
              </a:rPr>
              <a:t>Adjust </a:t>
            </a:r>
            <a:r>
              <a:rPr sz="2400" dirty="0">
                <a:latin typeface="Times New Roman"/>
                <a:cs typeface="Times New Roman"/>
              </a:rPr>
              <a:t>the pointer </a:t>
            </a:r>
            <a:r>
              <a:rPr sz="2400" spc="-5" dirty="0">
                <a:latin typeface="Times New Roman"/>
                <a:cs typeface="Times New Roman"/>
              </a:rPr>
              <a:t>so </a:t>
            </a:r>
            <a:r>
              <a:rPr sz="2400" dirty="0">
                <a:latin typeface="Times New Roman"/>
                <a:cs typeface="Times New Roman"/>
              </a:rPr>
              <a:t>that next pointer of  the specified node pointed </a:t>
            </a:r>
            <a:r>
              <a:rPr lang="en-US" sz="2400" dirty="0">
                <a:latin typeface="Times New Roman"/>
                <a:cs typeface="Times New Roman"/>
              </a:rPr>
              <a:t>to</a:t>
            </a:r>
            <a:r>
              <a:rPr sz="2400" dirty="0">
                <a:latin typeface="Times New Roman"/>
                <a:cs typeface="Times New Roman"/>
              </a:rPr>
              <a:t> the</a:t>
            </a:r>
            <a:r>
              <a:rPr sz="2400" spc="-100" dirty="0">
                <a:latin typeface="Times New Roman"/>
                <a:cs typeface="Times New Roman"/>
              </a:rPr>
              <a:t> </a:t>
            </a:r>
            <a:r>
              <a:rPr sz="2400" spc="-35" dirty="0">
                <a:latin typeface="Times New Roman"/>
                <a:cs typeface="Times New Roman"/>
              </a:rPr>
              <a:t>ptr.</a:t>
            </a:r>
            <a:endParaRPr sz="2400" dirty="0">
              <a:latin typeface="Times New Roman"/>
              <a:cs typeface="Times New Roman"/>
            </a:endParaRPr>
          </a:p>
          <a:p>
            <a:pPr marL="12700" marR="125095">
              <a:buSzPct val="95833"/>
              <a:buFont typeface="Wingdings"/>
              <a:buChar char=""/>
              <a:tabLst>
                <a:tab pos="255904" algn="l"/>
              </a:tabLst>
            </a:pPr>
            <a:r>
              <a:rPr sz="2400" dirty="0">
                <a:latin typeface="Times New Roman"/>
                <a:cs typeface="Times New Roman"/>
              </a:rPr>
              <a:t>The next pointer of the specified node </a:t>
            </a:r>
            <a:r>
              <a:rPr sz="2400" spc="-5" dirty="0">
                <a:latin typeface="Times New Roman"/>
                <a:cs typeface="Times New Roman"/>
              </a:rPr>
              <a:t>will </a:t>
            </a:r>
            <a:r>
              <a:rPr sz="2400" dirty="0">
                <a:latin typeface="Times New Roman"/>
                <a:cs typeface="Times New Roman"/>
              </a:rPr>
              <a:t>point to the</a:t>
            </a:r>
            <a:r>
              <a:rPr sz="2400" spc="-200" dirty="0">
                <a:latin typeface="Times New Roman"/>
                <a:cs typeface="Times New Roman"/>
              </a:rPr>
              <a:t> </a:t>
            </a:r>
            <a:r>
              <a:rPr sz="2400" dirty="0">
                <a:latin typeface="Times New Roman"/>
                <a:cs typeface="Times New Roman"/>
              </a:rPr>
              <a:t>next  pointer of the node pointed by new</a:t>
            </a:r>
            <a:r>
              <a:rPr sz="2400" spc="-105" dirty="0">
                <a:latin typeface="Times New Roman"/>
                <a:cs typeface="Times New Roman"/>
              </a:rPr>
              <a:t> </a:t>
            </a:r>
            <a:r>
              <a:rPr sz="2400" spc="-35" dirty="0">
                <a:latin typeface="Times New Roman"/>
                <a:cs typeface="Times New Roman"/>
              </a:rPr>
              <a:t>ptr.</a:t>
            </a:r>
            <a:endParaRPr sz="2400" dirty="0">
              <a:latin typeface="Times New Roman"/>
              <a:cs typeface="Times New Roman"/>
            </a:endParaRPr>
          </a:p>
        </p:txBody>
      </p:sp>
      <p:sp>
        <p:nvSpPr>
          <p:cNvPr id="12" name="object 3"/>
          <p:cNvSpPr txBox="1">
            <a:spLocks noGrp="1"/>
          </p:cNvSpPr>
          <p:nvPr>
            <p:ph type="title"/>
          </p:nvPr>
        </p:nvSpPr>
        <p:spPr>
          <a:xfrm>
            <a:off x="1524000" y="2212385"/>
            <a:ext cx="7475220" cy="696595"/>
          </a:xfrm>
          <a:prstGeom prst="rect">
            <a:avLst/>
          </a:prstGeom>
        </p:spPr>
        <p:txBody>
          <a:bodyPr vert="horz" wrap="square" lIns="0" tIns="13335" rIns="0" bIns="0" rtlCol="0">
            <a:spAutoFit/>
          </a:bodyPr>
          <a:lstStyle/>
          <a:p>
            <a:pPr marL="12700">
              <a:spcBef>
                <a:spcPts val="105"/>
              </a:spcBef>
            </a:pPr>
            <a:r>
              <a:rPr sz="4400" dirty="0"/>
              <a:t>Insertion at the specified</a:t>
            </a:r>
            <a:r>
              <a:rPr sz="4400" spc="-114" dirty="0"/>
              <a:t> </a:t>
            </a:r>
            <a:r>
              <a:rPr sz="4400" dirty="0"/>
              <a:t>position</a:t>
            </a:r>
            <a:endParaRPr sz="4400"/>
          </a:p>
        </p:txBody>
      </p:sp>
    </p:spTree>
    <p:extLst>
      <p:ext uri="{BB962C8B-B14F-4D97-AF65-F5344CB8AC3E}">
        <p14:creationId xmlns:p14="http://schemas.microsoft.com/office/powerpoint/2010/main" val="800182400"/>
      </p:ext>
    </p:extLst>
  </p:cSld>
  <p:clrMapOvr>
    <a:masterClrMapping/>
  </p:clrMapOvr>
  <p:transition>
    <p:strips dir="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object 2"/>
          <p:cNvSpPr txBox="1">
            <a:spLocks noGrp="1"/>
          </p:cNvSpPr>
          <p:nvPr>
            <p:ph type="title"/>
          </p:nvPr>
        </p:nvSpPr>
        <p:spPr>
          <a:xfrm>
            <a:off x="2514600" y="536576"/>
            <a:ext cx="7475220" cy="696595"/>
          </a:xfrm>
          <a:prstGeom prst="rect">
            <a:avLst/>
          </a:prstGeom>
        </p:spPr>
        <p:txBody>
          <a:bodyPr vert="horz" wrap="square" lIns="0" tIns="13335" rIns="0" bIns="0" rtlCol="0">
            <a:spAutoFit/>
          </a:bodyPr>
          <a:lstStyle/>
          <a:p>
            <a:pPr marL="12700">
              <a:spcBef>
                <a:spcPts val="105"/>
              </a:spcBef>
            </a:pPr>
            <a:r>
              <a:rPr sz="4400" dirty="0"/>
              <a:t>Insertion at the specified</a:t>
            </a:r>
            <a:r>
              <a:rPr sz="4400" spc="-114" dirty="0"/>
              <a:t> </a:t>
            </a:r>
            <a:r>
              <a:rPr sz="4400" dirty="0"/>
              <a:t>position</a:t>
            </a:r>
            <a:endParaRPr sz="4400"/>
          </a:p>
        </p:txBody>
      </p:sp>
      <p:pic>
        <p:nvPicPr>
          <p:cNvPr id="3074" name="Picture 2" descr="Insertion in singly linked list after specified Node">
            <a:extLst>
              <a:ext uri="{FF2B5EF4-FFF2-40B4-BE49-F238E27FC236}">
                <a16:creationId xmlns:a16="http://schemas.microsoft.com/office/drawing/2014/main" id="{4C3CF3D1-9DD8-4CFB-8769-4842C1DB27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676400"/>
            <a:ext cx="8686800" cy="4005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064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object 2"/>
          <p:cNvSpPr txBox="1">
            <a:spLocks noGrp="1"/>
          </p:cNvSpPr>
          <p:nvPr>
            <p:ph type="title"/>
          </p:nvPr>
        </p:nvSpPr>
        <p:spPr>
          <a:xfrm>
            <a:off x="2514600" y="536576"/>
            <a:ext cx="7475220" cy="696595"/>
          </a:xfrm>
          <a:prstGeom prst="rect">
            <a:avLst/>
          </a:prstGeom>
        </p:spPr>
        <p:txBody>
          <a:bodyPr vert="horz" wrap="square" lIns="0" tIns="13335" rIns="0" bIns="0" rtlCol="0">
            <a:spAutoFit/>
          </a:bodyPr>
          <a:lstStyle/>
          <a:p>
            <a:pPr marL="12700">
              <a:spcBef>
                <a:spcPts val="105"/>
              </a:spcBef>
            </a:pPr>
            <a:r>
              <a:rPr sz="4400" dirty="0"/>
              <a:t>Insertion at the specified</a:t>
            </a:r>
            <a:r>
              <a:rPr sz="4400" spc="-114" dirty="0"/>
              <a:t> </a:t>
            </a:r>
            <a:r>
              <a:rPr sz="4400" dirty="0"/>
              <a:t>position</a:t>
            </a:r>
            <a:endParaRPr sz="4400"/>
          </a:p>
        </p:txBody>
      </p:sp>
      <p:pic>
        <p:nvPicPr>
          <p:cNvPr id="4" name="Picture 3">
            <a:extLst>
              <a:ext uri="{FF2B5EF4-FFF2-40B4-BE49-F238E27FC236}">
                <a16:creationId xmlns:a16="http://schemas.microsoft.com/office/drawing/2014/main" id="{ADA5EB8A-E98F-B587-F08E-CD0776A8485D}"/>
              </a:ext>
            </a:extLst>
          </p:cNvPr>
          <p:cNvPicPr>
            <a:picLocks noChangeAspect="1"/>
          </p:cNvPicPr>
          <p:nvPr/>
        </p:nvPicPr>
        <p:blipFill>
          <a:blip r:embed="rId3"/>
          <a:stretch>
            <a:fillRect/>
          </a:stretch>
        </p:blipFill>
        <p:spPr>
          <a:xfrm>
            <a:off x="259773" y="1233171"/>
            <a:ext cx="7128163" cy="5633047"/>
          </a:xfrm>
          <a:prstGeom prst="rect">
            <a:avLst/>
          </a:prstGeom>
        </p:spPr>
      </p:pic>
    </p:spTree>
    <p:extLst>
      <p:ext uri="{BB962C8B-B14F-4D97-AF65-F5344CB8AC3E}">
        <p14:creationId xmlns:p14="http://schemas.microsoft.com/office/powerpoint/2010/main" val="3705941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p:cNvSpPr txBox="1">
            <a:spLocks/>
          </p:cNvSpPr>
          <p:nvPr/>
        </p:nvSpPr>
        <p:spPr>
          <a:xfrm>
            <a:off x="958506" y="800392"/>
            <a:ext cx="10264697" cy="121210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r>
              <a:rPr lang="en-US" sz="4000" b="1" spc="-5" dirty="0"/>
              <a:t>OPERATION ON SINGLE LINKED LIST</a:t>
            </a:r>
            <a:endParaRPr lang="en-US" sz="3200" b="1" spc="-10" dirty="0"/>
          </a:p>
        </p:txBody>
      </p:sp>
      <p:sp>
        <p:nvSpPr>
          <p:cNvPr id="11" name="object 2"/>
          <p:cNvSpPr txBox="1">
            <a:spLocks/>
          </p:cNvSpPr>
          <p:nvPr/>
        </p:nvSpPr>
        <p:spPr>
          <a:xfrm>
            <a:off x="1819803" y="2087502"/>
            <a:ext cx="7315200" cy="574040"/>
          </a:xfrm>
          <a:prstGeom prst="rect">
            <a:avLst/>
          </a:prstGeom>
        </p:spPr>
        <p:txBody>
          <a:bodyPr vert="horz" wrap="square" lIns="0" tIns="12700" rIns="0" bIns="0" rtlCol="0">
            <a:spAutoFit/>
          </a:bodyPr>
          <a:lstStyle>
            <a:lvl1pPr>
              <a:defRPr sz="2400" b="0" i="0">
                <a:solidFill>
                  <a:schemeClr val="tx1"/>
                </a:solidFill>
                <a:latin typeface="Times New Roman"/>
                <a:ea typeface="+mj-ea"/>
                <a:cs typeface="Times New Roman"/>
              </a:defRPr>
            </a:lvl1pPr>
          </a:lstStyle>
          <a:p>
            <a:pPr marL="12700">
              <a:spcBef>
                <a:spcPts val="100"/>
              </a:spcBef>
            </a:pPr>
            <a:r>
              <a:rPr lang="en-US" sz="3600" kern="0" spc="-5"/>
              <a:t>Deletion an element from the linked</a:t>
            </a:r>
            <a:r>
              <a:rPr lang="en-US" sz="3600" kern="0" spc="85"/>
              <a:t> </a:t>
            </a:r>
            <a:r>
              <a:rPr lang="en-US" sz="3600" kern="0" spc="-5"/>
              <a:t>list</a:t>
            </a:r>
            <a:endParaRPr lang="en-US" sz="3600" kern="0" dirty="0"/>
          </a:p>
        </p:txBody>
      </p:sp>
      <p:sp>
        <p:nvSpPr>
          <p:cNvPr id="13" name="object 3"/>
          <p:cNvSpPr txBox="1"/>
          <p:nvPr/>
        </p:nvSpPr>
        <p:spPr>
          <a:xfrm>
            <a:off x="1402308" y="2923081"/>
            <a:ext cx="10342019" cy="3164969"/>
          </a:xfrm>
          <a:prstGeom prst="rect">
            <a:avLst/>
          </a:prstGeom>
        </p:spPr>
        <p:txBody>
          <a:bodyPr vert="horz" wrap="square" lIns="0" tIns="12700" rIns="0" bIns="0" rtlCol="0">
            <a:spAutoFit/>
          </a:bodyPr>
          <a:lstStyle/>
          <a:p>
            <a:pPr marL="1003300">
              <a:spcBef>
                <a:spcPts val="100"/>
              </a:spcBef>
            </a:pPr>
            <a:r>
              <a:rPr sz="2400" dirty="0">
                <a:latin typeface="Times New Roman"/>
                <a:cs typeface="Times New Roman"/>
              </a:rPr>
              <a:t>If the node be deleted, that </a:t>
            </a:r>
            <a:r>
              <a:rPr sz="2400" spc="-5" dirty="0">
                <a:latin typeface="Times New Roman"/>
                <a:cs typeface="Times New Roman"/>
              </a:rPr>
              <a:t>element </a:t>
            </a:r>
            <a:r>
              <a:rPr sz="2400" dirty="0">
                <a:latin typeface="Times New Roman"/>
                <a:cs typeface="Times New Roman"/>
              </a:rPr>
              <a:t>should be search</a:t>
            </a:r>
            <a:r>
              <a:rPr sz="2400" spc="-155" dirty="0">
                <a:latin typeface="Times New Roman"/>
                <a:cs typeface="Times New Roman"/>
              </a:rPr>
              <a:t> </a:t>
            </a:r>
            <a:r>
              <a:rPr sz="2400" dirty="0">
                <a:latin typeface="Times New Roman"/>
                <a:cs typeface="Times New Roman"/>
              </a:rPr>
              <a:t>all</a:t>
            </a:r>
          </a:p>
          <a:p>
            <a:pPr marL="88900">
              <a:spcBef>
                <a:spcPts val="5"/>
              </a:spcBef>
            </a:pPr>
            <a:r>
              <a:rPr sz="2400" dirty="0">
                <a:latin typeface="Times New Roman"/>
                <a:cs typeface="Times New Roman"/>
              </a:rPr>
              <a:t>over the list still the node find. Then it should be</a:t>
            </a:r>
            <a:r>
              <a:rPr sz="2400" spc="-200" dirty="0">
                <a:latin typeface="Times New Roman"/>
                <a:cs typeface="Times New Roman"/>
              </a:rPr>
              <a:t> </a:t>
            </a:r>
            <a:r>
              <a:rPr sz="2400" dirty="0">
                <a:latin typeface="Times New Roman"/>
                <a:cs typeface="Times New Roman"/>
              </a:rPr>
              <a:t>deleted.</a:t>
            </a:r>
          </a:p>
          <a:p>
            <a:pPr>
              <a:spcBef>
                <a:spcPts val="10"/>
              </a:spcBef>
            </a:pPr>
            <a:endParaRPr sz="3850" dirty="0">
              <a:latin typeface="Times New Roman"/>
              <a:cs typeface="Times New Roman"/>
            </a:endParaRPr>
          </a:p>
          <a:p>
            <a:pPr marL="12700"/>
            <a:r>
              <a:rPr sz="2400" b="1" spc="-5" dirty="0">
                <a:latin typeface="Times New Roman"/>
                <a:cs typeface="Times New Roman"/>
              </a:rPr>
              <a:t>As </a:t>
            </a:r>
            <a:r>
              <a:rPr sz="2400" b="1" dirty="0">
                <a:latin typeface="Times New Roman"/>
                <a:cs typeface="Times New Roman"/>
              </a:rPr>
              <a:t>like </a:t>
            </a:r>
            <a:r>
              <a:rPr sz="2400" b="1" spc="-5" dirty="0">
                <a:latin typeface="Times New Roman"/>
                <a:cs typeface="Times New Roman"/>
              </a:rPr>
              <a:t>as </a:t>
            </a:r>
            <a:r>
              <a:rPr sz="2400" b="1" dirty="0">
                <a:latin typeface="Times New Roman"/>
                <a:cs typeface="Times New Roman"/>
              </a:rPr>
              <a:t>insertion </a:t>
            </a:r>
            <a:r>
              <a:rPr sz="2400" b="1" spc="-5" dirty="0">
                <a:latin typeface="Times New Roman"/>
                <a:cs typeface="Times New Roman"/>
              </a:rPr>
              <a:t>the </a:t>
            </a:r>
            <a:r>
              <a:rPr sz="2400" b="1" dirty="0">
                <a:latin typeface="Times New Roman"/>
                <a:cs typeface="Times New Roman"/>
              </a:rPr>
              <a:t>deletion </a:t>
            </a:r>
            <a:r>
              <a:rPr sz="2400" b="1" spc="-5" dirty="0">
                <a:latin typeface="Times New Roman"/>
                <a:cs typeface="Times New Roman"/>
              </a:rPr>
              <a:t>is </a:t>
            </a:r>
            <a:r>
              <a:rPr sz="2400" b="1" dirty="0">
                <a:latin typeface="Times New Roman"/>
                <a:cs typeface="Times New Roman"/>
              </a:rPr>
              <a:t>also performed </a:t>
            </a:r>
            <a:r>
              <a:rPr sz="2400" b="1" spc="-5" dirty="0">
                <a:latin typeface="Times New Roman"/>
                <a:cs typeface="Times New Roman"/>
              </a:rPr>
              <a:t>in </a:t>
            </a:r>
            <a:r>
              <a:rPr sz="2400" b="1" spc="-10" dirty="0">
                <a:latin typeface="Times New Roman"/>
                <a:cs typeface="Times New Roman"/>
              </a:rPr>
              <a:t>three</a:t>
            </a:r>
            <a:r>
              <a:rPr sz="2400" b="1" spc="-110" dirty="0">
                <a:latin typeface="Times New Roman"/>
                <a:cs typeface="Times New Roman"/>
              </a:rPr>
              <a:t> </a:t>
            </a:r>
            <a:r>
              <a:rPr sz="2400" b="1" spc="-5" dirty="0">
                <a:latin typeface="Times New Roman"/>
                <a:cs typeface="Times New Roman"/>
              </a:rPr>
              <a:t>ways.</a:t>
            </a:r>
            <a:endParaRPr sz="2400" dirty="0">
              <a:latin typeface="Times New Roman"/>
              <a:cs typeface="Times New Roman"/>
            </a:endParaRPr>
          </a:p>
          <a:p>
            <a:pPr>
              <a:spcBef>
                <a:spcPts val="50"/>
              </a:spcBef>
            </a:pPr>
            <a:endParaRPr sz="2150" dirty="0">
              <a:latin typeface="Times New Roman"/>
              <a:cs typeface="Times New Roman"/>
            </a:endParaRPr>
          </a:p>
          <a:p>
            <a:pPr marL="864869" indent="-243204">
              <a:buSzPct val="95833"/>
              <a:buFont typeface="Wingdings"/>
              <a:buChar char=""/>
              <a:tabLst>
                <a:tab pos="865505" algn="l"/>
              </a:tabLst>
            </a:pPr>
            <a:r>
              <a:rPr sz="2400" dirty="0">
                <a:latin typeface="Times New Roman"/>
                <a:cs typeface="Times New Roman"/>
              </a:rPr>
              <a:t>Deletion at the beginning position of the linked</a:t>
            </a:r>
            <a:r>
              <a:rPr sz="2400" spc="-165" dirty="0">
                <a:latin typeface="Times New Roman"/>
                <a:cs typeface="Times New Roman"/>
              </a:rPr>
              <a:t> </a:t>
            </a:r>
            <a:r>
              <a:rPr sz="2400" dirty="0">
                <a:latin typeface="Times New Roman"/>
                <a:cs typeface="Times New Roman"/>
              </a:rPr>
              <a:t>list.</a:t>
            </a:r>
          </a:p>
          <a:p>
            <a:pPr marL="864869" indent="-243204">
              <a:buSzPct val="95833"/>
              <a:buFont typeface="Wingdings"/>
              <a:buChar char=""/>
              <a:tabLst>
                <a:tab pos="865505" algn="l"/>
              </a:tabLst>
            </a:pPr>
            <a:r>
              <a:rPr sz="2400" dirty="0">
                <a:latin typeface="Times New Roman"/>
                <a:cs typeface="Times New Roman"/>
              </a:rPr>
              <a:t>Deletion at the ending position of linked</a:t>
            </a:r>
            <a:r>
              <a:rPr sz="2400" spc="-180" dirty="0">
                <a:latin typeface="Times New Roman"/>
                <a:cs typeface="Times New Roman"/>
              </a:rPr>
              <a:t> </a:t>
            </a:r>
            <a:r>
              <a:rPr sz="2400" dirty="0">
                <a:latin typeface="Times New Roman"/>
                <a:cs typeface="Times New Roman"/>
              </a:rPr>
              <a:t>list.</a:t>
            </a:r>
          </a:p>
          <a:p>
            <a:pPr marL="864869" indent="-243204">
              <a:buSzPct val="95833"/>
              <a:buFont typeface="Wingdings"/>
              <a:buChar char=""/>
              <a:tabLst>
                <a:tab pos="865505" algn="l"/>
              </a:tabLst>
            </a:pPr>
            <a:r>
              <a:rPr sz="2400" dirty="0">
                <a:latin typeface="Times New Roman"/>
                <a:cs typeface="Times New Roman"/>
              </a:rPr>
              <a:t>Deletion at a specified position in linked</a:t>
            </a:r>
            <a:r>
              <a:rPr sz="2400" spc="-200" dirty="0">
                <a:latin typeface="Times New Roman"/>
                <a:cs typeface="Times New Roman"/>
              </a:rPr>
              <a:t> </a:t>
            </a:r>
            <a:r>
              <a:rPr sz="2400" dirty="0">
                <a:latin typeface="Times New Roman"/>
                <a:cs typeface="Times New Roman"/>
              </a:rPr>
              <a:t>list.</a:t>
            </a:r>
          </a:p>
        </p:txBody>
      </p:sp>
    </p:spTree>
    <p:extLst>
      <p:ext uri="{BB962C8B-B14F-4D97-AF65-F5344CB8AC3E}">
        <p14:creationId xmlns:p14="http://schemas.microsoft.com/office/powerpoint/2010/main" val="902234539"/>
      </p:ext>
    </p:extLst>
  </p:cSld>
  <p:clrMapOvr>
    <a:masterClrMapping/>
  </p:clrMapOvr>
  <p:transition>
    <p:strips dir="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object 2"/>
          <p:cNvSpPr txBox="1">
            <a:spLocks noGrp="1"/>
          </p:cNvSpPr>
          <p:nvPr>
            <p:ph type="title"/>
          </p:nvPr>
        </p:nvSpPr>
        <p:spPr>
          <a:xfrm>
            <a:off x="3962400" y="623275"/>
            <a:ext cx="4426585" cy="635000"/>
          </a:xfrm>
          <a:prstGeom prst="rect">
            <a:avLst/>
          </a:prstGeom>
        </p:spPr>
        <p:txBody>
          <a:bodyPr vert="horz" wrap="square" lIns="0" tIns="12065" rIns="0" bIns="0" rtlCol="0">
            <a:spAutoFit/>
          </a:bodyPr>
          <a:lstStyle/>
          <a:p>
            <a:pPr marL="12700">
              <a:spcBef>
                <a:spcPts val="95"/>
              </a:spcBef>
            </a:pPr>
            <a:r>
              <a:rPr sz="4000" spc="-5" dirty="0"/>
              <a:t>Deletion at</a:t>
            </a:r>
            <a:r>
              <a:rPr sz="4000" spc="-70" dirty="0"/>
              <a:t> </a:t>
            </a:r>
            <a:r>
              <a:rPr sz="4000" dirty="0"/>
              <a:t>beginning</a:t>
            </a:r>
            <a:endParaRPr sz="4000"/>
          </a:p>
        </p:txBody>
      </p:sp>
      <p:pic>
        <p:nvPicPr>
          <p:cNvPr id="4098" name="Picture 2" descr="DS Deletion in singly linked list at beginning">
            <a:extLst>
              <a:ext uri="{FF2B5EF4-FFF2-40B4-BE49-F238E27FC236}">
                <a16:creationId xmlns:a16="http://schemas.microsoft.com/office/drawing/2014/main" id="{D29E8291-F50D-4482-AF9B-65EFB405C87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2047"/>
          <a:stretch/>
        </p:blipFill>
        <p:spPr bwMode="auto">
          <a:xfrm>
            <a:off x="1863826" y="1772907"/>
            <a:ext cx="8623732" cy="36372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16022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object 2"/>
          <p:cNvSpPr txBox="1">
            <a:spLocks noGrp="1"/>
          </p:cNvSpPr>
          <p:nvPr>
            <p:ph type="title"/>
          </p:nvPr>
        </p:nvSpPr>
        <p:spPr>
          <a:xfrm>
            <a:off x="1325880" y="824935"/>
            <a:ext cx="4426585" cy="540020"/>
          </a:xfrm>
          <a:prstGeom prst="rect">
            <a:avLst/>
          </a:prstGeom>
        </p:spPr>
        <p:txBody>
          <a:bodyPr vert="horz" wrap="square" lIns="0" tIns="12065" rIns="0" bIns="0" rtlCol="0">
            <a:spAutoFit/>
          </a:bodyPr>
          <a:lstStyle/>
          <a:p>
            <a:pPr marL="12700">
              <a:spcBef>
                <a:spcPts val="95"/>
              </a:spcBef>
            </a:pPr>
            <a:r>
              <a:rPr sz="4000" spc="-5" dirty="0"/>
              <a:t>Deletion at</a:t>
            </a:r>
            <a:r>
              <a:rPr sz="4000" spc="-70" dirty="0"/>
              <a:t> </a:t>
            </a:r>
            <a:r>
              <a:rPr sz="4000" dirty="0"/>
              <a:t>beginning</a:t>
            </a:r>
          </a:p>
        </p:txBody>
      </p:sp>
      <p:sp>
        <p:nvSpPr>
          <p:cNvPr id="2" name="Rectangle 1"/>
          <p:cNvSpPr/>
          <p:nvPr/>
        </p:nvSpPr>
        <p:spPr>
          <a:xfrm>
            <a:off x="1707324" y="2250670"/>
            <a:ext cx="7863396" cy="2677656"/>
          </a:xfrm>
          <a:prstGeom prst="rect">
            <a:avLst/>
          </a:prstGeom>
        </p:spPr>
        <p:txBody>
          <a:bodyPr wrap="square">
            <a:spAutoFit/>
          </a:bodyPr>
          <a:lstStyle/>
          <a:p>
            <a:pPr marL="12700">
              <a:lnSpc>
                <a:spcPct val="100000"/>
              </a:lnSpc>
              <a:spcBef>
                <a:spcPts val="100"/>
              </a:spcBef>
            </a:pPr>
            <a:r>
              <a:rPr lang="en-US" sz="2400" spc="-5" dirty="0">
                <a:latin typeface="Times New Roman"/>
                <a:cs typeface="Times New Roman"/>
              </a:rPr>
              <a:t>Step 1: If </a:t>
            </a:r>
            <a:r>
              <a:rPr lang="en-US" sz="2400" b="1" i="1" spc="-5" dirty="0">
                <a:latin typeface="Times New Roman"/>
                <a:cs typeface="Times New Roman"/>
              </a:rPr>
              <a:t>Start = Null</a:t>
            </a:r>
            <a:r>
              <a:rPr lang="en-US" sz="2400" b="1" i="1" spc="5" dirty="0">
                <a:latin typeface="Times New Roman"/>
                <a:cs typeface="Times New Roman"/>
              </a:rPr>
              <a:t> </a:t>
            </a:r>
            <a:r>
              <a:rPr lang="en-US" sz="2400" dirty="0">
                <a:latin typeface="Times New Roman"/>
                <a:cs typeface="Times New Roman"/>
              </a:rPr>
              <a:t>then</a:t>
            </a:r>
          </a:p>
          <a:p>
            <a:pPr marL="1079500">
              <a:lnSpc>
                <a:spcPct val="100000"/>
              </a:lnSpc>
              <a:tabLst>
                <a:tab pos="1907539" algn="l"/>
              </a:tabLst>
            </a:pPr>
            <a:r>
              <a:rPr lang="en-US" sz="2400" spc="-5" dirty="0">
                <a:latin typeface="Times New Roman"/>
                <a:cs typeface="Times New Roman"/>
              </a:rPr>
              <a:t>Print:	</a:t>
            </a:r>
            <a:r>
              <a:rPr lang="en-US" sz="2400" dirty="0">
                <a:latin typeface="Times New Roman"/>
                <a:cs typeface="Times New Roman"/>
              </a:rPr>
              <a:t>“linked list is already</a:t>
            </a:r>
            <a:r>
              <a:rPr lang="en-US" sz="2400" spc="-95" dirty="0">
                <a:latin typeface="Times New Roman"/>
                <a:cs typeface="Times New Roman"/>
              </a:rPr>
              <a:t> </a:t>
            </a:r>
            <a:r>
              <a:rPr lang="en-US" sz="2400" spc="-5" dirty="0">
                <a:latin typeface="Times New Roman"/>
                <a:cs typeface="Times New Roman"/>
              </a:rPr>
              <a:t>empty-Underflow”</a:t>
            </a:r>
            <a:endParaRPr lang="en-US" sz="2400" dirty="0">
              <a:latin typeface="Times New Roman"/>
              <a:cs typeface="Times New Roman"/>
            </a:endParaRPr>
          </a:p>
          <a:p>
            <a:pPr marL="850900" marR="4322445" indent="151765">
              <a:lnSpc>
                <a:spcPct val="100000"/>
              </a:lnSpc>
            </a:pPr>
            <a:r>
              <a:rPr lang="en-US" sz="2400" dirty="0">
                <a:latin typeface="Times New Roman"/>
                <a:cs typeface="Times New Roman"/>
              </a:rPr>
              <a:t>Exit  </a:t>
            </a:r>
            <a:r>
              <a:rPr lang="en-US" sz="2400" spc="-5" dirty="0">
                <a:latin typeface="Times New Roman"/>
                <a:cs typeface="Times New Roman"/>
              </a:rPr>
              <a:t>[End</a:t>
            </a:r>
            <a:r>
              <a:rPr lang="en-US" sz="2400" spc="-85" dirty="0">
                <a:latin typeface="Times New Roman"/>
                <a:cs typeface="Times New Roman"/>
              </a:rPr>
              <a:t> </a:t>
            </a:r>
            <a:r>
              <a:rPr lang="en-US" sz="2400" dirty="0">
                <a:latin typeface="Times New Roman"/>
                <a:cs typeface="Times New Roman"/>
              </a:rPr>
              <a:t>if]</a:t>
            </a:r>
          </a:p>
          <a:p>
            <a:pPr marL="12700">
              <a:lnSpc>
                <a:spcPct val="100000"/>
              </a:lnSpc>
            </a:pPr>
            <a:r>
              <a:rPr lang="en-US" sz="2400" spc="-5" dirty="0">
                <a:latin typeface="Times New Roman"/>
                <a:cs typeface="Times New Roman"/>
              </a:rPr>
              <a:t>Step 2: set </a:t>
            </a:r>
            <a:r>
              <a:rPr lang="en-US" sz="2400" b="1" i="1" spc="-5" dirty="0" err="1">
                <a:latin typeface="Times New Roman"/>
                <a:cs typeface="Times New Roman"/>
              </a:rPr>
              <a:t>Ptr</a:t>
            </a:r>
            <a:r>
              <a:rPr lang="en-US" sz="2400" b="1" i="1" spc="-5" dirty="0">
                <a:latin typeface="Times New Roman"/>
                <a:cs typeface="Times New Roman"/>
              </a:rPr>
              <a:t> = Start</a:t>
            </a:r>
          </a:p>
          <a:p>
            <a:pPr marL="12700">
              <a:lnSpc>
                <a:spcPct val="100000"/>
              </a:lnSpc>
            </a:pPr>
            <a:r>
              <a:rPr lang="en-US" sz="2400" spc="-5" dirty="0">
                <a:latin typeface="Times New Roman"/>
                <a:cs typeface="Times New Roman"/>
              </a:rPr>
              <a:t>Step 3:set </a:t>
            </a:r>
            <a:r>
              <a:rPr lang="en-US" sz="2400" b="1" i="1" spc="-5" dirty="0">
                <a:latin typeface="Times New Roman"/>
                <a:cs typeface="Times New Roman"/>
              </a:rPr>
              <a:t> Start = Start </a:t>
            </a:r>
            <a:r>
              <a:rPr lang="en-US" sz="2400" b="1" spc="-5" dirty="0">
                <a:latin typeface="Times New Roman"/>
                <a:cs typeface="Times New Roman"/>
              </a:rPr>
              <a:t>→</a:t>
            </a:r>
            <a:r>
              <a:rPr lang="en-US" sz="2400" b="1" dirty="0">
                <a:latin typeface="Times New Roman"/>
                <a:cs typeface="Times New Roman"/>
              </a:rPr>
              <a:t> </a:t>
            </a:r>
            <a:r>
              <a:rPr lang="en-US" sz="2400" b="1" i="1" spc="-5" dirty="0">
                <a:latin typeface="Times New Roman"/>
                <a:cs typeface="Times New Roman"/>
              </a:rPr>
              <a:t>Next</a:t>
            </a:r>
            <a:endParaRPr lang="en-US" sz="2400" dirty="0">
              <a:latin typeface="Times New Roman"/>
              <a:cs typeface="Times New Roman"/>
            </a:endParaRPr>
          </a:p>
          <a:p>
            <a:pPr marL="12700">
              <a:lnSpc>
                <a:spcPct val="100000"/>
              </a:lnSpc>
              <a:spcBef>
                <a:spcPts val="5"/>
              </a:spcBef>
            </a:pPr>
            <a:r>
              <a:rPr lang="en-US" sz="2400" spc="-5" dirty="0">
                <a:latin typeface="Times New Roman"/>
                <a:cs typeface="Times New Roman"/>
              </a:rPr>
              <a:t>Step </a:t>
            </a:r>
            <a:r>
              <a:rPr lang="en-US" sz="2400" dirty="0">
                <a:latin typeface="Times New Roman"/>
                <a:cs typeface="Times New Roman"/>
              </a:rPr>
              <a:t>4: free(</a:t>
            </a:r>
            <a:r>
              <a:rPr lang="en-US" sz="2400" b="1" i="1" dirty="0" err="1">
                <a:latin typeface="Times New Roman"/>
                <a:cs typeface="Times New Roman"/>
              </a:rPr>
              <a:t>Ptr</a:t>
            </a:r>
            <a:r>
              <a:rPr lang="en-US" sz="2400" dirty="0">
                <a:latin typeface="Times New Roman"/>
                <a:cs typeface="Times New Roman"/>
              </a:rPr>
              <a:t>)</a:t>
            </a:r>
          </a:p>
          <a:p>
            <a:pPr marL="12700">
              <a:lnSpc>
                <a:spcPct val="100000"/>
              </a:lnSpc>
              <a:spcBef>
                <a:spcPts val="5"/>
              </a:spcBef>
            </a:pPr>
            <a:r>
              <a:rPr lang="en-US" sz="2400" spc="-5" dirty="0">
                <a:latin typeface="Times New Roman"/>
                <a:cs typeface="Times New Roman"/>
              </a:rPr>
              <a:t>Step</a:t>
            </a:r>
            <a:r>
              <a:rPr lang="en-US" sz="2400" spc="-15" dirty="0">
                <a:latin typeface="Times New Roman"/>
                <a:cs typeface="Times New Roman"/>
              </a:rPr>
              <a:t> </a:t>
            </a:r>
            <a:r>
              <a:rPr lang="en-US" sz="2400" spc="-5" dirty="0">
                <a:latin typeface="Times New Roman"/>
                <a:cs typeface="Times New Roman"/>
              </a:rPr>
              <a:t>5:Exit</a:t>
            </a:r>
            <a:endParaRPr lang="en-US" sz="2400" dirty="0">
              <a:latin typeface="Times New Roman"/>
              <a:cs typeface="Times New Roman"/>
            </a:endParaRPr>
          </a:p>
        </p:txBody>
      </p:sp>
    </p:spTree>
    <p:extLst>
      <p:ext uri="{BB962C8B-B14F-4D97-AF65-F5344CB8AC3E}">
        <p14:creationId xmlns:p14="http://schemas.microsoft.com/office/powerpoint/2010/main" val="19343538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object 2"/>
          <p:cNvSpPr txBox="1">
            <a:spLocks noGrp="1"/>
          </p:cNvSpPr>
          <p:nvPr>
            <p:ph type="title"/>
          </p:nvPr>
        </p:nvSpPr>
        <p:spPr>
          <a:xfrm>
            <a:off x="4652518" y="623275"/>
            <a:ext cx="3564890" cy="696595"/>
          </a:xfrm>
          <a:prstGeom prst="rect">
            <a:avLst/>
          </a:prstGeom>
        </p:spPr>
        <p:txBody>
          <a:bodyPr vert="horz" wrap="square" lIns="0" tIns="13335" rIns="0" bIns="0" rtlCol="0">
            <a:spAutoFit/>
          </a:bodyPr>
          <a:lstStyle/>
          <a:p>
            <a:pPr marL="12700">
              <a:spcBef>
                <a:spcPts val="105"/>
              </a:spcBef>
            </a:pPr>
            <a:r>
              <a:rPr sz="4400" dirty="0"/>
              <a:t>Deletion At</a:t>
            </a:r>
            <a:r>
              <a:rPr sz="4400" spc="-335" dirty="0"/>
              <a:t> </a:t>
            </a:r>
            <a:r>
              <a:rPr sz="4400" dirty="0"/>
              <a:t>end</a:t>
            </a:r>
            <a:endParaRPr sz="4400"/>
          </a:p>
        </p:txBody>
      </p:sp>
      <p:pic>
        <p:nvPicPr>
          <p:cNvPr id="5122" name="Picture 2" descr="DS Delete element from end">
            <a:extLst>
              <a:ext uri="{FF2B5EF4-FFF2-40B4-BE49-F238E27FC236}">
                <a16:creationId xmlns:a16="http://schemas.microsoft.com/office/drawing/2014/main" id="{CD65A8EB-07FF-4B1A-B648-20BCF6BC581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2864"/>
          <a:stretch/>
        </p:blipFill>
        <p:spPr bwMode="auto">
          <a:xfrm>
            <a:off x="2196931" y="2209800"/>
            <a:ext cx="7798138" cy="21128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53878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object 2"/>
          <p:cNvSpPr txBox="1">
            <a:spLocks noGrp="1"/>
          </p:cNvSpPr>
          <p:nvPr>
            <p:ph type="title"/>
          </p:nvPr>
        </p:nvSpPr>
        <p:spPr>
          <a:xfrm>
            <a:off x="4652518" y="623275"/>
            <a:ext cx="3564890" cy="696595"/>
          </a:xfrm>
          <a:prstGeom prst="rect">
            <a:avLst/>
          </a:prstGeom>
        </p:spPr>
        <p:txBody>
          <a:bodyPr vert="horz" wrap="square" lIns="0" tIns="13335" rIns="0" bIns="0" rtlCol="0">
            <a:spAutoFit/>
          </a:bodyPr>
          <a:lstStyle/>
          <a:p>
            <a:pPr marL="12700">
              <a:spcBef>
                <a:spcPts val="105"/>
              </a:spcBef>
            </a:pPr>
            <a:r>
              <a:rPr sz="4400" dirty="0"/>
              <a:t>Deletion At</a:t>
            </a:r>
            <a:r>
              <a:rPr sz="4400" spc="-335" dirty="0"/>
              <a:t> </a:t>
            </a:r>
            <a:r>
              <a:rPr sz="4400" dirty="0"/>
              <a:t>end</a:t>
            </a:r>
            <a:endParaRPr sz="4400"/>
          </a:p>
        </p:txBody>
      </p:sp>
      <p:sp>
        <p:nvSpPr>
          <p:cNvPr id="46" name="object 4"/>
          <p:cNvSpPr txBox="1"/>
          <p:nvPr/>
        </p:nvSpPr>
        <p:spPr>
          <a:xfrm>
            <a:off x="1584960" y="2228850"/>
            <a:ext cx="8183245" cy="3706143"/>
          </a:xfrm>
          <a:prstGeom prst="rect">
            <a:avLst/>
          </a:prstGeom>
        </p:spPr>
        <p:txBody>
          <a:bodyPr vert="horz" wrap="square" lIns="0" tIns="12700" rIns="0" bIns="0" rtlCol="0">
            <a:spAutoFit/>
          </a:bodyPr>
          <a:lstStyle/>
          <a:p>
            <a:pPr marL="12700">
              <a:lnSpc>
                <a:spcPct val="100000"/>
              </a:lnSpc>
              <a:spcBef>
                <a:spcPts val="100"/>
              </a:spcBef>
            </a:pPr>
            <a:r>
              <a:rPr sz="2000" spc="-5" dirty="0">
                <a:latin typeface="Times New Roman"/>
                <a:cs typeface="Times New Roman"/>
              </a:rPr>
              <a:t>Step </a:t>
            </a:r>
            <a:r>
              <a:rPr sz="2000" dirty="0">
                <a:latin typeface="Times New Roman"/>
                <a:cs typeface="Times New Roman"/>
              </a:rPr>
              <a:t>1:If </a:t>
            </a:r>
            <a:r>
              <a:rPr lang="en-US" sz="2000" b="1" i="1" spc="-5" dirty="0">
                <a:latin typeface="Times New Roman"/>
                <a:cs typeface="Times New Roman"/>
              </a:rPr>
              <a:t>Start</a:t>
            </a:r>
            <a:r>
              <a:rPr sz="2000" b="1" i="1" spc="-5" dirty="0">
                <a:latin typeface="Times New Roman"/>
                <a:cs typeface="Times New Roman"/>
              </a:rPr>
              <a:t> = Null</a:t>
            </a:r>
            <a:r>
              <a:rPr sz="2000" b="1" i="1" spc="-10" dirty="0">
                <a:latin typeface="Times New Roman"/>
                <a:cs typeface="Times New Roman"/>
              </a:rPr>
              <a:t> </a:t>
            </a:r>
            <a:r>
              <a:rPr sz="2000" dirty="0">
                <a:latin typeface="Times New Roman"/>
                <a:cs typeface="Times New Roman"/>
              </a:rPr>
              <a:t>Then</a:t>
            </a:r>
          </a:p>
          <a:p>
            <a:pPr marL="927100">
              <a:lnSpc>
                <a:spcPct val="100000"/>
              </a:lnSpc>
            </a:pPr>
            <a:r>
              <a:rPr sz="2000" spc="-5" dirty="0">
                <a:latin typeface="Times New Roman"/>
                <a:cs typeface="Times New Roman"/>
              </a:rPr>
              <a:t>Print </a:t>
            </a:r>
            <a:r>
              <a:rPr sz="2000" dirty="0">
                <a:latin typeface="Times New Roman"/>
                <a:cs typeface="Times New Roman"/>
              </a:rPr>
              <a:t>: “Linked List</a:t>
            </a:r>
            <a:r>
              <a:rPr sz="2000" spc="-60" dirty="0">
                <a:latin typeface="Times New Roman"/>
                <a:cs typeface="Times New Roman"/>
              </a:rPr>
              <a:t> </a:t>
            </a:r>
            <a:r>
              <a:rPr sz="2000" spc="-5" dirty="0">
                <a:latin typeface="Times New Roman"/>
                <a:cs typeface="Times New Roman"/>
              </a:rPr>
              <a:t>Empty”</a:t>
            </a:r>
            <a:endParaRPr sz="2000" dirty="0">
              <a:latin typeface="Times New Roman"/>
              <a:cs typeface="Times New Roman"/>
            </a:endParaRPr>
          </a:p>
          <a:p>
            <a:pPr marL="927100">
              <a:lnSpc>
                <a:spcPct val="100000"/>
              </a:lnSpc>
            </a:pPr>
            <a:r>
              <a:rPr sz="2000" dirty="0">
                <a:latin typeface="Times New Roman"/>
                <a:cs typeface="Times New Roman"/>
              </a:rPr>
              <a:t>Exit</a:t>
            </a:r>
          </a:p>
          <a:p>
            <a:pPr marL="927100">
              <a:lnSpc>
                <a:spcPct val="100000"/>
              </a:lnSpc>
            </a:pPr>
            <a:r>
              <a:rPr sz="2000" spc="-5" dirty="0">
                <a:latin typeface="Times New Roman"/>
                <a:cs typeface="Times New Roman"/>
              </a:rPr>
              <a:t>[End</a:t>
            </a:r>
            <a:r>
              <a:rPr sz="2000" dirty="0">
                <a:latin typeface="Times New Roman"/>
                <a:cs typeface="Times New Roman"/>
              </a:rPr>
              <a:t> If]</a:t>
            </a:r>
          </a:p>
          <a:p>
            <a:pPr marL="1231900" marR="3571240" indent="-1219835">
              <a:lnSpc>
                <a:spcPct val="100000"/>
              </a:lnSpc>
            </a:pPr>
            <a:r>
              <a:rPr sz="2000" spc="-5" dirty="0">
                <a:latin typeface="Times New Roman"/>
                <a:cs typeface="Times New Roman"/>
              </a:rPr>
              <a:t>Step 2: </a:t>
            </a:r>
            <a:r>
              <a:rPr lang="en-US" sz="2000" spc="-5" dirty="0">
                <a:latin typeface="Times New Roman"/>
                <a:cs typeface="Times New Roman"/>
              </a:rPr>
              <a:t>set </a:t>
            </a:r>
            <a:r>
              <a:rPr lang="en-US" sz="2000" b="1" i="1" spc="-5" dirty="0" err="1">
                <a:latin typeface="Times New Roman"/>
                <a:cs typeface="Times New Roman"/>
              </a:rPr>
              <a:t>Ptr</a:t>
            </a:r>
            <a:r>
              <a:rPr lang="en-US" sz="2000" b="1" i="1" spc="-5" dirty="0">
                <a:latin typeface="Times New Roman"/>
                <a:cs typeface="Times New Roman"/>
              </a:rPr>
              <a:t> = Start</a:t>
            </a:r>
            <a:endParaRPr lang="en-US" sz="2000" spc="-5" dirty="0">
              <a:latin typeface="Times New Roman"/>
              <a:cs typeface="Times New Roman"/>
            </a:endParaRPr>
          </a:p>
          <a:p>
            <a:pPr marL="12700">
              <a:lnSpc>
                <a:spcPct val="100000"/>
              </a:lnSpc>
              <a:tabLst>
                <a:tab pos="6839584" algn="l"/>
              </a:tabLst>
            </a:pPr>
            <a:r>
              <a:rPr sz="2000" spc="-5" dirty="0">
                <a:latin typeface="Times New Roman"/>
                <a:cs typeface="Times New Roman"/>
              </a:rPr>
              <a:t>Step 3: </a:t>
            </a:r>
            <a:r>
              <a:rPr lang="en-US" sz="2000" spc="-5" dirty="0">
                <a:latin typeface="Times New Roman"/>
                <a:cs typeface="Times New Roman"/>
              </a:rPr>
              <a:t>Repeat steps 4 and 5 while </a:t>
            </a:r>
            <a:r>
              <a:rPr lang="en-US" sz="2000" b="1" i="1" spc="-5" dirty="0" err="1">
                <a:latin typeface="Times New Roman"/>
                <a:cs typeface="Times New Roman"/>
              </a:rPr>
              <a:t>Ptr</a:t>
            </a:r>
            <a:r>
              <a:rPr lang="en-US" sz="2000" b="1" i="1" spc="-5" dirty="0">
                <a:latin typeface="Times New Roman"/>
                <a:cs typeface="Times New Roman"/>
              </a:rPr>
              <a:t> </a:t>
            </a:r>
            <a:r>
              <a:rPr lang="en-US" sz="2000" b="1" spc="-5" dirty="0">
                <a:latin typeface="Times New Roman"/>
                <a:cs typeface="Times New Roman"/>
              </a:rPr>
              <a:t>→</a:t>
            </a:r>
            <a:r>
              <a:rPr lang="en-US" sz="2000" b="1" i="1" spc="-5" dirty="0">
                <a:latin typeface="Times New Roman"/>
                <a:cs typeface="Times New Roman"/>
              </a:rPr>
              <a:t>next != Null</a:t>
            </a:r>
          </a:p>
          <a:p>
            <a:pPr marL="1604963">
              <a:lnSpc>
                <a:spcPct val="100000"/>
              </a:lnSpc>
            </a:pPr>
            <a:r>
              <a:rPr sz="2000" spc="-5" dirty="0">
                <a:latin typeface="Times New Roman"/>
                <a:cs typeface="Times New Roman"/>
              </a:rPr>
              <a:t>Step 4: </a:t>
            </a:r>
            <a:r>
              <a:rPr lang="en-US" sz="2000" spc="-5" dirty="0">
                <a:latin typeface="Times New Roman"/>
                <a:cs typeface="Times New Roman"/>
              </a:rPr>
              <a:t>set </a:t>
            </a:r>
            <a:r>
              <a:rPr lang="en-US" sz="2000" b="1" i="1" spc="-5" dirty="0">
                <a:latin typeface="Times New Roman"/>
                <a:cs typeface="Times New Roman"/>
              </a:rPr>
              <a:t>temp = </a:t>
            </a:r>
            <a:r>
              <a:rPr lang="en-US" sz="2000" b="1" i="1" spc="-5" dirty="0" err="1">
                <a:latin typeface="Times New Roman"/>
                <a:cs typeface="Times New Roman"/>
              </a:rPr>
              <a:t>Ptr</a:t>
            </a:r>
            <a:r>
              <a:rPr lang="en-US" sz="2000" b="1" i="1" spc="-5" dirty="0">
                <a:latin typeface="Times New Roman"/>
                <a:cs typeface="Times New Roman"/>
              </a:rPr>
              <a:t> </a:t>
            </a:r>
          </a:p>
          <a:p>
            <a:pPr marL="1604963">
              <a:lnSpc>
                <a:spcPct val="100000"/>
              </a:lnSpc>
            </a:pPr>
            <a:r>
              <a:rPr lang="en-US" sz="2000" spc="-5" dirty="0">
                <a:latin typeface="Times New Roman"/>
                <a:cs typeface="Times New Roman"/>
              </a:rPr>
              <a:t>Step 5: set </a:t>
            </a:r>
            <a:r>
              <a:rPr lang="en-US" sz="2000" b="1" i="1" spc="-5" dirty="0" err="1">
                <a:latin typeface="Times New Roman"/>
                <a:cs typeface="Times New Roman"/>
              </a:rPr>
              <a:t>Ptr</a:t>
            </a:r>
            <a:r>
              <a:rPr lang="en-US" sz="2000" b="1" i="1" spc="-5" dirty="0">
                <a:latin typeface="Times New Roman"/>
                <a:cs typeface="Times New Roman"/>
              </a:rPr>
              <a:t> = </a:t>
            </a:r>
            <a:r>
              <a:rPr lang="en-US" sz="2000" b="1" i="1" spc="-5" dirty="0" err="1">
                <a:latin typeface="Times New Roman"/>
                <a:cs typeface="Times New Roman"/>
              </a:rPr>
              <a:t>Ptr</a:t>
            </a:r>
            <a:r>
              <a:rPr lang="en-US" sz="2000" b="1" i="1" spc="-5" dirty="0">
                <a:latin typeface="Times New Roman"/>
                <a:cs typeface="Times New Roman"/>
              </a:rPr>
              <a:t> </a:t>
            </a:r>
            <a:r>
              <a:rPr lang="en-US" sz="2000" b="1" spc="-5" dirty="0">
                <a:latin typeface="Times New Roman"/>
                <a:cs typeface="Times New Roman"/>
              </a:rPr>
              <a:t>→ </a:t>
            </a:r>
            <a:r>
              <a:rPr lang="en-US" sz="2000" b="1" i="1" spc="-5" dirty="0">
                <a:latin typeface="Times New Roman"/>
                <a:cs typeface="Times New Roman"/>
              </a:rPr>
              <a:t>next </a:t>
            </a:r>
            <a:endParaRPr lang="en-US" sz="2000" spc="-5" dirty="0">
              <a:latin typeface="Times New Roman"/>
              <a:cs typeface="Times New Roman"/>
            </a:endParaRPr>
          </a:p>
          <a:p>
            <a:pPr marL="1604963">
              <a:lnSpc>
                <a:spcPct val="100000"/>
              </a:lnSpc>
            </a:pPr>
            <a:r>
              <a:rPr sz="2000" spc="-5" dirty="0">
                <a:latin typeface="Times New Roman"/>
                <a:cs typeface="Times New Roman"/>
              </a:rPr>
              <a:t>[End</a:t>
            </a:r>
            <a:r>
              <a:rPr sz="2000" dirty="0">
                <a:latin typeface="Times New Roman"/>
                <a:cs typeface="Times New Roman"/>
              </a:rPr>
              <a:t> loop]</a:t>
            </a:r>
            <a:endParaRPr lang="en-US" sz="2000" dirty="0">
              <a:latin typeface="Times New Roman"/>
              <a:cs typeface="Times New Roman"/>
            </a:endParaRPr>
          </a:p>
          <a:p>
            <a:pPr>
              <a:lnSpc>
                <a:spcPct val="100000"/>
              </a:lnSpc>
            </a:pPr>
            <a:r>
              <a:rPr lang="en-US" sz="2000" dirty="0">
                <a:latin typeface="Times New Roman"/>
                <a:cs typeface="Times New Roman"/>
              </a:rPr>
              <a:t>Step 6: Set </a:t>
            </a:r>
            <a:r>
              <a:rPr lang="en-US" sz="2000" b="1" i="1" dirty="0">
                <a:latin typeface="Times New Roman"/>
                <a:cs typeface="Times New Roman"/>
              </a:rPr>
              <a:t>temp </a:t>
            </a:r>
            <a:r>
              <a:rPr lang="en-US" sz="2000" b="1" spc="-5" dirty="0">
                <a:latin typeface="Times New Roman"/>
                <a:cs typeface="Times New Roman"/>
              </a:rPr>
              <a:t>→ </a:t>
            </a:r>
            <a:r>
              <a:rPr lang="en-US" sz="2000" b="1" i="1" spc="-5" dirty="0">
                <a:latin typeface="Times New Roman"/>
                <a:cs typeface="Times New Roman"/>
              </a:rPr>
              <a:t>next = Null</a:t>
            </a:r>
          </a:p>
          <a:p>
            <a:pPr>
              <a:lnSpc>
                <a:spcPct val="100000"/>
              </a:lnSpc>
            </a:pPr>
            <a:r>
              <a:rPr lang="en-US" sz="2000" spc="-5" dirty="0">
                <a:latin typeface="Times New Roman"/>
                <a:cs typeface="Times New Roman"/>
              </a:rPr>
              <a:t>Step 7: </a:t>
            </a:r>
            <a:r>
              <a:rPr lang="en-US" sz="2000" b="1" i="1" spc="-5" dirty="0">
                <a:latin typeface="Times New Roman"/>
                <a:cs typeface="Times New Roman"/>
              </a:rPr>
              <a:t>free(</a:t>
            </a:r>
            <a:r>
              <a:rPr lang="en-US" sz="2000" b="1" i="1" spc="-5" dirty="0" err="1">
                <a:latin typeface="Times New Roman"/>
                <a:cs typeface="Times New Roman"/>
              </a:rPr>
              <a:t>Ptr</a:t>
            </a:r>
            <a:r>
              <a:rPr lang="en-US" sz="2000" b="1" i="1" spc="-5" dirty="0">
                <a:latin typeface="Times New Roman"/>
                <a:cs typeface="Times New Roman"/>
              </a:rPr>
              <a:t>)</a:t>
            </a:r>
          </a:p>
          <a:p>
            <a:pPr>
              <a:lnSpc>
                <a:spcPct val="100000"/>
              </a:lnSpc>
            </a:pPr>
            <a:r>
              <a:rPr lang="en-US" sz="2000" spc="-5" dirty="0">
                <a:latin typeface="Times New Roman"/>
                <a:cs typeface="Times New Roman"/>
              </a:rPr>
              <a:t>Step 8: Exit</a:t>
            </a:r>
            <a:endParaRPr lang="en-US" sz="2000" dirty="0">
              <a:latin typeface="Times New Roman"/>
              <a:cs typeface="Times New Roman"/>
            </a:endParaRPr>
          </a:p>
        </p:txBody>
      </p:sp>
    </p:spTree>
    <p:extLst>
      <p:ext uri="{BB962C8B-B14F-4D97-AF65-F5344CB8AC3E}">
        <p14:creationId xmlns:p14="http://schemas.microsoft.com/office/powerpoint/2010/main" val="6299871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object 2"/>
          <p:cNvSpPr txBox="1">
            <a:spLocks noGrp="1"/>
          </p:cNvSpPr>
          <p:nvPr>
            <p:ph type="title"/>
          </p:nvPr>
        </p:nvSpPr>
        <p:spPr>
          <a:xfrm>
            <a:off x="2713508" y="621249"/>
            <a:ext cx="7413625" cy="696595"/>
          </a:xfrm>
          <a:prstGeom prst="rect">
            <a:avLst/>
          </a:prstGeom>
        </p:spPr>
        <p:txBody>
          <a:bodyPr vert="horz" wrap="square" lIns="0" tIns="13335" rIns="0" bIns="0" rtlCol="0">
            <a:spAutoFit/>
          </a:bodyPr>
          <a:lstStyle/>
          <a:p>
            <a:pPr marL="12700">
              <a:spcBef>
                <a:spcPts val="105"/>
              </a:spcBef>
            </a:pPr>
            <a:r>
              <a:rPr sz="4400" dirty="0"/>
              <a:t>Deletion at the specified</a:t>
            </a:r>
            <a:r>
              <a:rPr sz="4400" spc="-105" dirty="0"/>
              <a:t> </a:t>
            </a:r>
            <a:r>
              <a:rPr sz="4400" dirty="0"/>
              <a:t>position</a:t>
            </a:r>
            <a:endParaRPr sz="4400"/>
          </a:p>
        </p:txBody>
      </p:sp>
      <p:sp>
        <p:nvSpPr>
          <p:cNvPr id="41" name="object 4"/>
          <p:cNvSpPr txBox="1"/>
          <p:nvPr/>
        </p:nvSpPr>
        <p:spPr>
          <a:xfrm>
            <a:off x="1051560" y="1935529"/>
            <a:ext cx="10302240" cy="2998257"/>
          </a:xfrm>
          <a:prstGeom prst="rect">
            <a:avLst/>
          </a:prstGeom>
        </p:spPr>
        <p:txBody>
          <a:bodyPr vert="horz" wrap="square" lIns="0" tIns="12700" rIns="0" bIns="0" rtlCol="0">
            <a:spAutoFit/>
          </a:bodyPr>
          <a:lstStyle/>
          <a:p>
            <a:pPr marL="355600" marR="145415" indent="-343535">
              <a:lnSpc>
                <a:spcPct val="100000"/>
              </a:lnSpc>
              <a:spcBef>
                <a:spcPts val="100"/>
              </a:spcBef>
              <a:buFont typeface="Arial"/>
              <a:buChar char="•"/>
              <a:tabLst>
                <a:tab pos="355600" algn="l"/>
                <a:tab pos="356235" algn="l"/>
              </a:tabLst>
            </a:pPr>
            <a:r>
              <a:rPr sz="2400" spc="-5" dirty="0">
                <a:latin typeface="Times New Roman"/>
                <a:cs typeface="Times New Roman"/>
              </a:rPr>
              <a:t>For </a:t>
            </a:r>
            <a:r>
              <a:rPr sz="2400" dirty="0">
                <a:latin typeface="Times New Roman"/>
                <a:cs typeface="Times New Roman"/>
              </a:rPr>
              <a:t>deleting a particular node from the linked list, the</a:t>
            </a:r>
            <a:r>
              <a:rPr sz="2400" spc="-195" dirty="0">
                <a:latin typeface="Times New Roman"/>
                <a:cs typeface="Times New Roman"/>
              </a:rPr>
              <a:t> </a:t>
            </a:r>
            <a:r>
              <a:rPr sz="2400" spc="-5" dirty="0">
                <a:latin typeface="Times New Roman"/>
                <a:cs typeface="Times New Roman"/>
              </a:rPr>
              <a:t>first  </a:t>
            </a:r>
            <a:r>
              <a:rPr sz="2400" dirty="0">
                <a:latin typeface="Times New Roman"/>
                <a:cs typeface="Times New Roman"/>
              </a:rPr>
              <a:t>task </a:t>
            </a:r>
            <a:r>
              <a:rPr sz="2400" spc="-5" dirty="0">
                <a:latin typeface="Times New Roman"/>
                <a:cs typeface="Times New Roman"/>
              </a:rPr>
              <a:t>is </a:t>
            </a:r>
            <a:r>
              <a:rPr sz="2400" dirty="0">
                <a:latin typeface="Times New Roman"/>
                <a:cs typeface="Times New Roman"/>
              </a:rPr>
              <a:t>to find the address of the preceding node of nth  node to be</a:t>
            </a:r>
            <a:r>
              <a:rPr sz="2400" spc="-20" dirty="0">
                <a:latin typeface="Times New Roman"/>
                <a:cs typeface="Times New Roman"/>
              </a:rPr>
              <a:t> </a:t>
            </a:r>
            <a:r>
              <a:rPr sz="2400" dirty="0">
                <a:latin typeface="Times New Roman"/>
                <a:cs typeface="Times New Roman"/>
              </a:rPr>
              <a:t>deleted.</a:t>
            </a:r>
          </a:p>
          <a:p>
            <a:pPr>
              <a:lnSpc>
                <a:spcPct val="100000"/>
              </a:lnSpc>
              <a:spcBef>
                <a:spcPts val="5"/>
              </a:spcBef>
              <a:buFont typeface="Arial"/>
              <a:buChar char="•"/>
            </a:pPr>
            <a:endParaRPr sz="2500" dirty="0">
              <a:latin typeface="Times New Roman"/>
              <a:cs typeface="Times New Roman"/>
            </a:endParaRPr>
          </a:p>
          <a:p>
            <a:pPr marL="355600" marR="5080" indent="-343535">
              <a:lnSpc>
                <a:spcPct val="100000"/>
              </a:lnSpc>
              <a:buFont typeface="Arial"/>
              <a:buChar char="•"/>
              <a:tabLst>
                <a:tab pos="355600" algn="l"/>
                <a:tab pos="356235" algn="l"/>
                <a:tab pos="3517265" algn="l"/>
              </a:tabLst>
            </a:pPr>
            <a:r>
              <a:rPr sz="2400" spc="-90" dirty="0">
                <a:latin typeface="Times New Roman"/>
                <a:cs typeface="Times New Roman"/>
              </a:rPr>
              <a:t>To </a:t>
            </a:r>
            <a:r>
              <a:rPr sz="2400" spc="-5" dirty="0">
                <a:latin typeface="Times New Roman"/>
                <a:cs typeface="Times New Roman"/>
              </a:rPr>
              <a:t>complete </a:t>
            </a:r>
            <a:r>
              <a:rPr sz="2400" dirty="0">
                <a:latin typeface="Times New Roman"/>
                <a:cs typeface="Times New Roman"/>
              </a:rPr>
              <a:t>the task traverse the linked list from begin</a:t>
            </a:r>
            <a:r>
              <a:rPr sz="2400" spc="-90" dirty="0">
                <a:latin typeface="Times New Roman"/>
                <a:cs typeface="Times New Roman"/>
              </a:rPr>
              <a:t> </a:t>
            </a:r>
            <a:r>
              <a:rPr sz="2400" dirty="0">
                <a:latin typeface="Times New Roman"/>
                <a:cs typeface="Times New Roman"/>
              </a:rPr>
              <a:t>and  </a:t>
            </a:r>
            <a:r>
              <a:rPr sz="2400" spc="-5" dirty="0">
                <a:latin typeface="Times New Roman"/>
                <a:cs typeface="Times New Roman"/>
              </a:rPr>
              <a:t>compare </a:t>
            </a:r>
            <a:r>
              <a:rPr sz="2400" dirty="0">
                <a:latin typeface="Times New Roman"/>
                <a:cs typeface="Times New Roman"/>
              </a:rPr>
              <a:t>the</a:t>
            </a:r>
            <a:r>
              <a:rPr sz="2400" spc="5" dirty="0">
                <a:latin typeface="Times New Roman"/>
                <a:cs typeface="Times New Roman"/>
              </a:rPr>
              <a:t> </a:t>
            </a:r>
            <a:r>
              <a:rPr sz="2400" spc="-5" dirty="0">
                <a:latin typeface="Times New Roman"/>
                <a:cs typeface="Times New Roman"/>
              </a:rPr>
              <a:t>info.</a:t>
            </a:r>
            <a:r>
              <a:rPr sz="2400" spc="5" dirty="0">
                <a:latin typeface="Times New Roman"/>
                <a:cs typeface="Times New Roman"/>
              </a:rPr>
              <a:t> </a:t>
            </a:r>
            <a:r>
              <a:rPr sz="2400" dirty="0">
                <a:latin typeface="Times New Roman"/>
                <a:cs typeface="Times New Roman"/>
              </a:rPr>
              <a:t>Stored	in node </a:t>
            </a:r>
            <a:r>
              <a:rPr sz="2400" spc="-5" dirty="0">
                <a:latin typeface="Times New Roman"/>
                <a:cs typeface="Times New Roman"/>
              </a:rPr>
              <a:t>with</a:t>
            </a:r>
            <a:r>
              <a:rPr sz="2400" spc="-30" dirty="0">
                <a:latin typeface="Times New Roman"/>
                <a:cs typeface="Times New Roman"/>
              </a:rPr>
              <a:t> </a:t>
            </a:r>
            <a:r>
              <a:rPr sz="2400" spc="-5" dirty="0">
                <a:latin typeface="Times New Roman"/>
                <a:cs typeface="Times New Roman"/>
              </a:rPr>
              <a:t>item.</a:t>
            </a:r>
            <a:endParaRPr sz="2400" dirty="0">
              <a:latin typeface="Times New Roman"/>
              <a:cs typeface="Times New Roman"/>
            </a:endParaRPr>
          </a:p>
          <a:p>
            <a:pPr>
              <a:lnSpc>
                <a:spcPct val="100000"/>
              </a:lnSpc>
              <a:spcBef>
                <a:spcPts val="5"/>
              </a:spcBef>
              <a:buFont typeface="Arial"/>
              <a:buChar char="•"/>
            </a:pPr>
            <a:endParaRPr sz="2500" dirty="0">
              <a:latin typeface="Times New Roman"/>
              <a:cs typeface="Times New Roman"/>
            </a:endParaRPr>
          </a:p>
          <a:p>
            <a:pPr marL="355600" marR="75565" indent="-343535">
              <a:lnSpc>
                <a:spcPct val="100000"/>
              </a:lnSpc>
              <a:buFont typeface="Arial"/>
              <a:buChar char="•"/>
              <a:tabLst>
                <a:tab pos="355600" algn="l"/>
                <a:tab pos="356235" algn="l"/>
              </a:tabLst>
            </a:pPr>
            <a:r>
              <a:rPr sz="2400" spc="-60" dirty="0">
                <a:latin typeface="Times New Roman"/>
                <a:cs typeface="Times New Roman"/>
              </a:rPr>
              <a:t>Two </a:t>
            </a:r>
            <a:r>
              <a:rPr sz="2400" dirty="0">
                <a:latin typeface="Times New Roman"/>
                <a:cs typeface="Times New Roman"/>
              </a:rPr>
              <a:t>pointers pointer1 pointer2 </a:t>
            </a:r>
            <a:r>
              <a:rPr sz="2400" spc="-5" dirty="0">
                <a:latin typeface="Times New Roman"/>
                <a:cs typeface="Times New Roman"/>
              </a:rPr>
              <a:t>will </a:t>
            </a:r>
            <a:r>
              <a:rPr sz="2400" dirty="0">
                <a:latin typeface="Times New Roman"/>
                <a:cs typeface="Times New Roman"/>
              </a:rPr>
              <a:t>be </a:t>
            </a:r>
            <a:r>
              <a:rPr sz="2400" spc="-5" dirty="0">
                <a:latin typeface="Times New Roman"/>
                <a:cs typeface="Times New Roman"/>
              </a:rPr>
              <a:t>used </a:t>
            </a:r>
            <a:r>
              <a:rPr sz="2400" dirty="0">
                <a:latin typeface="Times New Roman"/>
                <a:cs typeface="Times New Roman"/>
              </a:rPr>
              <a:t>while  traversing the list for locating the address of the node to</a:t>
            </a:r>
            <a:r>
              <a:rPr sz="2400" spc="-225" dirty="0">
                <a:latin typeface="Times New Roman"/>
                <a:cs typeface="Times New Roman"/>
              </a:rPr>
              <a:t> </a:t>
            </a:r>
            <a:r>
              <a:rPr sz="2400" dirty="0">
                <a:latin typeface="Times New Roman"/>
                <a:cs typeface="Times New Roman"/>
              </a:rPr>
              <a:t>be  deleted and address of </a:t>
            </a:r>
            <a:r>
              <a:rPr sz="2400" spc="-35" dirty="0">
                <a:latin typeface="Times New Roman"/>
                <a:cs typeface="Times New Roman"/>
              </a:rPr>
              <a:t>it’s </a:t>
            </a:r>
            <a:r>
              <a:rPr sz="2400" dirty="0">
                <a:latin typeface="Times New Roman"/>
                <a:cs typeface="Times New Roman"/>
              </a:rPr>
              <a:t>preceding</a:t>
            </a:r>
            <a:r>
              <a:rPr sz="2400" spc="-75" dirty="0">
                <a:latin typeface="Times New Roman"/>
                <a:cs typeface="Times New Roman"/>
              </a:rPr>
              <a:t> </a:t>
            </a:r>
            <a:r>
              <a:rPr sz="2400" dirty="0">
                <a:latin typeface="Times New Roman"/>
                <a:cs typeface="Times New Roman"/>
              </a:rPr>
              <a:t>node.</a:t>
            </a:r>
          </a:p>
        </p:txBody>
      </p:sp>
    </p:spTree>
    <p:extLst>
      <p:ext uri="{BB962C8B-B14F-4D97-AF65-F5344CB8AC3E}">
        <p14:creationId xmlns:p14="http://schemas.microsoft.com/office/powerpoint/2010/main" val="934933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object 2"/>
          <p:cNvSpPr txBox="1">
            <a:spLocks noGrp="1"/>
          </p:cNvSpPr>
          <p:nvPr>
            <p:ph type="title"/>
          </p:nvPr>
        </p:nvSpPr>
        <p:spPr>
          <a:xfrm>
            <a:off x="2713508" y="621249"/>
            <a:ext cx="7413625" cy="696595"/>
          </a:xfrm>
          <a:prstGeom prst="rect">
            <a:avLst/>
          </a:prstGeom>
        </p:spPr>
        <p:txBody>
          <a:bodyPr vert="horz" wrap="square" lIns="0" tIns="13335" rIns="0" bIns="0" rtlCol="0">
            <a:spAutoFit/>
          </a:bodyPr>
          <a:lstStyle/>
          <a:p>
            <a:pPr marL="12700">
              <a:spcBef>
                <a:spcPts val="105"/>
              </a:spcBef>
            </a:pPr>
            <a:r>
              <a:rPr sz="4400" dirty="0"/>
              <a:t>Deletion at the specified</a:t>
            </a:r>
            <a:r>
              <a:rPr sz="4400" spc="-105" dirty="0"/>
              <a:t> </a:t>
            </a:r>
            <a:r>
              <a:rPr sz="4400" dirty="0"/>
              <a:t>position</a:t>
            </a:r>
            <a:endParaRPr sz="4400"/>
          </a:p>
        </p:txBody>
      </p:sp>
      <p:pic>
        <p:nvPicPr>
          <p:cNvPr id="6146" name="Picture 2" descr="DS Deletion in singly linked list after the specified node">
            <a:extLst>
              <a:ext uri="{FF2B5EF4-FFF2-40B4-BE49-F238E27FC236}">
                <a16:creationId xmlns:a16="http://schemas.microsoft.com/office/drawing/2014/main" id="{DA767574-09F9-4AAC-A36B-8A83AA33631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9465"/>
          <a:stretch/>
        </p:blipFill>
        <p:spPr bwMode="auto">
          <a:xfrm>
            <a:off x="2095500" y="1828801"/>
            <a:ext cx="80010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89228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object 2"/>
          <p:cNvSpPr txBox="1">
            <a:spLocks noGrp="1"/>
          </p:cNvSpPr>
          <p:nvPr>
            <p:ph type="title"/>
          </p:nvPr>
        </p:nvSpPr>
        <p:spPr>
          <a:xfrm>
            <a:off x="2713508" y="258763"/>
            <a:ext cx="7413625" cy="696595"/>
          </a:xfrm>
          <a:prstGeom prst="rect">
            <a:avLst/>
          </a:prstGeom>
        </p:spPr>
        <p:txBody>
          <a:bodyPr vert="horz" wrap="square" lIns="0" tIns="13335" rIns="0" bIns="0" rtlCol="0">
            <a:spAutoFit/>
          </a:bodyPr>
          <a:lstStyle/>
          <a:p>
            <a:pPr marL="12700">
              <a:spcBef>
                <a:spcPts val="105"/>
              </a:spcBef>
            </a:pPr>
            <a:r>
              <a:rPr sz="4400" dirty="0"/>
              <a:t>Deletion at the specified</a:t>
            </a:r>
            <a:r>
              <a:rPr sz="4400" spc="-105" dirty="0"/>
              <a:t> </a:t>
            </a:r>
            <a:r>
              <a:rPr sz="4400" dirty="0"/>
              <a:t>position</a:t>
            </a:r>
          </a:p>
        </p:txBody>
      </p:sp>
      <p:pic>
        <p:nvPicPr>
          <p:cNvPr id="3" name="Picture 2">
            <a:extLst>
              <a:ext uri="{FF2B5EF4-FFF2-40B4-BE49-F238E27FC236}">
                <a16:creationId xmlns:a16="http://schemas.microsoft.com/office/drawing/2014/main" id="{A77C7792-8D6F-D3F3-EA7C-06A366B67ABA}"/>
              </a:ext>
            </a:extLst>
          </p:cNvPr>
          <p:cNvPicPr>
            <a:picLocks noChangeAspect="1"/>
          </p:cNvPicPr>
          <p:nvPr/>
        </p:nvPicPr>
        <p:blipFill>
          <a:blip r:embed="rId3"/>
          <a:stretch>
            <a:fillRect/>
          </a:stretch>
        </p:blipFill>
        <p:spPr>
          <a:xfrm>
            <a:off x="1402773" y="1230433"/>
            <a:ext cx="5106321" cy="5150595"/>
          </a:xfrm>
          <a:prstGeom prst="rect">
            <a:avLst/>
          </a:prstGeom>
        </p:spPr>
      </p:pic>
    </p:spTree>
    <p:extLst>
      <p:ext uri="{BB962C8B-B14F-4D97-AF65-F5344CB8AC3E}">
        <p14:creationId xmlns:p14="http://schemas.microsoft.com/office/powerpoint/2010/main" val="21417537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642008FB-4878-C39B-BF28-BBAC6851E79E}"/>
              </a:ext>
            </a:extLst>
          </p:cNvPr>
          <p:cNvSpPr>
            <a:spLocks noChangeArrowheads="1"/>
          </p:cNvSpPr>
          <p:nvPr/>
        </p:nvSpPr>
        <p:spPr bwMode="auto">
          <a:xfrm>
            <a:off x="1905000" y="914400"/>
            <a:ext cx="73152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just" eaLnBrk="1" hangingPunct="1"/>
            <a:br>
              <a:rPr lang="en-US" altLang="en-US" sz="2400">
                <a:solidFill>
                  <a:schemeClr val="tx2"/>
                </a:solidFill>
                <a:latin typeface="Lucida Sans Unicode" panose="020B0602030504020204" pitchFamily="34" charset="0"/>
                <a:cs typeface="Arial" panose="020B0604020202020204" pitchFamily="34" charset="0"/>
              </a:rPr>
            </a:br>
            <a:endParaRPr lang="en-US" altLang="en-US" sz="2400">
              <a:solidFill>
                <a:schemeClr val="tx2"/>
              </a:solidFill>
              <a:latin typeface="Lucida Sans Unicode" panose="020B0602030504020204" pitchFamily="34" charset="0"/>
              <a:cs typeface="Arial" panose="020B0604020202020204" pitchFamily="34" charset="0"/>
            </a:endParaRPr>
          </a:p>
        </p:txBody>
      </p:sp>
      <p:sp>
        <p:nvSpPr>
          <p:cNvPr id="36867" name="Title 1">
            <a:extLst>
              <a:ext uri="{FF2B5EF4-FFF2-40B4-BE49-F238E27FC236}">
                <a16:creationId xmlns:a16="http://schemas.microsoft.com/office/drawing/2014/main" id="{ABA23168-2890-6BFD-E000-E3DE317F448A}"/>
              </a:ext>
            </a:extLst>
          </p:cNvPr>
          <p:cNvSpPr txBox="1">
            <a:spLocks/>
          </p:cNvSpPr>
          <p:nvPr/>
        </p:nvSpPr>
        <p:spPr bwMode="auto">
          <a:xfrm>
            <a:off x="2209800" y="2438400"/>
            <a:ext cx="7391400" cy="94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sz="4400">
                <a:cs typeface="Arial" panose="020B0604020202020204" pitchFamily="34" charset="0"/>
              </a:rPr>
              <a:t>Questions?</a:t>
            </a:r>
          </a:p>
        </p:txBody>
      </p:sp>
    </p:spTree>
  </p:cSld>
  <p:clrMapOvr>
    <a:masterClrMapping/>
  </p:clrMapOvr>
  <p:transition/>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1020</TotalTime>
  <Words>928</Words>
  <Application>Microsoft Office PowerPoint</Application>
  <PresentationFormat>Widescreen</PresentationFormat>
  <Paragraphs>129</Paragraphs>
  <Slides>24</Slides>
  <Notes>21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vt:i4>
      </vt:variant>
    </vt:vector>
  </HeadingPairs>
  <TitlesOfParts>
    <vt:vector size="35" baseType="lpstr">
      <vt:lpstr>Algerian</vt:lpstr>
      <vt:lpstr>arial</vt:lpstr>
      <vt:lpstr>arial</vt:lpstr>
      <vt:lpstr>Calibri</vt:lpstr>
      <vt:lpstr>Calibri Light</vt:lpstr>
      <vt:lpstr>DejaVu Sans</vt:lpstr>
      <vt:lpstr>Lucida Sans Unicode</vt:lpstr>
      <vt:lpstr>Times New Roman</vt:lpstr>
      <vt:lpstr>Wingdings</vt:lpstr>
      <vt:lpstr>Wingdings 3</vt:lpstr>
      <vt:lpstr>Retrospect</vt:lpstr>
      <vt:lpstr>Data Structures and Algorithm</vt:lpstr>
      <vt:lpstr>Goals for today</vt:lpstr>
      <vt:lpstr>Creation of node </vt:lpstr>
      <vt:lpstr>Creation and insertion of data in node</vt:lpstr>
      <vt:lpstr>Insertion of an element into the linked list at various positions:</vt:lpstr>
      <vt:lpstr>It is a list of free nodes in the memory. It contains unused memory cells and these memory cells can be used in future. It is also known as ‘List of Available Space’ or ‘Free Storage List’ or ‘Free Pool’.  It is used along with linked list. Whenever a new node is to be inserted in the linked list, a free node is taken from the AVAIL List and is inserted in the linked list.   Similarly, whenever a node is deleted from the linked list, it is inserted in the AVAIL List. So that it can be used in future. </vt:lpstr>
      <vt:lpstr>PowerPoint Presentation</vt:lpstr>
      <vt:lpstr>Overflow</vt:lpstr>
      <vt:lpstr>Insertion at beginning</vt:lpstr>
      <vt:lpstr>Insertion at beginning</vt:lpstr>
      <vt:lpstr>Insertion At end</vt:lpstr>
      <vt:lpstr>Insertion at End</vt:lpstr>
      <vt:lpstr>Insertion at the specified position</vt:lpstr>
      <vt:lpstr>Insertion at the specified position</vt:lpstr>
      <vt:lpstr>Insertion at the specified position</vt:lpstr>
      <vt:lpstr>PowerPoint Presentation</vt:lpstr>
      <vt:lpstr>Deletion at beginning</vt:lpstr>
      <vt:lpstr>Deletion at beginning</vt:lpstr>
      <vt:lpstr>Deletion At end</vt:lpstr>
      <vt:lpstr>Deletion At end</vt:lpstr>
      <vt:lpstr>Deletion at the specified position</vt:lpstr>
      <vt:lpstr>Deletion at the specified position</vt:lpstr>
      <vt:lpstr>Deletion at the specified position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Habiba Arshad</dc:creator>
  <cp:lastModifiedBy>Rida Zahra</cp:lastModifiedBy>
  <cp:revision>42</cp:revision>
  <dcterms:created xsi:type="dcterms:W3CDTF">2022-10-26T17:51:59Z</dcterms:created>
  <dcterms:modified xsi:type="dcterms:W3CDTF">2025-11-17T15:05:40Z</dcterms:modified>
</cp:coreProperties>
</file>