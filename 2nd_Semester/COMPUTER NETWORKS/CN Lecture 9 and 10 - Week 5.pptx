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5" r:id="rId2"/>
  </p:sldMasterIdLst>
  <p:notesMasterIdLst>
    <p:notesMasterId r:id="rId40"/>
  </p:notesMasterIdLst>
  <p:sldIdLst>
    <p:sldId id="1223" r:id="rId3"/>
    <p:sldId id="1224" r:id="rId4"/>
    <p:sldId id="1225" r:id="rId5"/>
    <p:sldId id="1226" r:id="rId6"/>
    <p:sldId id="1227" r:id="rId7"/>
    <p:sldId id="1228" r:id="rId8"/>
    <p:sldId id="1047" r:id="rId9"/>
    <p:sldId id="1216" r:id="rId10"/>
    <p:sldId id="1217" r:id="rId11"/>
    <p:sldId id="1153" r:id="rId12"/>
    <p:sldId id="1154" r:id="rId13"/>
    <p:sldId id="1086" r:id="rId14"/>
    <p:sldId id="1229" r:id="rId15"/>
    <p:sldId id="1049" r:id="rId16"/>
    <p:sldId id="1042" r:id="rId17"/>
    <p:sldId id="1161" r:id="rId18"/>
    <p:sldId id="1162" r:id="rId19"/>
    <p:sldId id="1163" r:id="rId20"/>
    <p:sldId id="1164" r:id="rId21"/>
    <p:sldId id="1165" r:id="rId22"/>
    <p:sldId id="1166" r:id="rId23"/>
    <p:sldId id="1167" r:id="rId24"/>
    <p:sldId id="1220" r:id="rId25"/>
    <p:sldId id="1221" r:id="rId26"/>
    <p:sldId id="1171" r:id="rId27"/>
    <p:sldId id="1043" r:id="rId28"/>
    <p:sldId id="1061" r:id="rId29"/>
    <p:sldId id="1213" r:id="rId30"/>
    <p:sldId id="1214" r:id="rId31"/>
    <p:sldId id="1215" r:id="rId32"/>
    <p:sldId id="1062" r:id="rId33"/>
    <p:sldId id="1218" r:id="rId34"/>
    <p:sldId id="1063" r:id="rId35"/>
    <p:sldId id="1064" r:id="rId36"/>
    <p:sldId id="1219" r:id="rId37"/>
    <p:sldId id="1065" r:id="rId38"/>
    <p:sldId id="1230"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A3"/>
    <a:srgbClr val="3C6CDF"/>
    <a:srgbClr val="ED356A"/>
    <a:srgbClr val="E40000"/>
    <a:srgbClr val="FFB3D3"/>
    <a:srgbClr val="FA376E"/>
    <a:srgbClr val="9CDFF9"/>
    <a:srgbClr val="0000A8"/>
    <a:srgbClr val="B8C2C9"/>
    <a:srgbClr val="D6DCE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272" autoAdjust="0"/>
    <p:restoredTop sz="93349" autoAdjust="0"/>
  </p:normalViewPr>
  <p:slideViewPr>
    <p:cSldViewPr snapToGrid="0" snapToObjects="1">
      <p:cViewPr>
        <p:scale>
          <a:sx n="87" d="100"/>
          <a:sy n="87" d="100"/>
        </p:scale>
        <p:origin x="-288" y="96"/>
      </p:cViewPr>
      <p:guideLst>
        <p:guide orient="horz" pos="2160"/>
        <p:guide pos="3840"/>
      </p:guideLst>
    </p:cSldViewPr>
  </p:slideViewPr>
  <p:outlineViewPr>
    <p:cViewPr>
      <p:scale>
        <a:sx n="33" d="100"/>
        <a:sy n="33" d="100"/>
      </p:scale>
      <p:origin x="0" y="-2574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53024D-5FCD-D142-BBE1-7B391F60AD88}" type="datetimeFigureOut">
              <a:rPr lang="en-US" smtClean="0"/>
              <a:t>11/13/2025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91EEAC-CFEF-9647-876F-EABC6B8338D7}" type="slidenum">
              <a:rPr lang="en-US" smtClean="0"/>
              <a:t>‹#›</a:t>
            </a:fld>
            <a:endParaRPr lang="en-US"/>
          </a:p>
        </p:txBody>
      </p:sp>
    </p:spTree>
    <p:extLst>
      <p:ext uri="{BB962C8B-B14F-4D97-AF65-F5344CB8AC3E}">
        <p14:creationId xmlns:p14="http://schemas.microsoft.com/office/powerpoint/2010/main" val="16755616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3060822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34964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684693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4</a:t>
            </a:fld>
            <a:endParaRPr lang="en-US"/>
          </a:p>
        </p:txBody>
      </p:sp>
    </p:spTree>
    <p:extLst>
      <p:ext uri="{BB962C8B-B14F-4D97-AF65-F5344CB8AC3E}">
        <p14:creationId xmlns:p14="http://schemas.microsoft.com/office/powerpoint/2010/main" val="29350835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5</a:t>
            </a:fld>
            <a:endParaRPr lang="en-US"/>
          </a:p>
        </p:txBody>
      </p:sp>
    </p:spTree>
    <p:extLst>
      <p:ext uri="{BB962C8B-B14F-4D97-AF65-F5344CB8AC3E}">
        <p14:creationId xmlns:p14="http://schemas.microsoft.com/office/powerpoint/2010/main" val="26162359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6</a:t>
            </a:fld>
            <a:endParaRPr lang="en-US"/>
          </a:p>
        </p:txBody>
      </p:sp>
    </p:spTree>
    <p:extLst>
      <p:ext uri="{BB962C8B-B14F-4D97-AF65-F5344CB8AC3E}">
        <p14:creationId xmlns:p14="http://schemas.microsoft.com/office/powerpoint/2010/main" val="16249321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By </a:t>
            </a:r>
            <a:r>
              <a:rPr lang="en-US" sz="1200" kern="1200" dirty="0">
                <a:solidFill>
                  <a:schemeClr val="tx1"/>
                </a:solidFill>
                <a:effectLst/>
                <a:latin typeface="+mn-lt"/>
                <a:ea typeface="+mn-ea"/>
                <a:cs typeface="+mn-cs"/>
              </a:rPr>
              <a:t>logical </a:t>
            </a:r>
            <a:r>
              <a:rPr lang="en-US" sz="1200" kern="1200" dirty="0" smtClean="0">
                <a:solidFill>
                  <a:schemeClr val="tx1"/>
                </a:solidFill>
                <a:effectLst/>
                <a:latin typeface="+mn-lt"/>
                <a:ea typeface="+mn-ea"/>
                <a:cs typeface="+mn-cs"/>
              </a:rPr>
              <a:t>communication, we mean </a:t>
            </a:r>
            <a:r>
              <a:rPr lang="en-US" sz="1200" kern="1200" dirty="0">
                <a:solidFill>
                  <a:schemeClr val="tx1"/>
                </a:solidFill>
                <a:effectLst/>
                <a:latin typeface="+mn-lt"/>
                <a:ea typeface="+mn-ea"/>
                <a:cs typeface="+mn-cs"/>
              </a:rPr>
              <a:t>that from an application’s perspective, it is as if the hosts running the </a:t>
            </a:r>
            <a:r>
              <a:rPr lang="en-US" sz="1200" kern="1200" dirty="0" smtClean="0">
                <a:solidFill>
                  <a:schemeClr val="tx1"/>
                </a:solidFill>
                <a:effectLst/>
                <a:latin typeface="+mn-lt"/>
                <a:ea typeface="+mn-ea"/>
                <a:cs typeface="+mn-cs"/>
              </a:rPr>
              <a:t>processes were </a:t>
            </a:r>
            <a:r>
              <a:rPr lang="en-US" sz="1200" kern="1200" dirty="0">
                <a:solidFill>
                  <a:schemeClr val="tx1"/>
                </a:solidFill>
                <a:effectLst/>
                <a:latin typeface="+mn-lt"/>
                <a:ea typeface="+mn-ea"/>
                <a:cs typeface="+mn-cs"/>
              </a:rPr>
              <a:t>directly connected; in reality, the hosts may be on opposite sides of </a:t>
            </a:r>
            <a:r>
              <a:rPr lang="en-US" sz="1200" kern="1200" dirty="0" smtClean="0">
                <a:solidFill>
                  <a:schemeClr val="tx1"/>
                </a:solidFill>
                <a:effectLst/>
                <a:latin typeface="+mn-lt"/>
                <a:ea typeface="+mn-ea"/>
                <a:cs typeface="+mn-cs"/>
              </a:rPr>
              <a:t>the planet</a:t>
            </a:r>
            <a:r>
              <a:rPr lang="en-US" sz="1200" kern="1200" dirty="0">
                <a:solidFill>
                  <a:schemeClr val="tx1"/>
                </a:solidFill>
                <a:effectLst/>
                <a:latin typeface="+mn-lt"/>
                <a:ea typeface="+mn-ea"/>
                <a:cs typeface="+mn-cs"/>
              </a:rPr>
              <a:t>, connected via numerous routers and a wide range of link types. </a:t>
            </a:r>
            <a:r>
              <a:rPr lang="en-US" sz="1200" kern="1200" dirty="0" smtClean="0">
                <a:solidFill>
                  <a:schemeClr val="tx1"/>
                </a:solidFill>
                <a:effectLst/>
                <a:latin typeface="+mn-lt"/>
                <a:ea typeface="+mn-ea"/>
                <a:cs typeface="+mn-cs"/>
              </a:rPr>
              <a:t>Application processes </a:t>
            </a:r>
            <a:r>
              <a:rPr lang="en-US" sz="1200" kern="1200" dirty="0">
                <a:solidFill>
                  <a:schemeClr val="tx1"/>
                </a:solidFill>
                <a:effectLst/>
                <a:latin typeface="+mn-lt"/>
                <a:ea typeface="+mn-ea"/>
                <a:cs typeface="+mn-cs"/>
              </a:rPr>
              <a:t>use the logical communication provided by the transport layer to </a:t>
            </a:r>
            <a:r>
              <a:rPr lang="en-US" sz="1200" kern="1200" dirty="0" smtClean="0">
                <a:solidFill>
                  <a:schemeClr val="tx1"/>
                </a:solidFill>
                <a:effectLst/>
                <a:latin typeface="+mn-lt"/>
                <a:ea typeface="+mn-ea"/>
                <a:cs typeface="+mn-cs"/>
              </a:rPr>
              <a:t>send messages </a:t>
            </a:r>
            <a:r>
              <a:rPr lang="en-US" sz="1200" kern="1200" dirty="0">
                <a:solidFill>
                  <a:schemeClr val="tx1"/>
                </a:solidFill>
                <a:effectLst/>
                <a:latin typeface="+mn-lt"/>
                <a:ea typeface="+mn-ea"/>
                <a:cs typeface="+mn-cs"/>
              </a:rPr>
              <a:t>to each other, free from the worry of the details of the physical </a:t>
            </a:r>
            <a:r>
              <a:rPr lang="en-US" sz="1200" kern="1200" dirty="0" smtClean="0">
                <a:solidFill>
                  <a:schemeClr val="tx1"/>
                </a:solidFill>
                <a:effectLst/>
                <a:latin typeface="+mn-lt"/>
                <a:ea typeface="+mn-ea"/>
                <a:cs typeface="+mn-cs"/>
              </a:rPr>
              <a:t>infrastructure used </a:t>
            </a:r>
            <a:r>
              <a:rPr lang="en-US" sz="1200" kern="1200" dirty="0">
                <a:solidFill>
                  <a:schemeClr val="tx1"/>
                </a:solidFill>
                <a:effectLst/>
                <a:latin typeface="+mn-lt"/>
                <a:ea typeface="+mn-ea"/>
                <a:cs typeface="+mn-cs"/>
              </a:rPr>
              <a:t>to carry these messages.</a:t>
            </a:r>
          </a:p>
          <a:p>
            <a:endParaRPr lang="en-US" dirty="0"/>
          </a:p>
          <a:p>
            <a:r>
              <a:rPr lang="en-US" dirty="0"/>
              <a:t>Let’s look at each of these three (logical communications, actions,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142145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91EEAC-CFEF-9647-876F-EABC6B8338D7}" type="slidenum">
              <a:rPr lang="en-US" smtClean="0"/>
              <a:t>8</a:t>
            </a:fld>
            <a:endParaRPr lang="en-US"/>
          </a:p>
        </p:txBody>
      </p:sp>
    </p:spTree>
    <p:extLst>
      <p:ext uri="{BB962C8B-B14F-4D97-AF65-F5344CB8AC3E}">
        <p14:creationId xmlns:p14="http://schemas.microsoft.com/office/powerpoint/2010/main" val="31680694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Example (simplified):</a:t>
            </a:r>
            <a:endParaRPr lang="en-US" dirty="0" smtClean="0"/>
          </a:p>
          <a:p>
            <a:r>
              <a:rPr lang="en-US" dirty="0" smtClean="0"/>
              <a:t>Data: 10, 20, 30 → Sum = 60 → Checksum = 60</a:t>
            </a:r>
          </a:p>
          <a:p>
            <a:r>
              <a:rPr lang="en-US" dirty="0" smtClean="0"/>
              <a:t>Receiver adds 10 + 20 + 30 = 60 → compares with checksum 60 (no error).</a:t>
            </a:r>
          </a:p>
          <a:p>
            <a:r>
              <a:rPr lang="en-US" dirty="0" smtClean="0"/>
              <a:t>If the sum doesn’t match, it means the data was </a:t>
            </a:r>
            <a:r>
              <a:rPr lang="en-US" b="1" dirty="0" smtClean="0"/>
              <a:t>corrupted</a:t>
            </a:r>
            <a:r>
              <a:rPr lang="en-US" dirty="0" smtClean="0"/>
              <a:t> in transit.</a:t>
            </a:r>
          </a:p>
          <a:p>
            <a:endParaRPr lang="en-US" dirty="0"/>
          </a:p>
        </p:txBody>
      </p:sp>
      <p:sp>
        <p:nvSpPr>
          <p:cNvPr id="4" name="Slide Number Placeholder 3"/>
          <p:cNvSpPr>
            <a:spLocks noGrp="1"/>
          </p:cNvSpPr>
          <p:nvPr>
            <p:ph type="sldNum" sz="quarter" idx="10"/>
          </p:nvPr>
        </p:nvSpPr>
        <p:spPr/>
        <p:txBody>
          <a:bodyPr/>
          <a:lstStyle/>
          <a:p>
            <a:fld id="{3D91EEAC-CFEF-9647-876F-EABC6B8338D7}" type="slidenum">
              <a:rPr lang="en-US" smtClean="0"/>
              <a:t>9</a:t>
            </a:fld>
            <a:endParaRPr lang="en-US"/>
          </a:p>
        </p:txBody>
      </p:sp>
    </p:spTree>
    <p:extLst>
      <p:ext uri="{BB962C8B-B14F-4D97-AF65-F5344CB8AC3E}">
        <p14:creationId xmlns:p14="http://schemas.microsoft.com/office/powerpoint/2010/main" val="3609848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solidFill>
                  <a:srgbClr val="0000A3"/>
                </a:solidFill>
              </a:rPr>
              <a:t>Network layer: </a:t>
            </a:r>
            <a:r>
              <a:rPr lang="en-US" dirty="0" smtClean="0"/>
              <a:t>delivers packets between hosts (host-to-host).</a:t>
            </a:r>
          </a:p>
          <a:p>
            <a:r>
              <a:rPr lang="en-US" b="1" dirty="0" smtClean="0">
                <a:solidFill>
                  <a:srgbClr val="0000A3"/>
                </a:solidFill>
              </a:rPr>
              <a:t>Transport layer</a:t>
            </a:r>
            <a:r>
              <a:rPr lang="en-US" dirty="0" smtClean="0">
                <a:solidFill>
                  <a:srgbClr val="0000A3"/>
                </a:solidFill>
              </a:rPr>
              <a:t>: </a:t>
            </a:r>
            <a:r>
              <a:rPr lang="en-US" dirty="0" smtClean="0"/>
              <a:t>delivers data between processes (process-to-process).</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259287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46198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143544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308775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308775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15</a:t>
            </a:fld>
            <a:endParaRPr lang="en-US"/>
          </a:p>
        </p:txBody>
      </p:sp>
    </p:spTree>
    <p:extLst>
      <p:ext uri="{BB962C8B-B14F-4D97-AF65-F5344CB8AC3E}">
        <p14:creationId xmlns:p14="http://schemas.microsoft.com/office/powerpoint/2010/main" val="33908985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53694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15253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RFC – </a:t>
            </a:r>
            <a:r>
              <a:rPr lang="en-US"/>
              <a:t>it’s only 2.5 pages!</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878235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038696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67922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720575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740690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7311956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603244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819652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26</a:t>
            </a:fld>
            <a:endParaRPr lang="en-US"/>
          </a:p>
        </p:txBody>
      </p:sp>
    </p:spTree>
    <p:extLst>
      <p:ext uri="{BB962C8B-B14F-4D97-AF65-F5344CB8AC3E}">
        <p14:creationId xmlns:p14="http://schemas.microsoft.com/office/powerpoint/2010/main" val="15082176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arrows through reliable data transfer channel is just one way – reliably send from sender to receiver</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6041575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some time talking about how its to the sender and receiver side protocol that IMPLEMENTS reliable data transfer</a:t>
            </a:r>
          </a:p>
          <a:p>
            <a:endParaRPr lang="en-US" dirty="0"/>
          </a:p>
          <a:p>
            <a:r>
              <a:rPr lang="en-US" dirty="0"/>
              <a:t>Communication over unreliable channel is </a:t>
            </a:r>
            <a:r>
              <a:rPr lang="en-US" dirty="0" err="1"/>
              <a:t>TWO-way</a:t>
            </a:r>
            <a:r>
              <a:rPr lang="en-US" dirty="0"/>
              <a:t>: sender and receiver will exchange messages back and forth to IMPLEMENT one-way  reliable data transfer</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0476712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So we have a sender side and a receiver side. How much work they’ll have to do depends on the  IMPAIRMENTS introduced by channel – if the channel is perfect – no problem!</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3811731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point of view to keep in mind – it’s easy for US to look at sender and receiver together and see what is happening.  OH – that message sent was lost. </a:t>
            </a:r>
          </a:p>
          <a:p>
            <a:endParaRPr lang="en-US" dirty="0"/>
          </a:p>
          <a:p>
            <a:r>
              <a:rPr lang="en-US" dirty="0"/>
              <a:t>But think about it say from senders POV How does the sender know if its transmitted message over the unreliable channel got though??  ONLY if receiver somehow signals to the sender that it was received.</a:t>
            </a:r>
          </a:p>
          <a:p>
            <a:endParaRPr lang="en-US" dirty="0"/>
          </a:p>
          <a:p>
            <a:endParaRPr lang="en-US" dirty="0"/>
          </a:p>
          <a:p>
            <a:r>
              <a:rPr lang="en-US" dirty="0"/>
              <a:t>The key point here is that one side does NOT know what is going on at the other side – it’s as if there’s a curtain between them.  Everything they know about the other can ONLY be learned by sending/receiving messages.</a:t>
            </a:r>
          </a:p>
          <a:p>
            <a:endParaRPr lang="en-US" dirty="0"/>
          </a:p>
          <a:p>
            <a:r>
              <a:rPr lang="en-US" dirty="0"/>
              <a:t>Sender process wants to make sure a segment got through.  But it can just somehow magically look through curtain to see if receiver got it.  It will be up to the receiver to let the sender KNOW that it (the receiver) has correctly received the segment.</a:t>
            </a:r>
          </a:p>
          <a:p>
            <a:endParaRPr lang="en-US" dirty="0"/>
          </a:p>
          <a:p>
            <a:r>
              <a:rPr lang="en-US" dirty="0"/>
              <a:t>How will the sender and receiver do that – that’s the PROTOCOL.</a:t>
            </a:r>
          </a:p>
          <a:p>
            <a:endParaRPr lang="en-US" dirty="0"/>
          </a:p>
          <a:p>
            <a:r>
              <a:rPr lang="en-US" dirty="0"/>
              <a:t> Before starting to develop a protocol, let’s look more closely at the interface (the API if you will)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4798493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127047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SO let’s get started in developing our reliable data transfer protocol, which we’ll call </a:t>
            </a:r>
            <a:r>
              <a:rPr lang="en-US" dirty="0" err="1"/>
              <a:t>rdt</a:t>
            </a:r>
            <a:r>
              <a:rPr lang="en-US" dirty="0"/>
              <a:t> (need a good acronym for protocol – like HTTP, TCP, UDP, IP)</a:t>
            </a:r>
          </a:p>
          <a:p>
            <a:endParaRPr lang="en-US" dirty="0"/>
          </a:p>
          <a:p>
            <a:r>
              <a:rPr lang="en-US" dirty="0"/>
              <a:t>Bullet points 1 and 2</a:t>
            </a:r>
          </a:p>
          <a:p>
            <a:endParaRPr lang="en-US" dirty="0"/>
          </a:p>
          <a:p>
            <a:endParaRPr lang="en-US" dirty="0"/>
          </a:p>
          <a:p>
            <a:r>
              <a:rPr lang="en-US" dirty="0"/>
              <a:t>NOW if we are going to develop a protocol, so we’ll need some way to SPECIFY a protocol.  </a:t>
            </a:r>
            <a:r>
              <a:rPr lang="en-US" b="1" i="1" dirty="0"/>
              <a:t>How</a:t>
            </a:r>
            <a:r>
              <a:rPr lang="en-US" dirty="0"/>
              <a:t> do we do that?</a:t>
            </a:r>
          </a:p>
          <a:p>
            <a:endParaRPr lang="en-US" dirty="0"/>
          </a:p>
          <a:p>
            <a:r>
              <a:rPr lang="en-US" dirty="0"/>
              <a:t>We could write text, but as all know, that’s prone to misinterpretation, and might be incomplete.  You might write a specification, and then think “oh yeah – I forgot about that case”</a:t>
            </a:r>
          </a:p>
          <a:p>
            <a:endParaRPr lang="en-US" dirty="0"/>
          </a:p>
          <a:p>
            <a:r>
              <a:rPr lang="en-US" dirty="0"/>
              <a:t>What we need is more </a:t>
            </a:r>
            <a:r>
              <a:rPr lang="en-US" b="1" i="1" dirty="0"/>
              <a:t>formal</a:t>
            </a:r>
            <a:r>
              <a:rPr lang="en-US" dirty="0"/>
              <a:t> way to specify a protocol.  In fact, with a formal specification there may be ways to PROVE PROPERTIES about a specification.  But that’s an advanced topic we won’t get into here. We’ll start here by adopting a fairly simple protocol specification technique known as finite state machines (FSM)</a:t>
            </a:r>
          </a:p>
          <a:p>
            <a:endParaRPr lang="en-US" dirty="0"/>
          </a:p>
          <a:p>
            <a:r>
              <a:rPr lang="en-US" dirty="0"/>
              <a:t>And as the name might suggest, a central notion of finite state machines is the notion of STATE </a:t>
            </a:r>
          </a:p>
          <a:p>
            <a:r>
              <a:rPr lang="en-US" dirty="0"/>
              <a:t>&lt;talk about state&gt;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1424697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We’ll start with the simplest case possible - an unreliable channel that is, in fact perfect – no segments are lost, corrupted, </a:t>
            </a:r>
            <a:r>
              <a:rPr lang="en-US" dirty="0" smtClean="0"/>
              <a:t>duplicated </a:t>
            </a:r>
            <a:r>
              <a:rPr lang="en-US" dirty="0"/>
              <a:t>or </a:t>
            </a:r>
            <a:r>
              <a:rPr lang="en-US" dirty="0" smtClean="0"/>
              <a:t>re-ordered</a:t>
            </a:r>
            <a:r>
              <a:rPr lang="en-US" dirty="0"/>
              <a:t>.  The sender just sends and it pops out the other side(perhaps after some delay) perfectly.</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7845182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3306425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0831715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922660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15EC686-8429-2E40-81FA-5EC9C4AB3C55}"/>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 xmlns:a16="http://schemas.microsoft.com/office/drawing/2014/main" id="{8CC2C238-9334-5D47-BE46-7DBB933E48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Slide Number Placeholder 5">
            <a:extLst>
              <a:ext uri="{FF2B5EF4-FFF2-40B4-BE49-F238E27FC236}">
                <a16:creationId xmlns="" xmlns:a16="http://schemas.microsoft.com/office/drawing/2014/main" id="{F7F1199A-45E4-9E4D-95C0-396A8A9C6FF7}"/>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Transport Layer: 3-</a:t>
            </a:r>
            <a:fld id="{C4204591-24BD-A542-B9D5-F8D8A88D2FEE}" type="slidenum">
              <a:rPr lang="en-US" smtClean="0"/>
              <a:pPr/>
              <a:t>‹#›</a:t>
            </a:fld>
            <a:endParaRPr lang="en-US" dirty="0"/>
          </a:p>
        </p:txBody>
      </p:sp>
    </p:spTree>
    <p:extLst>
      <p:ext uri="{BB962C8B-B14F-4D97-AF65-F5344CB8AC3E}">
        <p14:creationId xmlns:p14="http://schemas.microsoft.com/office/powerpoint/2010/main" val="339365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FDA2846C-3DC3-2A4C-84E1-3E3C50231FF2}"/>
              </a:ext>
            </a:extLst>
          </p:cNvPr>
          <p:cNvSpPr>
            <a:spLocks noGrp="1"/>
          </p:cNvSpPr>
          <p:nvPr>
            <p:ph idx="1"/>
          </p:nvPr>
        </p:nvSpPr>
        <p:spPr>
          <a:xfrm>
            <a:off x="838200" y="1724027"/>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a:extLst>
              <a:ext uri="{FF2B5EF4-FFF2-40B4-BE49-F238E27FC236}">
                <a16:creationId xmlns="" xmlns:a16="http://schemas.microsoft.com/office/drawing/2014/main" id="{F32235DD-B99A-7744-92BB-36CB49B43BEC}"/>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10" name="Slide Number Placeholder 5">
            <a:extLst>
              <a:ext uri="{FF2B5EF4-FFF2-40B4-BE49-F238E27FC236}">
                <a16:creationId xmlns="" xmlns:a16="http://schemas.microsoft.com/office/drawing/2014/main" id="{41717D89-2D64-4E49-A8B8-D7B93266073C}"/>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Transport Layer: 3-</a:t>
            </a:r>
            <a:fld id="{C4204591-24BD-A542-B9D5-F8D8A88D2FEE}" type="slidenum">
              <a:rPr lang="en-US" smtClean="0"/>
              <a:pPr/>
              <a:t>‹#›</a:t>
            </a:fld>
            <a:endParaRPr lang="en-US" dirty="0"/>
          </a:p>
        </p:txBody>
      </p:sp>
    </p:spTree>
    <p:extLst>
      <p:ext uri="{BB962C8B-B14F-4D97-AF65-F5344CB8AC3E}">
        <p14:creationId xmlns:p14="http://schemas.microsoft.com/office/powerpoint/2010/main" val="18784461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0E48D4C-6954-CC4D-A491-4B78BF548F31}"/>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3" name="Content Placeholder 2">
            <a:extLst>
              <a:ext uri="{FF2B5EF4-FFF2-40B4-BE49-F238E27FC236}">
                <a16:creationId xmlns="" xmlns:a16="http://schemas.microsoft.com/office/drawing/2014/main" id="{3ABE2032-3F11-1945-8A1D-25EC80CF916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 xmlns:a16="http://schemas.microsoft.com/office/drawing/2014/main" id="{9ADCF1CB-5DBA-8B49-A839-F079E4BF437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5">
            <a:extLst>
              <a:ext uri="{FF2B5EF4-FFF2-40B4-BE49-F238E27FC236}">
                <a16:creationId xmlns="" xmlns:a16="http://schemas.microsoft.com/office/drawing/2014/main" id="{2E873D4E-4EDA-1349-AB14-5DC995BFCD39}"/>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Transport Layer: 3-</a:t>
            </a:r>
            <a:fld id="{C4204591-24BD-A542-B9D5-F8D8A88D2FEE}" type="slidenum">
              <a:rPr lang="en-US" smtClean="0"/>
              <a:pPr/>
              <a:t>‹#›</a:t>
            </a:fld>
            <a:endParaRPr lang="en-US" dirty="0"/>
          </a:p>
        </p:txBody>
      </p:sp>
    </p:spTree>
    <p:extLst>
      <p:ext uri="{BB962C8B-B14F-4D97-AF65-F5344CB8AC3E}">
        <p14:creationId xmlns:p14="http://schemas.microsoft.com/office/powerpoint/2010/main" val="12739582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C2B102D-EC4F-B64D-BB0A-3CBBCEE21B6B}"/>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8" name="Slide Number Placeholder 5">
            <a:extLst>
              <a:ext uri="{FF2B5EF4-FFF2-40B4-BE49-F238E27FC236}">
                <a16:creationId xmlns="" xmlns:a16="http://schemas.microsoft.com/office/drawing/2014/main" id="{80DCD8E0-36D6-2D43-9C3A-92DC921E1D78}"/>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Transport Layer: 3-</a:t>
            </a:r>
            <a:fld id="{C4204591-24BD-A542-B9D5-F8D8A88D2FEE}" type="slidenum">
              <a:rPr lang="en-US" smtClean="0"/>
              <a:pPr/>
              <a:t>‹#›</a:t>
            </a:fld>
            <a:endParaRPr lang="en-US" dirty="0"/>
          </a:p>
        </p:txBody>
      </p:sp>
    </p:spTree>
    <p:extLst>
      <p:ext uri="{BB962C8B-B14F-4D97-AF65-F5344CB8AC3E}">
        <p14:creationId xmlns:p14="http://schemas.microsoft.com/office/powerpoint/2010/main" val="37621316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15EC686-8429-2E40-81FA-5EC9C4AB3C55}"/>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 xmlns:a16="http://schemas.microsoft.com/office/drawing/2014/main" id="{8CC2C238-9334-5D47-BE46-7DBB933E48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Slide Number Placeholder 5">
            <a:extLst>
              <a:ext uri="{FF2B5EF4-FFF2-40B4-BE49-F238E27FC236}">
                <a16:creationId xmlns="" xmlns:a16="http://schemas.microsoft.com/office/drawing/2014/main" id="{F7F1199A-45E4-9E4D-95C0-396A8A9C6FF7}"/>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a:ea typeface="+mn-ea"/>
                <a:cs typeface="+mn-cs"/>
              </a:rPr>
              <a:t>Application Layer: 2-</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100" b="0" i="0" u="none" strike="noStrike" kern="1200" cap="none" spc="0" normalizeH="0" baseline="0" noProof="0" dirty="0">
              <a:ln>
                <a:noFill/>
              </a:ln>
              <a:solidFill>
                <a:prstClr val="white">
                  <a:lumMod val="50000"/>
                </a:prstClr>
              </a:solidFill>
              <a:effectLst/>
              <a:uLnTx/>
              <a:uFillTx/>
              <a:latin typeface="Calibri"/>
              <a:ea typeface="+mn-ea"/>
              <a:cs typeface="+mn-cs"/>
            </a:endParaRPr>
          </a:p>
        </p:txBody>
      </p:sp>
    </p:spTree>
    <p:extLst>
      <p:ext uri="{BB962C8B-B14F-4D97-AF65-F5344CB8AC3E}">
        <p14:creationId xmlns:p14="http://schemas.microsoft.com/office/powerpoint/2010/main" val="21173971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FDA2846C-3DC3-2A4C-84E1-3E3C50231FF2}"/>
              </a:ext>
            </a:extLst>
          </p:cNvPr>
          <p:cNvSpPr>
            <a:spLocks noGrp="1"/>
          </p:cNvSpPr>
          <p:nvPr>
            <p:ph idx="1"/>
          </p:nvPr>
        </p:nvSpPr>
        <p:spPr>
          <a:xfrm>
            <a:off x="838200" y="1724027"/>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a:extLst>
              <a:ext uri="{FF2B5EF4-FFF2-40B4-BE49-F238E27FC236}">
                <a16:creationId xmlns="" xmlns:a16="http://schemas.microsoft.com/office/drawing/2014/main" id="{F32235DD-B99A-7744-92BB-36CB49B43BEC}"/>
              </a:ext>
            </a:extLst>
          </p:cNvPr>
          <p:cNvSpPr>
            <a:spLocks noGrp="1"/>
          </p:cNvSpPr>
          <p:nvPr>
            <p:ph type="title"/>
          </p:nvPr>
        </p:nvSpPr>
        <p:spPr/>
        <p:txBody>
          <a:bodyPr/>
          <a:lstStyle/>
          <a:p>
            <a:r>
              <a:rPr lang="en-US" dirty="0"/>
              <a:t>Click to edit Master title style</a:t>
            </a:r>
          </a:p>
        </p:txBody>
      </p:sp>
      <p:sp>
        <p:nvSpPr>
          <p:cNvPr id="10" name="Slide Number Placeholder 5">
            <a:extLst>
              <a:ext uri="{FF2B5EF4-FFF2-40B4-BE49-F238E27FC236}">
                <a16:creationId xmlns="" xmlns:a16="http://schemas.microsoft.com/office/drawing/2014/main" id="{41717D89-2D64-4E49-A8B8-D7B93266073C}"/>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a:ea typeface="+mn-ea"/>
                <a:cs typeface="+mn-cs"/>
              </a:rPr>
              <a:t>Application Layer: 2-</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100" b="0" i="0" u="none" strike="noStrike" kern="1200" cap="none" spc="0" normalizeH="0" baseline="0" noProof="0" dirty="0">
              <a:ln>
                <a:noFill/>
              </a:ln>
              <a:solidFill>
                <a:prstClr val="white">
                  <a:lumMod val="50000"/>
                </a:prstClr>
              </a:solidFill>
              <a:effectLst/>
              <a:uLnTx/>
              <a:uFillTx/>
              <a:latin typeface="Calibri"/>
              <a:ea typeface="+mn-ea"/>
              <a:cs typeface="+mn-cs"/>
            </a:endParaRPr>
          </a:p>
        </p:txBody>
      </p:sp>
    </p:spTree>
    <p:extLst>
      <p:ext uri="{BB962C8B-B14F-4D97-AF65-F5344CB8AC3E}">
        <p14:creationId xmlns:p14="http://schemas.microsoft.com/office/powerpoint/2010/main" val="28202530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0E48D4C-6954-CC4D-A491-4B78BF548F3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3ABE2032-3F11-1945-8A1D-25EC80CF916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 xmlns:a16="http://schemas.microsoft.com/office/drawing/2014/main" id="{9ADCF1CB-5DBA-8B49-A839-F079E4BF437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5">
            <a:extLst>
              <a:ext uri="{FF2B5EF4-FFF2-40B4-BE49-F238E27FC236}">
                <a16:creationId xmlns="" xmlns:a16="http://schemas.microsoft.com/office/drawing/2014/main" id="{2E873D4E-4EDA-1349-AB14-5DC995BFCD39}"/>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a:ea typeface="+mn-ea"/>
                <a:cs typeface="+mn-cs"/>
              </a:rPr>
              <a:t>Application Layer: 2-</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100" b="0" i="0" u="none" strike="noStrike" kern="1200" cap="none" spc="0" normalizeH="0" baseline="0" noProof="0" dirty="0">
              <a:ln>
                <a:noFill/>
              </a:ln>
              <a:solidFill>
                <a:prstClr val="white">
                  <a:lumMod val="50000"/>
                </a:prstClr>
              </a:solidFill>
              <a:effectLst/>
              <a:uLnTx/>
              <a:uFillTx/>
              <a:latin typeface="Calibri"/>
              <a:ea typeface="+mn-ea"/>
              <a:cs typeface="+mn-cs"/>
            </a:endParaRPr>
          </a:p>
        </p:txBody>
      </p:sp>
    </p:spTree>
    <p:extLst>
      <p:ext uri="{BB962C8B-B14F-4D97-AF65-F5344CB8AC3E}">
        <p14:creationId xmlns:p14="http://schemas.microsoft.com/office/powerpoint/2010/main" val="5275465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C2B102D-EC4F-B64D-BB0A-3CBBCEE21B6B}"/>
              </a:ext>
            </a:extLst>
          </p:cNvPr>
          <p:cNvSpPr>
            <a:spLocks noGrp="1"/>
          </p:cNvSpPr>
          <p:nvPr>
            <p:ph type="title"/>
          </p:nvPr>
        </p:nvSpPr>
        <p:spPr/>
        <p:txBody>
          <a:bodyPr/>
          <a:lstStyle/>
          <a:p>
            <a:r>
              <a:rPr lang="en-US"/>
              <a:t>Click to edit Master title style</a:t>
            </a:r>
          </a:p>
        </p:txBody>
      </p:sp>
      <p:sp>
        <p:nvSpPr>
          <p:cNvPr id="8" name="Slide Number Placeholder 5">
            <a:extLst>
              <a:ext uri="{FF2B5EF4-FFF2-40B4-BE49-F238E27FC236}">
                <a16:creationId xmlns="" xmlns:a16="http://schemas.microsoft.com/office/drawing/2014/main" id="{80DCD8E0-36D6-2D43-9C3A-92DC921E1D78}"/>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a:ea typeface="+mn-ea"/>
                <a:cs typeface="+mn-cs"/>
              </a:rPr>
              <a:t>Application Layer: 2-</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100" b="0" i="0" u="none" strike="noStrike" kern="1200" cap="none" spc="0" normalizeH="0" baseline="0" noProof="0" dirty="0">
              <a:ln>
                <a:noFill/>
              </a:ln>
              <a:solidFill>
                <a:prstClr val="white">
                  <a:lumMod val="50000"/>
                </a:prstClr>
              </a:solidFill>
              <a:effectLst/>
              <a:uLnTx/>
              <a:uFillTx/>
              <a:latin typeface="Calibri"/>
              <a:ea typeface="+mn-ea"/>
              <a:cs typeface="+mn-cs"/>
            </a:endParaRPr>
          </a:p>
        </p:txBody>
      </p:sp>
    </p:spTree>
    <p:extLst>
      <p:ext uri="{BB962C8B-B14F-4D97-AF65-F5344CB8AC3E}">
        <p14:creationId xmlns:p14="http://schemas.microsoft.com/office/powerpoint/2010/main" val="266392921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5" Type="http://schemas.openxmlformats.org/officeDocument/2006/relationships/theme" Target="../theme/theme2.xml"/><Relationship Id="rId4"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186D5FD2-E0BC-9B4A-8B69-BFD8F956C77B}"/>
              </a:ext>
            </a:extLst>
          </p:cNvPr>
          <p:cNvSpPr>
            <a:spLocks noGrp="1"/>
          </p:cNvSpPr>
          <p:nvPr>
            <p:ph type="title"/>
          </p:nvPr>
        </p:nvSpPr>
        <p:spPr>
          <a:xfrm>
            <a:off x="838200" y="451821"/>
            <a:ext cx="10515600" cy="89462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 xmlns:a16="http://schemas.microsoft.com/office/drawing/2014/main" id="{7A987CFD-1EF3-634C-B854-216A26AC23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 xmlns:a16="http://schemas.microsoft.com/office/drawing/2014/main" id="{B87C6EBB-9D5E-E84A-9BCA-EA7E05FD1C0C}"/>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Introduction: 1-</a:t>
            </a:r>
            <a:fld id="{C4204591-24BD-A542-B9D5-F8D8A88D2FEE}" type="slidenum">
              <a:rPr lang="en-US" smtClean="0"/>
              <a:pPr/>
              <a:t>‹#›</a:t>
            </a:fld>
            <a:endParaRPr lang="en-US" dirty="0"/>
          </a:p>
        </p:txBody>
      </p:sp>
    </p:spTree>
    <p:extLst>
      <p:ext uri="{BB962C8B-B14F-4D97-AF65-F5344CB8AC3E}">
        <p14:creationId xmlns:p14="http://schemas.microsoft.com/office/powerpoint/2010/main" val="27751653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Lst>
  <p:hf hdr="0" ftr="0" dt="0"/>
  <p:txStyles>
    <p:titleStyle>
      <a:lvl1pPr algn="l" defTabSz="914400" rtl="0" eaLnBrk="1" latinLnBrk="0" hangingPunct="1">
        <a:lnSpc>
          <a:spcPct val="90000"/>
        </a:lnSpc>
        <a:spcBef>
          <a:spcPct val="0"/>
        </a:spcBef>
        <a:buNone/>
        <a:defRPr sz="4000" b="1" kern="1200">
          <a:solidFill>
            <a:srgbClr val="0000A3"/>
          </a:solidFill>
          <a:latin typeface="+mn-lt"/>
          <a:ea typeface="+mj-ea"/>
          <a:cs typeface="+mj-cs"/>
        </a:defRPr>
      </a:lvl1pPr>
    </p:titleStyle>
    <p:body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186D5FD2-E0BC-9B4A-8B69-BFD8F956C77B}"/>
              </a:ext>
            </a:extLst>
          </p:cNvPr>
          <p:cNvSpPr>
            <a:spLocks noGrp="1"/>
          </p:cNvSpPr>
          <p:nvPr>
            <p:ph type="title"/>
          </p:nvPr>
        </p:nvSpPr>
        <p:spPr>
          <a:xfrm>
            <a:off x="838200" y="451821"/>
            <a:ext cx="10515600" cy="89462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 xmlns:a16="http://schemas.microsoft.com/office/drawing/2014/main" id="{7A987CFD-1EF3-634C-B854-216A26AC23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 xmlns:a16="http://schemas.microsoft.com/office/drawing/2014/main" id="{B87C6EBB-9D5E-E84A-9BCA-EA7E05FD1C0C}"/>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a:ea typeface="+mn-ea"/>
                <a:cs typeface="+mn-cs"/>
              </a:rPr>
              <a:t>Application Layer: 2-</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100" b="0" i="0" u="none" strike="noStrike" kern="1200" cap="none" spc="0" normalizeH="0" baseline="0" noProof="0" dirty="0">
              <a:ln>
                <a:noFill/>
              </a:ln>
              <a:solidFill>
                <a:prstClr val="white">
                  <a:lumMod val="50000"/>
                </a:prstClr>
              </a:solidFill>
              <a:effectLst/>
              <a:uLnTx/>
              <a:uFillTx/>
              <a:latin typeface="Calibri"/>
              <a:ea typeface="+mn-ea"/>
              <a:cs typeface="+mn-cs"/>
            </a:endParaRPr>
          </a:p>
        </p:txBody>
      </p:sp>
    </p:spTree>
    <p:extLst>
      <p:ext uri="{BB962C8B-B14F-4D97-AF65-F5344CB8AC3E}">
        <p14:creationId xmlns:p14="http://schemas.microsoft.com/office/powerpoint/2010/main" val="3490689351"/>
      </p:ext>
    </p:extLst>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Lst>
  <p:hf hdr="0" ftr="0" dt="0"/>
  <p:txStyles>
    <p:titleStyle>
      <a:lvl1pPr algn="l" defTabSz="914400" rtl="0" eaLnBrk="1" latinLnBrk="0" hangingPunct="1">
        <a:lnSpc>
          <a:spcPct val="90000"/>
        </a:lnSpc>
        <a:spcBef>
          <a:spcPct val="0"/>
        </a:spcBef>
        <a:buNone/>
        <a:defRPr sz="4400" b="1" kern="1200">
          <a:solidFill>
            <a:srgbClr val="0000A3"/>
          </a:solidFill>
          <a:latin typeface="+mj-lt"/>
          <a:ea typeface="+mj-ea"/>
          <a:cs typeface="+mj-cs"/>
        </a:defRPr>
      </a:lvl1pPr>
    </p:titleStyle>
    <p:body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image" Target="../media/image18.png"/><Relationship Id="rId3" Type="http://schemas.openxmlformats.org/officeDocument/2006/relationships/image" Target="../media/image3.png"/><Relationship Id="rId21" Type="http://schemas.openxmlformats.org/officeDocument/2006/relationships/image" Target="../media/image21.png"/><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image" Target="../media/image17.png"/><Relationship Id="rId2" Type="http://schemas.openxmlformats.org/officeDocument/2006/relationships/notesSlide" Target="../notesSlides/notesSlide7.xml"/><Relationship Id="rId16" Type="http://schemas.openxmlformats.org/officeDocument/2006/relationships/image" Target="../media/image16.png"/><Relationship Id="rId20" Type="http://schemas.openxmlformats.org/officeDocument/2006/relationships/image" Target="../media/image20.png"/><Relationship Id="rId1" Type="http://schemas.openxmlformats.org/officeDocument/2006/relationships/slideLayout" Target="../slideLayouts/slideLayout3.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23" Type="http://schemas.openxmlformats.org/officeDocument/2006/relationships/image" Target="../media/image23.png"/><Relationship Id="rId10" Type="http://schemas.openxmlformats.org/officeDocument/2006/relationships/image" Target="../media/image10.png"/><Relationship Id="rId19" Type="http://schemas.openxmlformats.org/officeDocument/2006/relationships/image" Target="../media/image19.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 Id="rId22"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image" Target="../media/image18.png"/><Relationship Id="rId3" Type="http://schemas.openxmlformats.org/officeDocument/2006/relationships/image" Target="../media/image3.png"/><Relationship Id="rId21" Type="http://schemas.openxmlformats.org/officeDocument/2006/relationships/image" Target="../media/image21.png"/><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image" Target="../media/image17.png"/><Relationship Id="rId2" Type="http://schemas.openxmlformats.org/officeDocument/2006/relationships/notesSlide" Target="../notesSlides/notesSlide14.xml"/><Relationship Id="rId16" Type="http://schemas.openxmlformats.org/officeDocument/2006/relationships/image" Target="../media/image16.png"/><Relationship Id="rId20" Type="http://schemas.openxmlformats.org/officeDocument/2006/relationships/image" Target="../media/image20.png"/><Relationship Id="rId1" Type="http://schemas.openxmlformats.org/officeDocument/2006/relationships/slideLayout" Target="../slideLayouts/slideLayout3.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23" Type="http://schemas.openxmlformats.org/officeDocument/2006/relationships/image" Target="../media/image23.png"/><Relationship Id="rId10" Type="http://schemas.openxmlformats.org/officeDocument/2006/relationships/image" Target="../media/image10.png"/><Relationship Id="rId19" Type="http://schemas.openxmlformats.org/officeDocument/2006/relationships/image" Target="../media/image19.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 Id="rId22"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 xmlns:a16="http://schemas.microsoft.com/office/drawing/2014/main" id="{014327ED-1729-4CF5-B0EF-DC2B5CF71371}"/>
              </a:ext>
            </a:extLst>
          </p:cNvPr>
          <p:cNvSpPr>
            <a:spLocks noGrp="1" noChangeArrowheads="1"/>
          </p:cNvSpPr>
          <p:nvPr>
            <p:ph type="ctrTitle"/>
          </p:nvPr>
        </p:nvSpPr>
        <p:spPr>
          <a:xfrm>
            <a:off x="914400" y="720726"/>
            <a:ext cx="10363200" cy="1470025"/>
          </a:xfrm>
        </p:spPr>
        <p:txBody>
          <a:bodyPr/>
          <a:lstStyle/>
          <a:p>
            <a:pPr algn="ctr"/>
            <a:r>
              <a:rPr lang="en-US" altLang="en-US" dirty="0" smtClean="0"/>
              <a:t>Computer Networks (CS-241)</a:t>
            </a:r>
            <a:endParaRPr lang="en-US" altLang="en-US" dirty="0"/>
          </a:p>
        </p:txBody>
      </p:sp>
      <p:sp>
        <p:nvSpPr>
          <p:cNvPr id="10243" name="Subtitle 2">
            <a:extLst>
              <a:ext uri="{FF2B5EF4-FFF2-40B4-BE49-F238E27FC236}">
                <a16:creationId xmlns="" xmlns:a16="http://schemas.microsoft.com/office/drawing/2014/main" id="{B4C45B81-2463-4E90-93A3-F4551BFA5245}"/>
              </a:ext>
            </a:extLst>
          </p:cNvPr>
          <p:cNvSpPr>
            <a:spLocks noGrp="1" noChangeArrowheads="1"/>
          </p:cNvSpPr>
          <p:nvPr>
            <p:ph type="subTitle" idx="1"/>
          </p:nvPr>
        </p:nvSpPr>
        <p:spPr>
          <a:xfrm>
            <a:off x="1828800" y="2819400"/>
            <a:ext cx="8534400" cy="1028700"/>
          </a:xfrm>
        </p:spPr>
        <p:txBody>
          <a:bodyPr>
            <a:normAutofit fontScale="85000" lnSpcReduction="20000"/>
          </a:bodyPr>
          <a:lstStyle/>
          <a:p>
            <a:r>
              <a:rPr lang="en-US" altLang="en-US" dirty="0" err="1" smtClean="0"/>
              <a:t>Dr</a:t>
            </a:r>
            <a:r>
              <a:rPr lang="en-US" altLang="en-US" dirty="0" smtClean="0"/>
              <a:t> Syed Muhammad Mohsin</a:t>
            </a:r>
            <a:endParaRPr lang="en-US" altLang="en-US" dirty="0"/>
          </a:p>
          <a:p>
            <a:r>
              <a:rPr lang="en-US" altLang="en-US" dirty="0" smtClean="0"/>
              <a:t>Department of Computer Science,</a:t>
            </a:r>
          </a:p>
          <a:p>
            <a:r>
              <a:rPr lang="en-US" altLang="en-US" dirty="0" smtClean="0"/>
              <a:t>University of Wah </a:t>
            </a:r>
            <a:endParaRPr lang="en-US" altLang="en-US" dirty="0"/>
          </a:p>
        </p:txBody>
      </p:sp>
      <p:sp>
        <p:nvSpPr>
          <p:cNvPr id="4" name="TextBox 3">
            <a:extLst>
              <a:ext uri="{FF2B5EF4-FFF2-40B4-BE49-F238E27FC236}">
                <a16:creationId xmlns="" xmlns:a16="http://schemas.microsoft.com/office/drawing/2014/main" id="{E71D89A5-A209-4B52-BF77-E96A6C2997F3}"/>
              </a:ext>
            </a:extLst>
          </p:cNvPr>
          <p:cNvSpPr txBox="1"/>
          <p:nvPr/>
        </p:nvSpPr>
        <p:spPr>
          <a:xfrm>
            <a:off x="1571243" y="4964593"/>
            <a:ext cx="9586259" cy="123110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1" u="none" strike="noStrike" kern="1200" cap="none" spc="0" normalizeH="0" baseline="0" noProof="0" dirty="0">
                <a:ln>
                  <a:noFill/>
                </a:ln>
                <a:solidFill>
                  <a:srgbClr val="0000A3"/>
                </a:solidFill>
                <a:effectLst/>
                <a:uLnTx/>
                <a:uFillTx/>
                <a:latin typeface="Calibri"/>
                <a:ea typeface="+mn-ea"/>
                <a:cs typeface="+mn-cs"/>
              </a:rPr>
              <a:t>Adapted From: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1" u="none" strike="noStrike" kern="1200" cap="none" spc="0" normalizeH="0" baseline="0" noProof="0" dirty="0">
                <a:ln>
                  <a:noFill/>
                </a:ln>
                <a:solidFill>
                  <a:srgbClr val="0000A3"/>
                </a:solidFill>
                <a:effectLst/>
                <a:uLnTx/>
                <a:uFillTx/>
                <a:latin typeface="Calibri"/>
                <a:ea typeface="+mn-ea"/>
                <a:cs typeface="+mn-cs"/>
              </a:rPr>
              <a:t>Computer Networking: </a:t>
            </a:r>
            <a:r>
              <a:rPr kumimoji="0" lang="en-US" altLang="en-US" sz="2800" b="0" i="1" u="none" strike="noStrike" kern="1200" cap="none" spc="0" normalizeH="0" baseline="0" noProof="0" dirty="0" smtClean="0">
                <a:ln>
                  <a:noFill/>
                </a:ln>
                <a:solidFill>
                  <a:srgbClr val="0000A3"/>
                </a:solidFill>
                <a:effectLst/>
                <a:uLnTx/>
                <a:uFillTx/>
                <a:latin typeface="Calibri"/>
                <a:ea typeface="+mn-ea"/>
                <a:cs typeface="+mn-cs"/>
              </a:rPr>
              <a:t> A </a:t>
            </a:r>
            <a:r>
              <a:rPr kumimoji="0" lang="en-US" altLang="en-US" sz="2800" b="0" i="1" u="none" strike="noStrike" kern="1200" cap="none" spc="0" normalizeH="0" baseline="0" noProof="0" dirty="0">
                <a:ln>
                  <a:noFill/>
                </a:ln>
                <a:solidFill>
                  <a:srgbClr val="0000A3"/>
                </a:solidFill>
                <a:effectLst/>
                <a:uLnTx/>
                <a:uFillTx/>
                <a:latin typeface="Calibri"/>
                <a:ea typeface="+mn-ea"/>
                <a:cs typeface="+mn-cs"/>
              </a:rPr>
              <a:t>Top-Down Approach </a:t>
            </a:r>
            <a:r>
              <a:rPr kumimoji="0" lang="en-US" altLang="en-US" sz="2800" b="0" i="0" u="none" strike="noStrike" kern="1200" cap="none" spc="0" normalizeH="0" baseline="0" noProof="0" dirty="0">
                <a:ln>
                  <a:noFill/>
                </a:ln>
                <a:solidFill>
                  <a:srgbClr val="008000"/>
                </a:solidFill>
                <a:effectLst/>
                <a:uLnTx/>
                <a:uFillTx/>
                <a:latin typeface="Calibri"/>
                <a:ea typeface="+mn-ea"/>
                <a:cs typeface="+mn-cs"/>
              </a:rPr>
              <a:t/>
            </a:r>
            <a:br>
              <a:rPr kumimoji="0" lang="en-US" altLang="en-US" sz="2800" b="0" i="0" u="none" strike="noStrike" kern="1200" cap="none" spc="0" normalizeH="0" baseline="0" noProof="0" dirty="0">
                <a:ln>
                  <a:noFill/>
                </a:ln>
                <a:solidFill>
                  <a:srgbClr val="008000"/>
                </a:solidFill>
                <a:effectLst/>
                <a:uLnTx/>
                <a:uFillTx/>
                <a:latin typeface="Calibri"/>
                <a:ea typeface="+mn-ea"/>
                <a:cs typeface="+mn-cs"/>
              </a:rPr>
            </a:br>
            <a:r>
              <a:rPr kumimoji="0" lang="en-US" altLang="en-US" sz="1800" b="0" i="0" u="none" strike="noStrike" kern="1200" cap="none" spc="0" normalizeH="0" baseline="0" noProof="0" dirty="0">
                <a:ln>
                  <a:noFill/>
                </a:ln>
                <a:solidFill>
                  <a:prstClr val="black"/>
                </a:solidFill>
                <a:effectLst/>
                <a:uLnTx/>
                <a:uFillTx/>
                <a:latin typeface="Calibri"/>
                <a:ea typeface="+mn-ea"/>
                <a:cs typeface="+mn-cs"/>
              </a:rPr>
              <a:t>8</a:t>
            </a:r>
            <a:r>
              <a:rPr kumimoji="0" lang="en-US" altLang="en-US" sz="1800" b="0" i="0" u="none" strike="noStrike" kern="1200" cap="none" spc="0" normalizeH="0" baseline="30000" noProof="0" dirty="0">
                <a:ln>
                  <a:noFill/>
                </a:ln>
                <a:solidFill>
                  <a:prstClr val="black"/>
                </a:solidFill>
                <a:effectLst/>
                <a:uLnTx/>
                <a:uFillTx/>
                <a:latin typeface="Calibri"/>
                <a:ea typeface="+mn-ea"/>
                <a:cs typeface="+mn-cs"/>
              </a:rPr>
              <a:t>th</a:t>
            </a:r>
            <a:r>
              <a:rPr kumimoji="0" lang="en-US" altLang="en-US" sz="1800" b="0" i="0" u="none" strike="noStrike" kern="1200" cap="none" spc="0" normalizeH="0" baseline="0" noProof="0" dirty="0">
                <a:ln>
                  <a:noFill/>
                </a:ln>
                <a:solidFill>
                  <a:prstClr val="black"/>
                </a:solidFill>
                <a:effectLst/>
                <a:uLnTx/>
                <a:uFillTx/>
                <a:latin typeface="Calibri"/>
                <a:ea typeface="+mn-ea"/>
                <a:cs typeface="+mn-cs"/>
              </a:rPr>
              <a:t> edition: Jim Kurose, Keith Ross Pearson, 2020</a:t>
            </a:r>
            <a:endParaRPr kumimoji="0" lang="en-US" altLang="en-US" sz="20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64936609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8CD900-19EC-824C-BF74-AADFBF5A172E}"/>
              </a:ext>
            </a:extLst>
          </p:cNvPr>
          <p:cNvSpPr>
            <a:spLocks noGrp="1"/>
          </p:cNvSpPr>
          <p:nvPr>
            <p:ph type="title"/>
          </p:nvPr>
        </p:nvSpPr>
        <p:spPr>
          <a:xfrm>
            <a:off x="825267" y="291947"/>
            <a:ext cx="10515600" cy="894622"/>
          </a:xfrm>
        </p:spPr>
        <p:txBody>
          <a:bodyPr>
            <a:normAutofit/>
          </a:bodyPr>
          <a:lstStyle/>
          <a:p>
            <a:r>
              <a:rPr lang="en-US" dirty="0" smtClean="0"/>
              <a:t>Recapitulation</a:t>
            </a:r>
            <a:r>
              <a:rPr lang="en-US" altLang="en-US" sz="4400" dirty="0" smtClean="0">
                <a:ea typeface="ＭＳ Ｐゴシック" panose="020B0600070205080204" pitchFamily="34" charset="-128"/>
              </a:rPr>
              <a:t>: Layered TCP/IP </a:t>
            </a:r>
            <a:r>
              <a:rPr lang="en-US" altLang="en-US" dirty="0" smtClean="0">
                <a:ea typeface="ＭＳ Ｐゴシック" panose="020B0600070205080204" pitchFamily="34" charset="-128"/>
              </a:rPr>
              <a:t>s</a:t>
            </a:r>
            <a:r>
              <a:rPr lang="en-US" altLang="en-US" sz="4400" dirty="0" smtClean="0">
                <a:ea typeface="ＭＳ Ｐゴシック" panose="020B0600070205080204" pitchFamily="34" charset="-128"/>
              </a:rPr>
              <a:t>tack (1/3)</a:t>
            </a:r>
            <a:endParaRPr lang="en-US" sz="4400" dirty="0"/>
          </a:p>
        </p:txBody>
      </p:sp>
      <p:sp>
        <p:nvSpPr>
          <p:cNvPr id="17" name="Rectangle 5">
            <a:extLst>
              <a:ext uri="{FF2B5EF4-FFF2-40B4-BE49-F238E27FC236}">
                <a16:creationId xmlns:a16="http://schemas.microsoft.com/office/drawing/2014/main" xmlns="" id="{921D3CC3-7FC4-4346-86E8-F841A7674F2D}"/>
              </a:ext>
            </a:extLst>
          </p:cNvPr>
          <p:cNvSpPr txBox="1">
            <a:spLocks noChangeArrowheads="1"/>
          </p:cNvSpPr>
          <p:nvPr/>
        </p:nvSpPr>
        <p:spPr>
          <a:xfrm>
            <a:off x="979383" y="1472008"/>
            <a:ext cx="7368749" cy="4922704"/>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marR="0" lvl="0" indent="-287338" algn="l" defTabSz="914400" rtl="0" eaLnBrk="1" fontAlgn="auto" latinLnBrk="0" hangingPunct="1">
              <a:lnSpc>
                <a:spcPct val="80000"/>
              </a:lnSpc>
              <a:spcBef>
                <a:spcPts val="1000"/>
              </a:spcBef>
              <a:spcAft>
                <a:spcPts val="0"/>
              </a:spcAft>
              <a:buClr>
                <a:srgbClr val="0000A3"/>
              </a:buClr>
              <a:buSzTx/>
              <a:buFont typeface="Wingdings" pitchFamily="2" charset="2"/>
              <a:buChar char="§"/>
              <a:tabLst/>
              <a:defRPr/>
            </a:pPr>
            <a:r>
              <a:rPr kumimoji="0" lang="en-US" altLang="en-US" sz="32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application:</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supporting network applications</a:t>
            </a:r>
          </a:p>
          <a:p>
            <a:pPr marL="682625" marR="0" lvl="1" indent="-225425" algn="l" defTabSz="914400" rtl="0" eaLnBrk="1" fontAlgn="auto" latinLnBrk="0" hangingPunct="1">
              <a:lnSpc>
                <a:spcPct val="8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Arial" panose="020B0604020202020204" pitchFamily="34" charset="0"/>
                <a:cs typeface="+mn-cs"/>
              </a:rPr>
              <a:t>HTTP, IMAP, SMTP, DNS</a:t>
            </a:r>
          </a:p>
          <a:p>
            <a:pPr marL="287338" marR="0" lvl="0" indent="-287338" algn="l" defTabSz="914400" rtl="0" eaLnBrk="1" fontAlgn="auto" latinLnBrk="0" hangingPunct="1">
              <a:lnSpc>
                <a:spcPct val="80000"/>
              </a:lnSpc>
              <a:spcBef>
                <a:spcPts val="1000"/>
              </a:spcBef>
              <a:spcAft>
                <a:spcPts val="0"/>
              </a:spcAft>
              <a:buClr>
                <a:srgbClr val="0000A3"/>
              </a:buClr>
              <a:buSzTx/>
              <a:buFont typeface="Wingdings" pitchFamily="2" charset="2"/>
              <a:buChar char="§"/>
              <a:tabLst/>
              <a:defRPr/>
            </a:pPr>
            <a:r>
              <a:rPr kumimoji="0" lang="en-US" altLang="en-US" sz="32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transport:</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process-process data transfer</a:t>
            </a:r>
          </a:p>
          <a:p>
            <a:pPr marL="682625" marR="0" lvl="1" indent="-225425" algn="l" defTabSz="914400" rtl="0" eaLnBrk="1" fontAlgn="auto" latinLnBrk="0" hangingPunct="1">
              <a:lnSpc>
                <a:spcPct val="8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Arial" panose="020B0604020202020204" pitchFamily="34" charset="0"/>
                <a:cs typeface="+mn-cs"/>
              </a:rPr>
              <a:t>TCP, UDP</a:t>
            </a:r>
          </a:p>
          <a:p>
            <a:pPr marL="287338" marR="0" lvl="0" indent="-287338" algn="l" defTabSz="914400" rtl="0" eaLnBrk="1" fontAlgn="auto" latinLnBrk="0" hangingPunct="1">
              <a:lnSpc>
                <a:spcPct val="80000"/>
              </a:lnSpc>
              <a:spcBef>
                <a:spcPts val="1000"/>
              </a:spcBef>
              <a:spcAft>
                <a:spcPts val="0"/>
              </a:spcAft>
              <a:buClr>
                <a:srgbClr val="0000A3"/>
              </a:buClr>
              <a:buSzTx/>
              <a:buFont typeface="Wingdings" pitchFamily="2" charset="2"/>
              <a:buChar char="§"/>
              <a:tabLst/>
              <a:defRPr/>
            </a:pPr>
            <a:r>
              <a:rPr kumimoji="0" lang="en-US" altLang="en-US" sz="32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network:</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routing of datagrams from source to destination</a:t>
            </a:r>
          </a:p>
          <a:p>
            <a:pPr marL="682625" marR="0" lvl="1" indent="-225425" algn="l" defTabSz="914400" rtl="0" eaLnBrk="1" fontAlgn="auto" latinLnBrk="0" hangingPunct="1">
              <a:lnSpc>
                <a:spcPct val="8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Arial" panose="020B0604020202020204" pitchFamily="34" charset="0"/>
                <a:cs typeface="+mn-cs"/>
              </a:rPr>
              <a:t>IP, routing protocols</a:t>
            </a:r>
          </a:p>
          <a:p>
            <a:pPr marL="287338" marR="0" lvl="0" indent="-287338" algn="l" defTabSz="914400" rtl="0" eaLnBrk="1" fontAlgn="auto" latinLnBrk="0" hangingPunct="1">
              <a:lnSpc>
                <a:spcPct val="80000"/>
              </a:lnSpc>
              <a:spcBef>
                <a:spcPts val="1000"/>
              </a:spcBef>
              <a:spcAft>
                <a:spcPts val="0"/>
              </a:spcAft>
              <a:buClr>
                <a:srgbClr val="0000A3"/>
              </a:buClr>
              <a:buSzTx/>
              <a:buFont typeface="Wingdings" pitchFamily="2" charset="2"/>
              <a:buChar char="§"/>
              <a:tabLst/>
              <a:defRPr/>
            </a:pPr>
            <a:r>
              <a:rPr kumimoji="0" lang="en-US" altLang="en-US" sz="32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link:</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data transfer between neighboring  network elements</a:t>
            </a:r>
          </a:p>
          <a:p>
            <a:pPr marL="682625" marR="0" lvl="1" indent="-225425" algn="l" defTabSz="914400" rtl="0" eaLnBrk="1" fontAlgn="auto" latinLnBrk="0" hangingPunct="1">
              <a:lnSpc>
                <a:spcPct val="8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Arial" panose="020B0604020202020204" pitchFamily="34" charset="0"/>
                <a:cs typeface="+mn-cs"/>
              </a:rPr>
              <a:t>Ethernet, 802.11 (WiFi), PPP</a:t>
            </a:r>
          </a:p>
          <a:p>
            <a:pPr marL="287338" marR="0" lvl="0" indent="-287338" algn="l" defTabSz="914400" rtl="0" eaLnBrk="1" fontAlgn="auto" latinLnBrk="0" hangingPunct="1">
              <a:lnSpc>
                <a:spcPct val="80000"/>
              </a:lnSpc>
              <a:spcBef>
                <a:spcPts val="1000"/>
              </a:spcBef>
              <a:spcAft>
                <a:spcPts val="0"/>
              </a:spcAft>
              <a:buClr>
                <a:srgbClr val="0000A3"/>
              </a:buClr>
              <a:buSzTx/>
              <a:buFont typeface="Wingdings" pitchFamily="2" charset="2"/>
              <a:buChar char="§"/>
              <a:tabLst/>
              <a:defRPr/>
            </a:pPr>
            <a:r>
              <a:rPr kumimoji="0" lang="en-US" altLang="en-US" sz="32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physical:</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bits “</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on the wire”</a:t>
            </a:r>
          </a:p>
        </p:txBody>
      </p:sp>
      <p:sp>
        <p:nvSpPr>
          <p:cNvPr id="8" name="Rectangle 6">
            <a:extLst>
              <a:ext uri="{FF2B5EF4-FFF2-40B4-BE49-F238E27FC236}">
                <a16:creationId xmlns:a16="http://schemas.microsoft.com/office/drawing/2014/main" xmlns="" id="{7FC87645-22AD-8040-8C83-BC2F64C5D928}"/>
              </a:ext>
            </a:extLst>
          </p:cNvPr>
          <p:cNvSpPr>
            <a:spLocks noChangeArrowheads="1"/>
          </p:cNvSpPr>
          <p:nvPr/>
        </p:nvSpPr>
        <p:spPr bwMode="auto">
          <a:xfrm>
            <a:off x="8913284" y="1902006"/>
            <a:ext cx="1892300" cy="3530600"/>
          </a:xfrm>
          <a:prstGeom prst="rect">
            <a:avLst/>
          </a:prstGeom>
          <a:solidFill>
            <a:schemeClr val="bg1"/>
          </a:solidFill>
          <a:ln w="38100">
            <a:solidFill>
              <a:schemeClr val="tx1"/>
            </a:solidFill>
            <a:miter lim="800000"/>
            <a:headEnd/>
            <a:tailEnd/>
          </a:ln>
          <a:effectLst>
            <a:outerShdw blurRad="304800" dist="38100" dir="18900000" algn="b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ts val="206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9" name="Text Box 7">
            <a:extLst>
              <a:ext uri="{FF2B5EF4-FFF2-40B4-BE49-F238E27FC236}">
                <a16:creationId xmlns:a16="http://schemas.microsoft.com/office/drawing/2014/main" xmlns="" id="{8C032AE1-21C7-1541-9531-59DC0E0F6A64}"/>
              </a:ext>
            </a:extLst>
          </p:cNvPr>
          <p:cNvSpPr txBox="1">
            <a:spLocks noChangeArrowheads="1"/>
          </p:cNvSpPr>
          <p:nvPr/>
        </p:nvSpPr>
        <p:spPr bwMode="auto">
          <a:xfrm>
            <a:off x="9503820" y="4217549"/>
            <a:ext cx="700833"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link</a:t>
            </a:r>
          </a:p>
        </p:txBody>
      </p:sp>
      <p:sp>
        <p:nvSpPr>
          <p:cNvPr id="10" name="Line 8">
            <a:extLst>
              <a:ext uri="{FF2B5EF4-FFF2-40B4-BE49-F238E27FC236}">
                <a16:creationId xmlns:a16="http://schemas.microsoft.com/office/drawing/2014/main" xmlns="" id="{2FF6CB9E-FC16-794F-9F97-8FE4CC7DA95C}"/>
              </a:ext>
            </a:extLst>
          </p:cNvPr>
          <p:cNvSpPr>
            <a:spLocks noChangeShapeType="1"/>
          </p:cNvSpPr>
          <p:nvPr/>
        </p:nvSpPr>
        <p:spPr bwMode="auto">
          <a:xfrm>
            <a:off x="8906934" y="2637698"/>
            <a:ext cx="188595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ts val="206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Line 9">
            <a:extLst>
              <a:ext uri="{FF2B5EF4-FFF2-40B4-BE49-F238E27FC236}">
                <a16:creationId xmlns:a16="http://schemas.microsoft.com/office/drawing/2014/main" xmlns="" id="{E0C842E9-2804-A24B-90F5-1E76ED56B971}"/>
              </a:ext>
            </a:extLst>
          </p:cNvPr>
          <p:cNvSpPr>
            <a:spLocks noChangeShapeType="1"/>
          </p:cNvSpPr>
          <p:nvPr/>
        </p:nvSpPr>
        <p:spPr bwMode="auto">
          <a:xfrm>
            <a:off x="8906934" y="3342548"/>
            <a:ext cx="188595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ts val="206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Line 10">
            <a:extLst>
              <a:ext uri="{FF2B5EF4-FFF2-40B4-BE49-F238E27FC236}">
                <a16:creationId xmlns:a16="http://schemas.microsoft.com/office/drawing/2014/main" xmlns="" id="{80C10F46-6CD7-F647-A004-85EB56C772DF}"/>
              </a:ext>
            </a:extLst>
          </p:cNvPr>
          <p:cNvSpPr>
            <a:spLocks noChangeShapeType="1"/>
          </p:cNvSpPr>
          <p:nvPr/>
        </p:nvSpPr>
        <p:spPr bwMode="auto">
          <a:xfrm>
            <a:off x="8906934" y="4053748"/>
            <a:ext cx="188595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ts val="206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Line 11">
            <a:extLst>
              <a:ext uri="{FF2B5EF4-FFF2-40B4-BE49-F238E27FC236}">
                <a16:creationId xmlns:a16="http://schemas.microsoft.com/office/drawing/2014/main" xmlns="" id="{264B0C4A-9518-2F45-BBDA-97BCDD99E256}"/>
              </a:ext>
            </a:extLst>
          </p:cNvPr>
          <p:cNvSpPr>
            <a:spLocks noChangeShapeType="1"/>
          </p:cNvSpPr>
          <p:nvPr/>
        </p:nvSpPr>
        <p:spPr bwMode="auto">
          <a:xfrm>
            <a:off x="8906934" y="4764948"/>
            <a:ext cx="188595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ts val="206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Box 7">
            <a:extLst>
              <a:ext uri="{FF2B5EF4-FFF2-40B4-BE49-F238E27FC236}">
                <a16:creationId xmlns:a16="http://schemas.microsoft.com/office/drawing/2014/main" xmlns="" id="{A1409CBF-F5BE-6642-ACCF-440DA30E3B86}"/>
              </a:ext>
            </a:extLst>
          </p:cNvPr>
          <p:cNvSpPr txBox="1">
            <a:spLocks noChangeArrowheads="1"/>
          </p:cNvSpPr>
          <p:nvPr/>
        </p:nvSpPr>
        <p:spPr bwMode="auto">
          <a:xfrm>
            <a:off x="8942478" y="2070093"/>
            <a:ext cx="1795813"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application</a:t>
            </a:r>
          </a:p>
        </p:txBody>
      </p:sp>
      <p:sp>
        <p:nvSpPr>
          <p:cNvPr id="15" name="Text Box 7">
            <a:extLst>
              <a:ext uri="{FF2B5EF4-FFF2-40B4-BE49-F238E27FC236}">
                <a16:creationId xmlns:a16="http://schemas.microsoft.com/office/drawing/2014/main" xmlns="" id="{4C8F71E2-C149-F549-B200-0E64A6F67591}"/>
              </a:ext>
            </a:extLst>
          </p:cNvPr>
          <p:cNvSpPr txBox="1">
            <a:spLocks noChangeArrowheads="1"/>
          </p:cNvSpPr>
          <p:nvPr/>
        </p:nvSpPr>
        <p:spPr bwMode="auto">
          <a:xfrm>
            <a:off x="9139934" y="3510968"/>
            <a:ext cx="1400896"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network</a:t>
            </a:r>
          </a:p>
        </p:txBody>
      </p:sp>
      <p:sp>
        <p:nvSpPr>
          <p:cNvPr id="16" name="Text Box 7">
            <a:extLst>
              <a:ext uri="{FF2B5EF4-FFF2-40B4-BE49-F238E27FC236}">
                <a16:creationId xmlns:a16="http://schemas.microsoft.com/office/drawing/2014/main" xmlns="" id="{565AE4AB-C1CB-3E4C-B30F-33A869485DEC}"/>
              </a:ext>
            </a:extLst>
          </p:cNvPr>
          <p:cNvSpPr txBox="1">
            <a:spLocks noChangeArrowheads="1"/>
          </p:cNvSpPr>
          <p:nvPr/>
        </p:nvSpPr>
        <p:spPr bwMode="auto">
          <a:xfrm>
            <a:off x="9024889" y="2776676"/>
            <a:ext cx="1547860"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transport</a:t>
            </a:r>
          </a:p>
        </p:txBody>
      </p:sp>
      <p:sp>
        <p:nvSpPr>
          <p:cNvPr id="18" name="Text Box 7">
            <a:extLst>
              <a:ext uri="{FF2B5EF4-FFF2-40B4-BE49-F238E27FC236}">
                <a16:creationId xmlns:a16="http://schemas.microsoft.com/office/drawing/2014/main" xmlns="" id="{0C3D0051-24D3-9542-BC28-EF8E74513E07}"/>
              </a:ext>
            </a:extLst>
          </p:cNvPr>
          <p:cNvSpPr txBox="1">
            <a:spLocks noChangeArrowheads="1"/>
          </p:cNvSpPr>
          <p:nvPr/>
        </p:nvSpPr>
        <p:spPr bwMode="auto">
          <a:xfrm>
            <a:off x="9197943" y="4884466"/>
            <a:ext cx="1340302"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physical</a:t>
            </a:r>
          </a:p>
        </p:txBody>
      </p:sp>
      <p:grpSp>
        <p:nvGrpSpPr>
          <p:cNvPr id="4" name="Group 3">
            <a:extLst>
              <a:ext uri="{FF2B5EF4-FFF2-40B4-BE49-F238E27FC236}">
                <a16:creationId xmlns:a16="http://schemas.microsoft.com/office/drawing/2014/main" xmlns="" id="{0D5C6DD9-E1C8-9A47-B128-964947A9BCA1}"/>
              </a:ext>
            </a:extLst>
          </p:cNvPr>
          <p:cNvGrpSpPr/>
          <p:nvPr/>
        </p:nvGrpSpPr>
        <p:grpSpPr>
          <a:xfrm>
            <a:off x="8931728" y="1894114"/>
            <a:ext cx="1877786" cy="734786"/>
            <a:chOff x="8980714" y="751114"/>
            <a:chExt cx="1877786" cy="734786"/>
          </a:xfrm>
        </p:grpSpPr>
        <p:sp>
          <p:nvSpPr>
            <p:cNvPr id="3" name="Rectangle 2">
              <a:extLst>
                <a:ext uri="{FF2B5EF4-FFF2-40B4-BE49-F238E27FC236}">
                  <a16:creationId xmlns:a16="http://schemas.microsoft.com/office/drawing/2014/main" xmlns="" id="{A763C0FF-36B6-664F-90B3-14AB76C3338D}"/>
                </a:ext>
              </a:extLst>
            </p:cNvPr>
            <p:cNvSpPr/>
            <p:nvPr/>
          </p:nvSpPr>
          <p:spPr>
            <a:xfrm>
              <a:off x="8980714" y="751114"/>
              <a:ext cx="1877786" cy="73478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 Box 7">
              <a:extLst>
                <a:ext uri="{FF2B5EF4-FFF2-40B4-BE49-F238E27FC236}">
                  <a16:creationId xmlns:a16="http://schemas.microsoft.com/office/drawing/2014/main" xmlns="" id="{D1D9D12F-41D2-1C43-BE10-20C3B18B6C74}"/>
                </a:ext>
              </a:extLst>
            </p:cNvPr>
            <p:cNvSpPr txBox="1">
              <a:spLocks noChangeArrowheads="1"/>
            </p:cNvSpPr>
            <p:nvPr/>
          </p:nvSpPr>
          <p:spPr bwMode="auto">
            <a:xfrm>
              <a:off x="9029564" y="899878"/>
              <a:ext cx="1795813"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chemeClr val="bg1"/>
                  </a:solidFill>
                  <a:effectLst/>
                  <a:uLnTx/>
                  <a:uFillTx/>
                  <a:latin typeface="Calibri" panose="020F0502020204030204"/>
                  <a:ea typeface="ＭＳ Ｐゴシック" panose="020B0600070205080204" pitchFamily="34" charset="-128"/>
                  <a:cs typeface="+mn-cs"/>
                </a:rPr>
                <a:t>application</a:t>
              </a:r>
            </a:p>
          </p:txBody>
        </p:sp>
      </p:grpSp>
      <p:grpSp>
        <p:nvGrpSpPr>
          <p:cNvPr id="20" name="Group 19">
            <a:extLst>
              <a:ext uri="{FF2B5EF4-FFF2-40B4-BE49-F238E27FC236}">
                <a16:creationId xmlns:a16="http://schemas.microsoft.com/office/drawing/2014/main" xmlns="" id="{FBC066ED-EC5C-E148-85B2-CE56D9C40F28}"/>
              </a:ext>
            </a:extLst>
          </p:cNvPr>
          <p:cNvGrpSpPr/>
          <p:nvPr/>
        </p:nvGrpSpPr>
        <p:grpSpPr>
          <a:xfrm>
            <a:off x="8933979" y="2649498"/>
            <a:ext cx="1861418" cy="688224"/>
            <a:chOff x="8993850" y="766270"/>
            <a:chExt cx="1861418" cy="688224"/>
          </a:xfrm>
        </p:grpSpPr>
        <p:sp>
          <p:nvSpPr>
            <p:cNvPr id="21" name="Rectangle 20">
              <a:extLst>
                <a:ext uri="{FF2B5EF4-FFF2-40B4-BE49-F238E27FC236}">
                  <a16:creationId xmlns:a16="http://schemas.microsoft.com/office/drawing/2014/main" xmlns="" id="{173E1221-1527-4744-A110-60E3BD72A69D}"/>
                </a:ext>
              </a:extLst>
            </p:cNvPr>
            <p:cNvSpPr/>
            <p:nvPr/>
          </p:nvSpPr>
          <p:spPr>
            <a:xfrm>
              <a:off x="8993850" y="766270"/>
              <a:ext cx="1861418" cy="68822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Text Box 7">
              <a:extLst>
                <a:ext uri="{FF2B5EF4-FFF2-40B4-BE49-F238E27FC236}">
                  <a16:creationId xmlns:a16="http://schemas.microsoft.com/office/drawing/2014/main" xmlns="" id="{5D7E6050-1C4A-AC42-9C80-455BF3E89624}"/>
                </a:ext>
              </a:extLst>
            </p:cNvPr>
            <p:cNvSpPr txBox="1">
              <a:spLocks noChangeArrowheads="1"/>
            </p:cNvSpPr>
            <p:nvPr/>
          </p:nvSpPr>
          <p:spPr bwMode="auto">
            <a:xfrm>
              <a:off x="9153542" y="899878"/>
              <a:ext cx="1547860"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chemeClr val="bg1"/>
                  </a:solidFill>
                  <a:effectLst/>
                  <a:uLnTx/>
                  <a:uFillTx/>
                  <a:latin typeface="Calibri" panose="020F0502020204030204"/>
                  <a:ea typeface="ＭＳ Ｐゴシック" panose="020B0600070205080204" pitchFamily="34" charset="-128"/>
                  <a:cs typeface="+mn-cs"/>
                </a:rPr>
                <a:t>transport</a:t>
              </a:r>
            </a:p>
          </p:txBody>
        </p:sp>
      </p:grpSp>
      <p:grpSp>
        <p:nvGrpSpPr>
          <p:cNvPr id="23" name="Group 22">
            <a:extLst>
              <a:ext uri="{FF2B5EF4-FFF2-40B4-BE49-F238E27FC236}">
                <a16:creationId xmlns:a16="http://schemas.microsoft.com/office/drawing/2014/main" xmlns="" id="{A118D44F-D234-294A-9DFB-5BF4D5E069AC}"/>
              </a:ext>
            </a:extLst>
          </p:cNvPr>
          <p:cNvGrpSpPr/>
          <p:nvPr/>
        </p:nvGrpSpPr>
        <p:grpSpPr>
          <a:xfrm>
            <a:off x="8931286" y="3357646"/>
            <a:ext cx="1861418" cy="677992"/>
            <a:chOff x="8993850" y="766270"/>
            <a:chExt cx="1861418" cy="677992"/>
          </a:xfrm>
        </p:grpSpPr>
        <p:sp>
          <p:nvSpPr>
            <p:cNvPr id="24" name="Rectangle 23">
              <a:extLst>
                <a:ext uri="{FF2B5EF4-FFF2-40B4-BE49-F238E27FC236}">
                  <a16:creationId xmlns:a16="http://schemas.microsoft.com/office/drawing/2014/main" xmlns="" id="{5BB6D480-0EF6-9743-B8C0-63D799A0402B}"/>
                </a:ext>
              </a:extLst>
            </p:cNvPr>
            <p:cNvSpPr/>
            <p:nvPr/>
          </p:nvSpPr>
          <p:spPr>
            <a:xfrm>
              <a:off x="8993850" y="766270"/>
              <a:ext cx="1861418" cy="67799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Text Box 7">
              <a:extLst>
                <a:ext uri="{FF2B5EF4-FFF2-40B4-BE49-F238E27FC236}">
                  <a16:creationId xmlns:a16="http://schemas.microsoft.com/office/drawing/2014/main" xmlns="" id="{2D6CC9E9-4EB8-C148-99C7-DE21615E7DBD}"/>
                </a:ext>
              </a:extLst>
            </p:cNvPr>
            <p:cNvSpPr txBox="1">
              <a:spLocks noChangeArrowheads="1"/>
            </p:cNvSpPr>
            <p:nvPr/>
          </p:nvSpPr>
          <p:spPr bwMode="auto">
            <a:xfrm>
              <a:off x="9227024" y="899878"/>
              <a:ext cx="1400896"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chemeClr val="bg1"/>
                  </a:solidFill>
                  <a:effectLst/>
                  <a:uLnTx/>
                  <a:uFillTx/>
                  <a:latin typeface="Calibri" panose="020F0502020204030204"/>
                  <a:ea typeface="ＭＳ Ｐゴシック" panose="020B0600070205080204" pitchFamily="34" charset="-128"/>
                  <a:cs typeface="+mn-cs"/>
                </a:rPr>
                <a:t>network</a:t>
              </a:r>
            </a:p>
          </p:txBody>
        </p:sp>
      </p:grpSp>
      <p:grpSp>
        <p:nvGrpSpPr>
          <p:cNvPr id="26" name="Group 25">
            <a:extLst>
              <a:ext uri="{FF2B5EF4-FFF2-40B4-BE49-F238E27FC236}">
                <a16:creationId xmlns:a16="http://schemas.microsoft.com/office/drawing/2014/main" xmlns="" id="{AC9AAF3B-AED3-A449-97D4-F0291249333B}"/>
              </a:ext>
            </a:extLst>
          </p:cNvPr>
          <p:cNvGrpSpPr/>
          <p:nvPr/>
        </p:nvGrpSpPr>
        <p:grpSpPr>
          <a:xfrm>
            <a:off x="8931824" y="4072257"/>
            <a:ext cx="1861418" cy="677992"/>
            <a:chOff x="8993850" y="766270"/>
            <a:chExt cx="1861418" cy="677992"/>
          </a:xfrm>
        </p:grpSpPr>
        <p:sp>
          <p:nvSpPr>
            <p:cNvPr id="27" name="Rectangle 26">
              <a:extLst>
                <a:ext uri="{FF2B5EF4-FFF2-40B4-BE49-F238E27FC236}">
                  <a16:creationId xmlns:a16="http://schemas.microsoft.com/office/drawing/2014/main" xmlns="" id="{821B1C9B-1511-9048-954A-42C526FFA552}"/>
                </a:ext>
              </a:extLst>
            </p:cNvPr>
            <p:cNvSpPr/>
            <p:nvPr/>
          </p:nvSpPr>
          <p:spPr>
            <a:xfrm>
              <a:off x="8993850" y="766270"/>
              <a:ext cx="1861418" cy="67799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Text Box 7">
              <a:extLst>
                <a:ext uri="{FF2B5EF4-FFF2-40B4-BE49-F238E27FC236}">
                  <a16:creationId xmlns:a16="http://schemas.microsoft.com/office/drawing/2014/main" xmlns="" id="{94F6A773-D867-F74F-B5C6-8190F112DD55}"/>
                </a:ext>
              </a:extLst>
            </p:cNvPr>
            <p:cNvSpPr txBox="1">
              <a:spLocks noChangeArrowheads="1"/>
            </p:cNvSpPr>
            <p:nvPr/>
          </p:nvSpPr>
          <p:spPr bwMode="auto">
            <a:xfrm>
              <a:off x="9577056" y="899878"/>
              <a:ext cx="700834"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chemeClr val="bg1"/>
                  </a:solidFill>
                  <a:effectLst/>
                  <a:uLnTx/>
                  <a:uFillTx/>
                  <a:latin typeface="Calibri" panose="020F0502020204030204"/>
                  <a:ea typeface="ＭＳ Ｐゴシック" panose="020B0600070205080204" pitchFamily="34" charset="-128"/>
                  <a:cs typeface="+mn-cs"/>
                </a:rPr>
                <a:t>link</a:t>
              </a:r>
            </a:p>
          </p:txBody>
        </p:sp>
      </p:grpSp>
      <p:grpSp>
        <p:nvGrpSpPr>
          <p:cNvPr id="29" name="Group 28">
            <a:extLst>
              <a:ext uri="{FF2B5EF4-FFF2-40B4-BE49-F238E27FC236}">
                <a16:creationId xmlns:a16="http://schemas.microsoft.com/office/drawing/2014/main" xmlns="" id="{5725BE4D-F37D-9C4B-B89A-22367E8DCDC6}"/>
              </a:ext>
            </a:extLst>
          </p:cNvPr>
          <p:cNvGrpSpPr/>
          <p:nvPr/>
        </p:nvGrpSpPr>
        <p:grpSpPr>
          <a:xfrm>
            <a:off x="8925900" y="4785252"/>
            <a:ext cx="1861418" cy="639758"/>
            <a:chOff x="8993850" y="784041"/>
            <a:chExt cx="1861418" cy="639758"/>
          </a:xfrm>
        </p:grpSpPr>
        <p:sp>
          <p:nvSpPr>
            <p:cNvPr id="30" name="Rectangle 29">
              <a:extLst>
                <a:ext uri="{FF2B5EF4-FFF2-40B4-BE49-F238E27FC236}">
                  <a16:creationId xmlns:a16="http://schemas.microsoft.com/office/drawing/2014/main" xmlns="" id="{0D53E4D4-FAC6-1E4B-882F-3AD5F8C274EF}"/>
                </a:ext>
              </a:extLst>
            </p:cNvPr>
            <p:cNvSpPr/>
            <p:nvPr/>
          </p:nvSpPr>
          <p:spPr>
            <a:xfrm>
              <a:off x="8993850" y="784041"/>
              <a:ext cx="1861418" cy="63975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Text Box 7">
              <a:extLst>
                <a:ext uri="{FF2B5EF4-FFF2-40B4-BE49-F238E27FC236}">
                  <a16:creationId xmlns:a16="http://schemas.microsoft.com/office/drawing/2014/main" xmlns="" id="{2F3023D6-375B-E04C-A47A-CBC847CE62DB}"/>
                </a:ext>
              </a:extLst>
            </p:cNvPr>
            <p:cNvSpPr txBox="1">
              <a:spLocks noChangeArrowheads="1"/>
            </p:cNvSpPr>
            <p:nvPr/>
          </p:nvSpPr>
          <p:spPr bwMode="auto">
            <a:xfrm>
              <a:off x="9257324" y="899878"/>
              <a:ext cx="1340303"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chemeClr val="bg1"/>
                  </a:solidFill>
                  <a:effectLst/>
                  <a:uLnTx/>
                  <a:uFillTx/>
                  <a:latin typeface="Calibri" panose="020F0502020204030204"/>
                  <a:ea typeface="ＭＳ Ｐゴシック" panose="020B0600070205080204" pitchFamily="34" charset="-128"/>
                  <a:cs typeface="+mn-cs"/>
                </a:rPr>
                <a:t>physical</a:t>
              </a:r>
            </a:p>
          </p:txBody>
        </p:sp>
      </p:grpSp>
      <p:sp>
        <p:nvSpPr>
          <p:cNvPr id="32" name="Slide Number Placeholder 5">
            <a:extLst>
              <a:ext uri="{FF2B5EF4-FFF2-40B4-BE49-F238E27FC236}">
                <a16:creationId xmlns:a16="http://schemas.microsoft.com/office/drawing/2014/main" xmlns="" id="{BD8DF8F4-5414-EF4A-839E-C45585257CE0}"/>
              </a:ext>
            </a:extLst>
          </p:cNvPr>
          <p:cNvSpPr>
            <a:spLocks noGrp="1"/>
          </p:cNvSpPr>
          <p:nvPr>
            <p:ph type="sldNum" sz="quarter" idx="4"/>
          </p:nvPr>
        </p:nvSpPr>
        <p:spPr>
          <a:xfrm>
            <a:off x="9219616" y="6443089"/>
            <a:ext cx="2743200" cy="365125"/>
          </a:xfrm>
        </p:spPr>
        <p:txBody>
          <a:bodyPr/>
          <a:lstStyle/>
          <a:p>
            <a:r>
              <a:rPr lang="en-US" dirty="0"/>
              <a:t>Introduction: 1-</a:t>
            </a:r>
            <a:fld id="{C4204591-24BD-A542-B9D5-F8D8A88D2FEE}" type="slidenum">
              <a:rPr lang="en-US" smtClean="0"/>
              <a:pPr/>
              <a:t>2</a:t>
            </a:fld>
            <a:endParaRPr lang="en-US" dirty="0"/>
          </a:p>
        </p:txBody>
      </p:sp>
    </p:spTree>
    <p:extLst>
      <p:ext uri="{BB962C8B-B14F-4D97-AF65-F5344CB8AC3E}">
        <p14:creationId xmlns:p14="http://schemas.microsoft.com/office/powerpoint/2010/main" val="2975778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dissolve">
                                      <p:cBhvr>
                                        <p:cTn id="7" dur="500"/>
                                        <p:tgtEl>
                                          <p:spTgt spid="17">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17">
                                            <p:txEl>
                                              <p:pRg st="1" end="1"/>
                                            </p:txEl>
                                          </p:spTgt>
                                        </p:tgtEl>
                                        <p:attrNameLst>
                                          <p:attrName>style.visibility</p:attrName>
                                        </p:attrNameLst>
                                      </p:cBhvr>
                                      <p:to>
                                        <p:strVal val="visible"/>
                                      </p:to>
                                    </p:set>
                                    <p:animEffect transition="in" filter="dissolve">
                                      <p:cBhvr>
                                        <p:cTn id="10" dur="500"/>
                                        <p:tgtEl>
                                          <p:spTgt spid="17">
                                            <p:txEl>
                                              <p:pRg st="1" end="1"/>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dissolve">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17">
                                            <p:txEl>
                                              <p:pRg st="2" end="2"/>
                                            </p:txEl>
                                          </p:spTgt>
                                        </p:tgtEl>
                                        <p:attrNameLst>
                                          <p:attrName>style.visibility</p:attrName>
                                        </p:attrNameLst>
                                      </p:cBhvr>
                                      <p:to>
                                        <p:strVal val="visible"/>
                                      </p:to>
                                    </p:set>
                                    <p:animEffect transition="in" filter="dissolve">
                                      <p:cBhvr>
                                        <p:cTn id="18" dur="500"/>
                                        <p:tgtEl>
                                          <p:spTgt spid="17">
                                            <p:txEl>
                                              <p:pRg st="2" end="2"/>
                                            </p:txEl>
                                          </p:spTgt>
                                        </p:tgtEl>
                                      </p:cBhvr>
                                    </p:animEffect>
                                  </p:childTnLst>
                                </p:cTn>
                              </p:par>
                              <p:par>
                                <p:cTn id="19" presetID="9" presetClass="entr" presetSubtype="0" fill="hold" nodeType="withEffect">
                                  <p:stCondLst>
                                    <p:cond delay="0"/>
                                  </p:stCondLst>
                                  <p:childTnLst>
                                    <p:set>
                                      <p:cBhvr>
                                        <p:cTn id="20" dur="1" fill="hold">
                                          <p:stCondLst>
                                            <p:cond delay="0"/>
                                          </p:stCondLst>
                                        </p:cTn>
                                        <p:tgtEl>
                                          <p:spTgt spid="17">
                                            <p:txEl>
                                              <p:pRg st="3" end="3"/>
                                            </p:txEl>
                                          </p:spTgt>
                                        </p:tgtEl>
                                        <p:attrNameLst>
                                          <p:attrName>style.visibility</p:attrName>
                                        </p:attrNameLst>
                                      </p:cBhvr>
                                      <p:to>
                                        <p:strVal val="visible"/>
                                      </p:to>
                                    </p:set>
                                    <p:animEffect transition="in" filter="dissolve">
                                      <p:cBhvr>
                                        <p:cTn id="21" dur="500"/>
                                        <p:tgtEl>
                                          <p:spTgt spid="17">
                                            <p:txEl>
                                              <p:pRg st="3" end="3"/>
                                            </p:txEl>
                                          </p:spTgt>
                                        </p:tgtEl>
                                      </p:cBhvr>
                                    </p:animEffect>
                                  </p:childTnLst>
                                </p:cTn>
                              </p:par>
                              <p:par>
                                <p:cTn id="22" presetID="9" presetClass="exit" presetSubtype="0" fill="hold" nodeType="withEffect">
                                  <p:stCondLst>
                                    <p:cond delay="0"/>
                                  </p:stCondLst>
                                  <p:childTnLst>
                                    <p:animEffect transition="out" filter="dissolve">
                                      <p:cBhvr>
                                        <p:cTn id="23" dur="500"/>
                                        <p:tgtEl>
                                          <p:spTgt spid="4"/>
                                        </p:tgtEl>
                                      </p:cBhvr>
                                    </p:animEffect>
                                    <p:set>
                                      <p:cBhvr>
                                        <p:cTn id="24" dur="1" fill="hold">
                                          <p:stCondLst>
                                            <p:cond delay="499"/>
                                          </p:stCondLst>
                                        </p:cTn>
                                        <p:tgtEl>
                                          <p:spTgt spid="4"/>
                                        </p:tgtEl>
                                        <p:attrNameLst>
                                          <p:attrName>style.visibility</p:attrName>
                                        </p:attrNameLst>
                                      </p:cBhvr>
                                      <p:to>
                                        <p:strVal val="hidden"/>
                                      </p:to>
                                    </p:set>
                                  </p:childTnLst>
                                </p:cTn>
                              </p:par>
                              <p:par>
                                <p:cTn id="25" presetID="9"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dissolve">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7">
                                            <p:txEl>
                                              <p:pRg st="4" end="4"/>
                                            </p:txEl>
                                          </p:spTgt>
                                        </p:tgtEl>
                                        <p:attrNameLst>
                                          <p:attrName>style.visibility</p:attrName>
                                        </p:attrNameLst>
                                      </p:cBhvr>
                                      <p:to>
                                        <p:strVal val="visible"/>
                                      </p:to>
                                    </p:set>
                                    <p:animEffect transition="in" filter="dissolve">
                                      <p:cBhvr>
                                        <p:cTn id="32" dur="500"/>
                                        <p:tgtEl>
                                          <p:spTgt spid="17">
                                            <p:txEl>
                                              <p:pRg st="4" end="4"/>
                                            </p:txEl>
                                          </p:spTgt>
                                        </p:tgtEl>
                                      </p:cBhvr>
                                    </p:animEffect>
                                  </p:childTnLst>
                                </p:cTn>
                              </p:par>
                              <p:par>
                                <p:cTn id="33" presetID="9" presetClass="entr" presetSubtype="0" fill="hold" nodeType="withEffect">
                                  <p:stCondLst>
                                    <p:cond delay="0"/>
                                  </p:stCondLst>
                                  <p:childTnLst>
                                    <p:set>
                                      <p:cBhvr>
                                        <p:cTn id="34" dur="1" fill="hold">
                                          <p:stCondLst>
                                            <p:cond delay="0"/>
                                          </p:stCondLst>
                                        </p:cTn>
                                        <p:tgtEl>
                                          <p:spTgt spid="17">
                                            <p:txEl>
                                              <p:pRg st="5" end="5"/>
                                            </p:txEl>
                                          </p:spTgt>
                                        </p:tgtEl>
                                        <p:attrNameLst>
                                          <p:attrName>style.visibility</p:attrName>
                                        </p:attrNameLst>
                                      </p:cBhvr>
                                      <p:to>
                                        <p:strVal val="visible"/>
                                      </p:to>
                                    </p:set>
                                    <p:animEffect transition="in" filter="dissolve">
                                      <p:cBhvr>
                                        <p:cTn id="35" dur="500"/>
                                        <p:tgtEl>
                                          <p:spTgt spid="17">
                                            <p:txEl>
                                              <p:pRg st="5" end="5"/>
                                            </p:txEl>
                                          </p:spTgt>
                                        </p:tgtEl>
                                      </p:cBhvr>
                                    </p:animEffect>
                                  </p:childTnLst>
                                </p:cTn>
                              </p:par>
                              <p:par>
                                <p:cTn id="36" presetID="9" presetClass="exit" presetSubtype="0" fill="hold" nodeType="withEffect">
                                  <p:stCondLst>
                                    <p:cond delay="0"/>
                                  </p:stCondLst>
                                  <p:childTnLst>
                                    <p:animEffect transition="out" filter="dissolve">
                                      <p:cBhvr>
                                        <p:cTn id="37" dur="500"/>
                                        <p:tgtEl>
                                          <p:spTgt spid="20"/>
                                        </p:tgtEl>
                                      </p:cBhvr>
                                    </p:animEffect>
                                    <p:set>
                                      <p:cBhvr>
                                        <p:cTn id="38" dur="1" fill="hold">
                                          <p:stCondLst>
                                            <p:cond delay="499"/>
                                          </p:stCondLst>
                                        </p:cTn>
                                        <p:tgtEl>
                                          <p:spTgt spid="20"/>
                                        </p:tgtEl>
                                        <p:attrNameLst>
                                          <p:attrName>style.visibility</p:attrName>
                                        </p:attrNameLst>
                                      </p:cBhvr>
                                      <p:to>
                                        <p:strVal val="hidden"/>
                                      </p:to>
                                    </p:set>
                                  </p:childTnLst>
                                </p:cTn>
                              </p:par>
                              <p:par>
                                <p:cTn id="39" presetID="9" presetClass="entr" presetSubtype="0" fill="hold" nodeType="withEffect">
                                  <p:stCondLst>
                                    <p:cond delay="0"/>
                                  </p:stCondLst>
                                  <p:childTnLst>
                                    <p:set>
                                      <p:cBhvr>
                                        <p:cTn id="40" dur="1" fill="hold">
                                          <p:stCondLst>
                                            <p:cond delay="0"/>
                                          </p:stCondLst>
                                        </p:cTn>
                                        <p:tgtEl>
                                          <p:spTgt spid="23"/>
                                        </p:tgtEl>
                                        <p:attrNameLst>
                                          <p:attrName>style.visibility</p:attrName>
                                        </p:attrNameLst>
                                      </p:cBhvr>
                                      <p:to>
                                        <p:strVal val="visible"/>
                                      </p:to>
                                    </p:set>
                                    <p:animEffect transition="in" filter="dissolve">
                                      <p:cBhvr>
                                        <p:cTn id="41" dur="500"/>
                                        <p:tgtEl>
                                          <p:spTgt spid="23"/>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nodeType="clickEffect">
                                  <p:stCondLst>
                                    <p:cond delay="0"/>
                                  </p:stCondLst>
                                  <p:childTnLst>
                                    <p:set>
                                      <p:cBhvr>
                                        <p:cTn id="45" dur="1" fill="hold">
                                          <p:stCondLst>
                                            <p:cond delay="0"/>
                                          </p:stCondLst>
                                        </p:cTn>
                                        <p:tgtEl>
                                          <p:spTgt spid="17">
                                            <p:txEl>
                                              <p:pRg st="6" end="6"/>
                                            </p:txEl>
                                          </p:spTgt>
                                        </p:tgtEl>
                                        <p:attrNameLst>
                                          <p:attrName>style.visibility</p:attrName>
                                        </p:attrNameLst>
                                      </p:cBhvr>
                                      <p:to>
                                        <p:strVal val="visible"/>
                                      </p:to>
                                    </p:set>
                                    <p:animEffect transition="in" filter="dissolve">
                                      <p:cBhvr>
                                        <p:cTn id="46" dur="500"/>
                                        <p:tgtEl>
                                          <p:spTgt spid="17">
                                            <p:txEl>
                                              <p:pRg st="6" end="6"/>
                                            </p:txEl>
                                          </p:spTgt>
                                        </p:tgtEl>
                                      </p:cBhvr>
                                    </p:animEffect>
                                  </p:childTnLst>
                                </p:cTn>
                              </p:par>
                              <p:par>
                                <p:cTn id="47" presetID="9" presetClass="entr" presetSubtype="0" fill="hold" nodeType="withEffect">
                                  <p:stCondLst>
                                    <p:cond delay="0"/>
                                  </p:stCondLst>
                                  <p:childTnLst>
                                    <p:set>
                                      <p:cBhvr>
                                        <p:cTn id="48" dur="1" fill="hold">
                                          <p:stCondLst>
                                            <p:cond delay="0"/>
                                          </p:stCondLst>
                                        </p:cTn>
                                        <p:tgtEl>
                                          <p:spTgt spid="17">
                                            <p:txEl>
                                              <p:pRg st="7" end="7"/>
                                            </p:txEl>
                                          </p:spTgt>
                                        </p:tgtEl>
                                        <p:attrNameLst>
                                          <p:attrName>style.visibility</p:attrName>
                                        </p:attrNameLst>
                                      </p:cBhvr>
                                      <p:to>
                                        <p:strVal val="visible"/>
                                      </p:to>
                                    </p:set>
                                    <p:animEffect transition="in" filter="dissolve">
                                      <p:cBhvr>
                                        <p:cTn id="49" dur="500"/>
                                        <p:tgtEl>
                                          <p:spTgt spid="17">
                                            <p:txEl>
                                              <p:pRg st="7" end="7"/>
                                            </p:txEl>
                                          </p:spTgt>
                                        </p:tgtEl>
                                      </p:cBhvr>
                                    </p:animEffect>
                                  </p:childTnLst>
                                </p:cTn>
                              </p:par>
                              <p:par>
                                <p:cTn id="50" presetID="9" presetClass="exit" presetSubtype="0" fill="hold" nodeType="withEffect">
                                  <p:stCondLst>
                                    <p:cond delay="0"/>
                                  </p:stCondLst>
                                  <p:childTnLst>
                                    <p:animEffect transition="out" filter="dissolve">
                                      <p:cBhvr>
                                        <p:cTn id="51" dur="500"/>
                                        <p:tgtEl>
                                          <p:spTgt spid="23"/>
                                        </p:tgtEl>
                                      </p:cBhvr>
                                    </p:animEffect>
                                    <p:set>
                                      <p:cBhvr>
                                        <p:cTn id="52" dur="1" fill="hold">
                                          <p:stCondLst>
                                            <p:cond delay="499"/>
                                          </p:stCondLst>
                                        </p:cTn>
                                        <p:tgtEl>
                                          <p:spTgt spid="23"/>
                                        </p:tgtEl>
                                        <p:attrNameLst>
                                          <p:attrName>style.visibility</p:attrName>
                                        </p:attrNameLst>
                                      </p:cBhvr>
                                      <p:to>
                                        <p:strVal val="hidden"/>
                                      </p:to>
                                    </p:set>
                                  </p:childTnLst>
                                </p:cTn>
                              </p:par>
                              <p:par>
                                <p:cTn id="53" presetID="9" presetClass="entr" presetSubtype="0" fill="hold" nodeType="withEffect">
                                  <p:stCondLst>
                                    <p:cond delay="0"/>
                                  </p:stCondLst>
                                  <p:childTnLst>
                                    <p:set>
                                      <p:cBhvr>
                                        <p:cTn id="54" dur="1" fill="hold">
                                          <p:stCondLst>
                                            <p:cond delay="0"/>
                                          </p:stCondLst>
                                        </p:cTn>
                                        <p:tgtEl>
                                          <p:spTgt spid="26"/>
                                        </p:tgtEl>
                                        <p:attrNameLst>
                                          <p:attrName>style.visibility</p:attrName>
                                        </p:attrNameLst>
                                      </p:cBhvr>
                                      <p:to>
                                        <p:strVal val="visible"/>
                                      </p:to>
                                    </p:set>
                                    <p:animEffect transition="in" filter="dissolve">
                                      <p:cBhvr>
                                        <p:cTn id="55" dur="500"/>
                                        <p:tgtEl>
                                          <p:spTgt spid="26"/>
                                        </p:tgtEl>
                                      </p:cBhvr>
                                    </p:animEffect>
                                  </p:childTnLst>
                                </p:cTn>
                              </p:par>
                            </p:childTnLst>
                          </p:cTn>
                        </p:par>
                      </p:childTnLst>
                    </p:cTn>
                  </p:par>
                  <p:par>
                    <p:cTn id="56" fill="hold">
                      <p:stCondLst>
                        <p:cond delay="indefinite"/>
                      </p:stCondLst>
                      <p:childTnLst>
                        <p:par>
                          <p:cTn id="57" fill="hold">
                            <p:stCondLst>
                              <p:cond delay="0"/>
                            </p:stCondLst>
                            <p:childTnLst>
                              <p:par>
                                <p:cTn id="58" presetID="9" presetClass="entr" presetSubtype="0" fill="hold" nodeType="clickEffect">
                                  <p:stCondLst>
                                    <p:cond delay="0"/>
                                  </p:stCondLst>
                                  <p:childTnLst>
                                    <p:set>
                                      <p:cBhvr>
                                        <p:cTn id="59" dur="1" fill="hold">
                                          <p:stCondLst>
                                            <p:cond delay="0"/>
                                          </p:stCondLst>
                                        </p:cTn>
                                        <p:tgtEl>
                                          <p:spTgt spid="17">
                                            <p:txEl>
                                              <p:pRg st="8" end="8"/>
                                            </p:txEl>
                                          </p:spTgt>
                                        </p:tgtEl>
                                        <p:attrNameLst>
                                          <p:attrName>style.visibility</p:attrName>
                                        </p:attrNameLst>
                                      </p:cBhvr>
                                      <p:to>
                                        <p:strVal val="visible"/>
                                      </p:to>
                                    </p:set>
                                    <p:animEffect transition="in" filter="dissolve">
                                      <p:cBhvr>
                                        <p:cTn id="60" dur="500"/>
                                        <p:tgtEl>
                                          <p:spTgt spid="17">
                                            <p:txEl>
                                              <p:pRg st="8" end="8"/>
                                            </p:txEl>
                                          </p:spTgt>
                                        </p:tgtEl>
                                      </p:cBhvr>
                                    </p:animEffect>
                                  </p:childTnLst>
                                </p:cTn>
                              </p:par>
                              <p:par>
                                <p:cTn id="61" presetID="9" presetClass="exit" presetSubtype="0" fill="hold" nodeType="withEffect">
                                  <p:stCondLst>
                                    <p:cond delay="0"/>
                                  </p:stCondLst>
                                  <p:childTnLst>
                                    <p:animEffect transition="out" filter="dissolve">
                                      <p:cBhvr>
                                        <p:cTn id="62" dur="500"/>
                                        <p:tgtEl>
                                          <p:spTgt spid="26"/>
                                        </p:tgtEl>
                                      </p:cBhvr>
                                    </p:animEffect>
                                    <p:set>
                                      <p:cBhvr>
                                        <p:cTn id="63" dur="1" fill="hold">
                                          <p:stCondLst>
                                            <p:cond delay="499"/>
                                          </p:stCondLst>
                                        </p:cTn>
                                        <p:tgtEl>
                                          <p:spTgt spid="26"/>
                                        </p:tgtEl>
                                        <p:attrNameLst>
                                          <p:attrName>style.visibility</p:attrName>
                                        </p:attrNameLst>
                                      </p:cBhvr>
                                      <p:to>
                                        <p:strVal val="hidden"/>
                                      </p:to>
                                    </p:set>
                                  </p:childTnLst>
                                </p:cTn>
                              </p:par>
                              <p:par>
                                <p:cTn id="64" presetID="9" presetClass="entr" presetSubtype="0" fill="hold" nodeType="withEffect">
                                  <p:stCondLst>
                                    <p:cond delay="0"/>
                                  </p:stCondLst>
                                  <p:childTnLst>
                                    <p:set>
                                      <p:cBhvr>
                                        <p:cTn id="65" dur="1" fill="hold">
                                          <p:stCondLst>
                                            <p:cond delay="0"/>
                                          </p:stCondLst>
                                        </p:cTn>
                                        <p:tgtEl>
                                          <p:spTgt spid="29"/>
                                        </p:tgtEl>
                                        <p:attrNameLst>
                                          <p:attrName>style.visibility</p:attrName>
                                        </p:attrNameLst>
                                      </p:cBhvr>
                                      <p:to>
                                        <p:strVal val="visible"/>
                                      </p:to>
                                    </p:set>
                                    <p:animEffect transition="in" filter="dissolve">
                                      <p:cBhvr>
                                        <p:cTn id="66"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Freeform 8">
            <a:extLst>
              <a:ext uri="{FF2B5EF4-FFF2-40B4-BE49-F238E27FC236}">
                <a16:creationId xmlns:a16="http://schemas.microsoft.com/office/drawing/2014/main" xmlns="" id="{5C25CEF4-E407-5F48-A3E3-98E83E25849B}"/>
              </a:ext>
            </a:extLst>
          </p:cNvPr>
          <p:cNvSpPr>
            <a:spLocks/>
          </p:cNvSpPr>
          <p:nvPr/>
        </p:nvSpPr>
        <p:spPr bwMode="auto">
          <a:xfrm>
            <a:off x="3548141" y="1573968"/>
            <a:ext cx="4992" cy="3104606"/>
          </a:xfrm>
          <a:custGeom>
            <a:avLst/>
            <a:gdLst>
              <a:gd name="T0" fmla="*/ 0 w 4100"/>
              <a:gd name="T1" fmla="*/ 0 h 2072"/>
              <a:gd name="T2" fmla="*/ 4 w 4100"/>
              <a:gd name="T3" fmla="*/ 1736 h 2072"/>
              <a:gd name="T4" fmla="*/ 804 w 4100"/>
              <a:gd name="T5" fmla="*/ 2064 h 2072"/>
              <a:gd name="T6" fmla="*/ 3468 w 4100"/>
              <a:gd name="T7" fmla="*/ 2072 h 2072"/>
              <a:gd name="T8" fmla="*/ 4100 w 4100"/>
              <a:gd name="T9" fmla="*/ 1736 h 2072"/>
              <a:gd name="T10" fmla="*/ 4100 w 4100"/>
              <a:gd name="T11" fmla="*/ 96 h 2072"/>
              <a:gd name="T12" fmla="*/ 0 60000 65536"/>
              <a:gd name="T13" fmla="*/ 0 60000 65536"/>
              <a:gd name="T14" fmla="*/ 0 60000 65536"/>
              <a:gd name="T15" fmla="*/ 0 60000 65536"/>
              <a:gd name="T16" fmla="*/ 0 60000 65536"/>
              <a:gd name="T17" fmla="*/ 0 60000 65536"/>
              <a:gd name="T18" fmla="*/ 0 w 4100"/>
              <a:gd name="T19" fmla="*/ 0 h 2072"/>
              <a:gd name="T20" fmla="*/ 4100 w 4100"/>
              <a:gd name="T21" fmla="*/ 2072 h 2072"/>
              <a:gd name="connsiteX0" fmla="*/ 0 w 10000"/>
              <a:gd name="connsiteY0" fmla="*/ 0 h 10000"/>
              <a:gd name="connsiteX1" fmla="*/ 10 w 10000"/>
              <a:gd name="connsiteY1" fmla="*/ 8378 h 10000"/>
              <a:gd name="connsiteX2" fmla="*/ 1961 w 10000"/>
              <a:gd name="connsiteY2" fmla="*/ 9961 h 10000"/>
              <a:gd name="connsiteX3" fmla="*/ 8459 w 10000"/>
              <a:gd name="connsiteY3" fmla="*/ 10000 h 10000"/>
              <a:gd name="connsiteX4" fmla="*/ 10000 w 10000"/>
              <a:gd name="connsiteY4" fmla="*/ 8378 h 10000"/>
              <a:gd name="connsiteX0" fmla="*/ 0 w 8459"/>
              <a:gd name="connsiteY0" fmla="*/ 0 h 10000"/>
              <a:gd name="connsiteX1" fmla="*/ 10 w 8459"/>
              <a:gd name="connsiteY1" fmla="*/ 8378 h 10000"/>
              <a:gd name="connsiteX2" fmla="*/ 1961 w 8459"/>
              <a:gd name="connsiteY2" fmla="*/ 9961 h 10000"/>
              <a:gd name="connsiteX3" fmla="*/ 8459 w 8459"/>
              <a:gd name="connsiteY3" fmla="*/ 10000 h 10000"/>
              <a:gd name="connsiteX0" fmla="*/ 0 w 2318"/>
              <a:gd name="connsiteY0" fmla="*/ 0 h 9961"/>
              <a:gd name="connsiteX1" fmla="*/ 12 w 2318"/>
              <a:gd name="connsiteY1" fmla="*/ 8378 h 9961"/>
              <a:gd name="connsiteX2" fmla="*/ 2318 w 2318"/>
              <a:gd name="connsiteY2" fmla="*/ 9961 h 9961"/>
              <a:gd name="connsiteX0" fmla="*/ 0 w 52"/>
              <a:gd name="connsiteY0" fmla="*/ 0 h 8411"/>
              <a:gd name="connsiteX1" fmla="*/ 52 w 52"/>
              <a:gd name="connsiteY1" fmla="*/ 8411 h 8411"/>
            </a:gdLst>
            <a:ahLst/>
            <a:cxnLst>
              <a:cxn ang="0">
                <a:pos x="connsiteX0" y="connsiteY0"/>
              </a:cxn>
              <a:cxn ang="0">
                <a:pos x="connsiteX1" y="connsiteY1"/>
              </a:cxn>
            </a:cxnLst>
            <a:rect l="l" t="t" r="r" b="b"/>
            <a:pathLst>
              <a:path w="52" h="8411">
                <a:moveTo>
                  <a:pt x="0" y="0"/>
                </a:moveTo>
                <a:cubicBezTo>
                  <a:pt x="17" y="2804"/>
                  <a:pt x="35" y="5607"/>
                  <a:pt x="52" y="8411"/>
                </a:cubicBezTo>
              </a:path>
            </a:pathLst>
          </a:custGeom>
          <a:noFill/>
          <a:ln w="44450">
            <a:solidFill>
              <a:srgbClr val="C0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p:txBody>
      </p:sp>
      <p:sp>
        <p:nvSpPr>
          <p:cNvPr id="220" name="Freeform 10">
            <a:extLst>
              <a:ext uri="{FF2B5EF4-FFF2-40B4-BE49-F238E27FC236}">
                <a16:creationId xmlns:a16="http://schemas.microsoft.com/office/drawing/2014/main" xmlns="" id="{236C8C34-AA0A-1747-BF1D-3CBFB21AC1F2}"/>
              </a:ext>
            </a:extLst>
          </p:cNvPr>
          <p:cNvSpPr>
            <a:spLocks/>
          </p:cNvSpPr>
          <p:nvPr/>
        </p:nvSpPr>
        <p:spPr bwMode="auto">
          <a:xfrm rot="10800000" flipH="1">
            <a:off x="10916607" y="1577038"/>
            <a:ext cx="450309" cy="4061761"/>
          </a:xfrm>
          <a:custGeom>
            <a:avLst/>
            <a:gdLst>
              <a:gd name="T0" fmla="*/ 2147483646 w 267"/>
              <a:gd name="T1" fmla="*/ 2147483646 h 1186"/>
              <a:gd name="T2" fmla="*/ 0 w 267"/>
              <a:gd name="T3" fmla="*/ 0 h 1186"/>
              <a:gd name="T4" fmla="*/ 0 w 267"/>
              <a:gd name="T5" fmla="*/ 2147483646 h 1186"/>
              <a:gd name="T6" fmla="*/ 2147483646 w 267"/>
              <a:gd name="T7" fmla="*/ 2147483646 h 1186"/>
              <a:gd name="T8" fmla="*/ 2147483646 w 267"/>
              <a:gd name="T9" fmla="*/ 2147483646 h 1186"/>
              <a:gd name="T10" fmla="*/ 0 60000 65536"/>
              <a:gd name="T11" fmla="*/ 0 60000 65536"/>
              <a:gd name="T12" fmla="*/ 0 60000 65536"/>
              <a:gd name="T13" fmla="*/ 0 60000 65536"/>
              <a:gd name="T14" fmla="*/ 0 60000 65536"/>
              <a:gd name="T15" fmla="*/ 0 w 267"/>
              <a:gd name="T16" fmla="*/ 0 h 1186"/>
              <a:gd name="T17" fmla="*/ 267 w 267"/>
              <a:gd name="T18" fmla="*/ 1186 h 1186"/>
              <a:gd name="connsiteX0" fmla="*/ 11593 w 11593"/>
              <a:gd name="connsiteY0" fmla="*/ 0 h 10109"/>
              <a:gd name="connsiteX1" fmla="*/ 0 w 11593"/>
              <a:gd name="connsiteY1" fmla="*/ 109 h 10109"/>
              <a:gd name="connsiteX2" fmla="*/ 0 w 11593"/>
              <a:gd name="connsiteY2" fmla="*/ 10109 h 10109"/>
              <a:gd name="connsiteX3" fmla="*/ 10000 w 11593"/>
              <a:gd name="connsiteY3" fmla="*/ 5606 h 10109"/>
              <a:gd name="connsiteX4" fmla="*/ 11593 w 11593"/>
              <a:gd name="connsiteY4" fmla="*/ 0 h 10109"/>
              <a:gd name="connsiteX0" fmla="*/ 11593 w 12080"/>
              <a:gd name="connsiteY0" fmla="*/ 0 h 10109"/>
              <a:gd name="connsiteX1" fmla="*/ 0 w 12080"/>
              <a:gd name="connsiteY1" fmla="*/ 109 h 10109"/>
              <a:gd name="connsiteX2" fmla="*/ 0 w 12080"/>
              <a:gd name="connsiteY2" fmla="*/ 10109 h 10109"/>
              <a:gd name="connsiteX3" fmla="*/ 12080 w 12080"/>
              <a:gd name="connsiteY3" fmla="*/ 1850 h 10109"/>
              <a:gd name="connsiteX4" fmla="*/ 11593 w 12080"/>
              <a:gd name="connsiteY4" fmla="*/ 0 h 10109"/>
              <a:gd name="connsiteX0" fmla="*/ 11593 w 12080"/>
              <a:gd name="connsiteY0" fmla="*/ 2239 h 12348"/>
              <a:gd name="connsiteX1" fmla="*/ 0 w 12080"/>
              <a:gd name="connsiteY1" fmla="*/ 0 h 12348"/>
              <a:gd name="connsiteX2" fmla="*/ 0 w 12080"/>
              <a:gd name="connsiteY2" fmla="*/ 12348 h 12348"/>
              <a:gd name="connsiteX3" fmla="*/ 12080 w 12080"/>
              <a:gd name="connsiteY3" fmla="*/ 4089 h 12348"/>
              <a:gd name="connsiteX4" fmla="*/ 11593 w 12080"/>
              <a:gd name="connsiteY4" fmla="*/ 2239 h 12348"/>
              <a:gd name="connsiteX0" fmla="*/ 12841 w 13328"/>
              <a:gd name="connsiteY0" fmla="*/ 10034 h 20143"/>
              <a:gd name="connsiteX1" fmla="*/ 0 w 13328"/>
              <a:gd name="connsiteY1" fmla="*/ 0 h 20143"/>
              <a:gd name="connsiteX2" fmla="*/ 1248 w 13328"/>
              <a:gd name="connsiteY2" fmla="*/ 20143 h 20143"/>
              <a:gd name="connsiteX3" fmla="*/ 13328 w 13328"/>
              <a:gd name="connsiteY3" fmla="*/ 11884 h 20143"/>
              <a:gd name="connsiteX4" fmla="*/ 12841 w 13328"/>
              <a:gd name="connsiteY4" fmla="*/ 10034 h 20143"/>
              <a:gd name="connsiteX0" fmla="*/ 12425 w 13328"/>
              <a:gd name="connsiteY0" fmla="*/ 0 h 21660"/>
              <a:gd name="connsiteX1" fmla="*/ 0 w 13328"/>
              <a:gd name="connsiteY1" fmla="*/ 1517 h 21660"/>
              <a:gd name="connsiteX2" fmla="*/ 1248 w 13328"/>
              <a:gd name="connsiteY2" fmla="*/ 21660 h 21660"/>
              <a:gd name="connsiteX3" fmla="*/ 13328 w 13328"/>
              <a:gd name="connsiteY3" fmla="*/ 13401 h 21660"/>
              <a:gd name="connsiteX4" fmla="*/ 12425 w 13328"/>
              <a:gd name="connsiteY4" fmla="*/ 0 h 21660"/>
              <a:gd name="connsiteX0" fmla="*/ 12425 w 12496"/>
              <a:gd name="connsiteY0" fmla="*/ 0 h 21660"/>
              <a:gd name="connsiteX1" fmla="*/ 0 w 12496"/>
              <a:gd name="connsiteY1" fmla="*/ 1517 h 21660"/>
              <a:gd name="connsiteX2" fmla="*/ 1248 w 12496"/>
              <a:gd name="connsiteY2" fmla="*/ 21660 h 21660"/>
              <a:gd name="connsiteX3" fmla="*/ 12496 w 12496"/>
              <a:gd name="connsiteY3" fmla="*/ 4855 h 21660"/>
              <a:gd name="connsiteX4" fmla="*/ 12425 w 12496"/>
              <a:gd name="connsiteY4" fmla="*/ 0 h 21660"/>
              <a:gd name="connsiteX0" fmla="*/ 12425 w 12496"/>
              <a:gd name="connsiteY0" fmla="*/ 0 h 21660"/>
              <a:gd name="connsiteX1" fmla="*/ 0 w 12496"/>
              <a:gd name="connsiteY1" fmla="*/ 1517 h 21660"/>
              <a:gd name="connsiteX2" fmla="*/ 1248 w 12496"/>
              <a:gd name="connsiteY2" fmla="*/ 21660 h 21660"/>
              <a:gd name="connsiteX3" fmla="*/ 12496 w 12496"/>
              <a:gd name="connsiteY3" fmla="*/ 4855 h 21660"/>
              <a:gd name="connsiteX4" fmla="*/ 12425 w 12496"/>
              <a:gd name="connsiteY4" fmla="*/ 0 h 21660"/>
              <a:gd name="connsiteX0" fmla="*/ 12425 w 12496"/>
              <a:gd name="connsiteY0" fmla="*/ 0 h 21660"/>
              <a:gd name="connsiteX1" fmla="*/ 0 w 12496"/>
              <a:gd name="connsiteY1" fmla="*/ 1517 h 21660"/>
              <a:gd name="connsiteX2" fmla="*/ 1248 w 12496"/>
              <a:gd name="connsiteY2" fmla="*/ 21660 h 21660"/>
              <a:gd name="connsiteX3" fmla="*/ 12496 w 12496"/>
              <a:gd name="connsiteY3" fmla="*/ 4855 h 21660"/>
              <a:gd name="connsiteX4" fmla="*/ 12425 w 12496"/>
              <a:gd name="connsiteY4" fmla="*/ 0 h 216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96" h="21660">
                <a:moveTo>
                  <a:pt x="12425" y="0"/>
                </a:moveTo>
                <a:lnTo>
                  <a:pt x="0" y="1517"/>
                </a:lnTo>
                <a:lnTo>
                  <a:pt x="1248" y="21660"/>
                </a:lnTo>
                <a:cubicBezTo>
                  <a:pt x="4581" y="12959"/>
                  <a:pt x="6667" y="10269"/>
                  <a:pt x="12496" y="4855"/>
                </a:cubicBezTo>
                <a:cubicBezTo>
                  <a:pt x="12472" y="3237"/>
                  <a:pt x="12449" y="1618"/>
                  <a:pt x="12425" y="0"/>
                </a:cubicBezTo>
                <a:close/>
              </a:path>
            </a:pathLst>
          </a:custGeom>
          <a:gradFill rotWithShape="1">
            <a:gsLst>
              <a:gs pos="0">
                <a:srgbClr val="3C6CDF"/>
              </a:gs>
              <a:gs pos="100000">
                <a:schemeClr val="bg1"/>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xmlns="" id="{3B8CD900-19EC-824C-BF74-AADFBF5A172E}"/>
              </a:ext>
            </a:extLst>
          </p:cNvPr>
          <p:cNvSpPr>
            <a:spLocks noGrp="1"/>
          </p:cNvSpPr>
          <p:nvPr>
            <p:ph type="title"/>
          </p:nvPr>
        </p:nvSpPr>
        <p:spPr>
          <a:xfrm>
            <a:off x="158266" y="291947"/>
            <a:ext cx="11901854" cy="894622"/>
          </a:xfrm>
        </p:spPr>
        <p:txBody>
          <a:bodyPr>
            <a:normAutofit fontScale="90000"/>
          </a:bodyPr>
          <a:lstStyle/>
          <a:p>
            <a:r>
              <a:rPr lang="en-US" dirty="0" smtClean="0"/>
              <a:t>Recapitulation: </a:t>
            </a:r>
            <a:r>
              <a:rPr lang="en-US" altLang="en-US" sz="4400" dirty="0" smtClean="0">
                <a:ea typeface="ＭＳ Ｐゴシック" panose="020B0600070205080204" pitchFamily="34" charset="-128"/>
              </a:rPr>
              <a:t>Services</a:t>
            </a:r>
            <a:r>
              <a:rPr lang="en-US" altLang="en-US" sz="4400" dirty="0">
                <a:ea typeface="ＭＳ Ｐゴシック" panose="020B0600070205080204" pitchFamily="34" charset="-128"/>
              </a:rPr>
              <a:t>, Layering and </a:t>
            </a:r>
            <a:r>
              <a:rPr lang="en-US" altLang="en-US" sz="4400" dirty="0" smtClean="0">
                <a:ea typeface="ＭＳ Ｐゴシック" panose="020B0600070205080204" pitchFamily="34" charset="-128"/>
              </a:rPr>
              <a:t>Encapsulation (2/3)</a:t>
            </a:r>
            <a:endParaRPr lang="en-US" sz="4400" dirty="0"/>
          </a:p>
        </p:txBody>
      </p:sp>
      <p:sp>
        <p:nvSpPr>
          <p:cNvPr id="13" name="Text Box 8">
            <a:extLst>
              <a:ext uri="{FF2B5EF4-FFF2-40B4-BE49-F238E27FC236}">
                <a16:creationId xmlns:a16="http://schemas.microsoft.com/office/drawing/2014/main" xmlns="" id="{10CAB5B1-70B7-184B-A16F-4239A3118B18}"/>
              </a:ext>
            </a:extLst>
          </p:cNvPr>
          <p:cNvSpPr txBox="1">
            <a:spLocks noChangeArrowheads="1"/>
          </p:cNvSpPr>
          <p:nvPr/>
        </p:nvSpPr>
        <p:spPr bwMode="auto">
          <a:xfrm>
            <a:off x="449705" y="5724388"/>
            <a:ext cx="11001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400" b="0" i="1" u="none" strike="noStrike" kern="1200" cap="none" spc="0" normalizeH="0" baseline="0" noProof="0" dirty="0">
                <a:ln>
                  <a:noFill/>
                </a:ln>
                <a:solidFill>
                  <a:srgbClr val="000099"/>
                </a:solidFill>
                <a:effectLst/>
                <a:uLnTx/>
                <a:uFillTx/>
                <a:latin typeface="Arial" panose="020B0604020202020204" pitchFamily="34" charset="0"/>
                <a:ea typeface="MS PGothic" panose="020B0600070205080204" pitchFamily="34" charset="-128"/>
                <a:cs typeface="Arial" panose="020B0604020202020204" pitchFamily="34" charset="0"/>
              </a:rPr>
              <a:t>source</a:t>
            </a:r>
          </a:p>
        </p:txBody>
      </p:sp>
      <p:sp>
        <p:nvSpPr>
          <p:cNvPr id="14" name="Freeform 10">
            <a:extLst>
              <a:ext uri="{FF2B5EF4-FFF2-40B4-BE49-F238E27FC236}">
                <a16:creationId xmlns:a16="http://schemas.microsoft.com/office/drawing/2014/main" xmlns="" id="{1C528DAB-CFD1-6943-9F41-1A6F334C3C75}"/>
              </a:ext>
            </a:extLst>
          </p:cNvPr>
          <p:cNvSpPr>
            <a:spLocks/>
          </p:cNvSpPr>
          <p:nvPr/>
        </p:nvSpPr>
        <p:spPr bwMode="auto">
          <a:xfrm rot="10800000">
            <a:off x="975630" y="1559549"/>
            <a:ext cx="450309" cy="4061761"/>
          </a:xfrm>
          <a:custGeom>
            <a:avLst/>
            <a:gdLst>
              <a:gd name="T0" fmla="*/ 2147483646 w 267"/>
              <a:gd name="T1" fmla="*/ 2147483646 h 1186"/>
              <a:gd name="T2" fmla="*/ 0 w 267"/>
              <a:gd name="T3" fmla="*/ 0 h 1186"/>
              <a:gd name="T4" fmla="*/ 0 w 267"/>
              <a:gd name="T5" fmla="*/ 2147483646 h 1186"/>
              <a:gd name="T6" fmla="*/ 2147483646 w 267"/>
              <a:gd name="T7" fmla="*/ 2147483646 h 1186"/>
              <a:gd name="T8" fmla="*/ 2147483646 w 267"/>
              <a:gd name="T9" fmla="*/ 2147483646 h 1186"/>
              <a:gd name="T10" fmla="*/ 0 60000 65536"/>
              <a:gd name="T11" fmla="*/ 0 60000 65536"/>
              <a:gd name="T12" fmla="*/ 0 60000 65536"/>
              <a:gd name="T13" fmla="*/ 0 60000 65536"/>
              <a:gd name="T14" fmla="*/ 0 60000 65536"/>
              <a:gd name="T15" fmla="*/ 0 w 267"/>
              <a:gd name="T16" fmla="*/ 0 h 1186"/>
              <a:gd name="T17" fmla="*/ 267 w 267"/>
              <a:gd name="T18" fmla="*/ 1186 h 1186"/>
              <a:gd name="connsiteX0" fmla="*/ 11593 w 11593"/>
              <a:gd name="connsiteY0" fmla="*/ 0 h 10109"/>
              <a:gd name="connsiteX1" fmla="*/ 0 w 11593"/>
              <a:gd name="connsiteY1" fmla="*/ 109 h 10109"/>
              <a:gd name="connsiteX2" fmla="*/ 0 w 11593"/>
              <a:gd name="connsiteY2" fmla="*/ 10109 h 10109"/>
              <a:gd name="connsiteX3" fmla="*/ 10000 w 11593"/>
              <a:gd name="connsiteY3" fmla="*/ 5606 h 10109"/>
              <a:gd name="connsiteX4" fmla="*/ 11593 w 11593"/>
              <a:gd name="connsiteY4" fmla="*/ 0 h 10109"/>
              <a:gd name="connsiteX0" fmla="*/ 11593 w 12080"/>
              <a:gd name="connsiteY0" fmla="*/ 0 h 10109"/>
              <a:gd name="connsiteX1" fmla="*/ 0 w 12080"/>
              <a:gd name="connsiteY1" fmla="*/ 109 h 10109"/>
              <a:gd name="connsiteX2" fmla="*/ 0 w 12080"/>
              <a:gd name="connsiteY2" fmla="*/ 10109 h 10109"/>
              <a:gd name="connsiteX3" fmla="*/ 12080 w 12080"/>
              <a:gd name="connsiteY3" fmla="*/ 1850 h 10109"/>
              <a:gd name="connsiteX4" fmla="*/ 11593 w 12080"/>
              <a:gd name="connsiteY4" fmla="*/ 0 h 10109"/>
              <a:gd name="connsiteX0" fmla="*/ 11593 w 12080"/>
              <a:gd name="connsiteY0" fmla="*/ 2239 h 12348"/>
              <a:gd name="connsiteX1" fmla="*/ 0 w 12080"/>
              <a:gd name="connsiteY1" fmla="*/ 0 h 12348"/>
              <a:gd name="connsiteX2" fmla="*/ 0 w 12080"/>
              <a:gd name="connsiteY2" fmla="*/ 12348 h 12348"/>
              <a:gd name="connsiteX3" fmla="*/ 12080 w 12080"/>
              <a:gd name="connsiteY3" fmla="*/ 4089 h 12348"/>
              <a:gd name="connsiteX4" fmla="*/ 11593 w 12080"/>
              <a:gd name="connsiteY4" fmla="*/ 2239 h 12348"/>
              <a:gd name="connsiteX0" fmla="*/ 12841 w 13328"/>
              <a:gd name="connsiteY0" fmla="*/ 10034 h 20143"/>
              <a:gd name="connsiteX1" fmla="*/ 0 w 13328"/>
              <a:gd name="connsiteY1" fmla="*/ 0 h 20143"/>
              <a:gd name="connsiteX2" fmla="*/ 1248 w 13328"/>
              <a:gd name="connsiteY2" fmla="*/ 20143 h 20143"/>
              <a:gd name="connsiteX3" fmla="*/ 13328 w 13328"/>
              <a:gd name="connsiteY3" fmla="*/ 11884 h 20143"/>
              <a:gd name="connsiteX4" fmla="*/ 12841 w 13328"/>
              <a:gd name="connsiteY4" fmla="*/ 10034 h 20143"/>
              <a:gd name="connsiteX0" fmla="*/ 12425 w 13328"/>
              <a:gd name="connsiteY0" fmla="*/ 0 h 21660"/>
              <a:gd name="connsiteX1" fmla="*/ 0 w 13328"/>
              <a:gd name="connsiteY1" fmla="*/ 1517 h 21660"/>
              <a:gd name="connsiteX2" fmla="*/ 1248 w 13328"/>
              <a:gd name="connsiteY2" fmla="*/ 21660 h 21660"/>
              <a:gd name="connsiteX3" fmla="*/ 13328 w 13328"/>
              <a:gd name="connsiteY3" fmla="*/ 13401 h 21660"/>
              <a:gd name="connsiteX4" fmla="*/ 12425 w 13328"/>
              <a:gd name="connsiteY4" fmla="*/ 0 h 21660"/>
              <a:gd name="connsiteX0" fmla="*/ 12425 w 12496"/>
              <a:gd name="connsiteY0" fmla="*/ 0 h 21660"/>
              <a:gd name="connsiteX1" fmla="*/ 0 w 12496"/>
              <a:gd name="connsiteY1" fmla="*/ 1517 h 21660"/>
              <a:gd name="connsiteX2" fmla="*/ 1248 w 12496"/>
              <a:gd name="connsiteY2" fmla="*/ 21660 h 21660"/>
              <a:gd name="connsiteX3" fmla="*/ 12496 w 12496"/>
              <a:gd name="connsiteY3" fmla="*/ 4855 h 21660"/>
              <a:gd name="connsiteX4" fmla="*/ 12425 w 12496"/>
              <a:gd name="connsiteY4" fmla="*/ 0 h 21660"/>
              <a:gd name="connsiteX0" fmla="*/ 12425 w 12496"/>
              <a:gd name="connsiteY0" fmla="*/ 0 h 21660"/>
              <a:gd name="connsiteX1" fmla="*/ 0 w 12496"/>
              <a:gd name="connsiteY1" fmla="*/ 1517 h 21660"/>
              <a:gd name="connsiteX2" fmla="*/ 1248 w 12496"/>
              <a:gd name="connsiteY2" fmla="*/ 21660 h 21660"/>
              <a:gd name="connsiteX3" fmla="*/ 12496 w 12496"/>
              <a:gd name="connsiteY3" fmla="*/ 4855 h 21660"/>
              <a:gd name="connsiteX4" fmla="*/ 12425 w 12496"/>
              <a:gd name="connsiteY4" fmla="*/ 0 h 21660"/>
              <a:gd name="connsiteX0" fmla="*/ 12425 w 12496"/>
              <a:gd name="connsiteY0" fmla="*/ 0 h 21660"/>
              <a:gd name="connsiteX1" fmla="*/ 0 w 12496"/>
              <a:gd name="connsiteY1" fmla="*/ 1517 h 21660"/>
              <a:gd name="connsiteX2" fmla="*/ 1248 w 12496"/>
              <a:gd name="connsiteY2" fmla="*/ 21660 h 21660"/>
              <a:gd name="connsiteX3" fmla="*/ 12496 w 12496"/>
              <a:gd name="connsiteY3" fmla="*/ 4855 h 21660"/>
              <a:gd name="connsiteX4" fmla="*/ 12425 w 12496"/>
              <a:gd name="connsiteY4" fmla="*/ 0 h 216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96" h="21660">
                <a:moveTo>
                  <a:pt x="12425" y="0"/>
                </a:moveTo>
                <a:lnTo>
                  <a:pt x="0" y="1517"/>
                </a:lnTo>
                <a:lnTo>
                  <a:pt x="1248" y="21660"/>
                </a:lnTo>
                <a:cubicBezTo>
                  <a:pt x="4581" y="12959"/>
                  <a:pt x="6667" y="10269"/>
                  <a:pt x="12496" y="4855"/>
                </a:cubicBezTo>
                <a:cubicBezTo>
                  <a:pt x="12472" y="3237"/>
                  <a:pt x="12449" y="1618"/>
                  <a:pt x="12425" y="0"/>
                </a:cubicBezTo>
                <a:close/>
              </a:path>
            </a:pathLst>
          </a:custGeom>
          <a:gradFill rotWithShape="1">
            <a:gsLst>
              <a:gs pos="0">
                <a:srgbClr val="3C6CDF"/>
              </a:gs>
              <a:gs pos="100000">
                <a:schemeClr val="bg1"/>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24" name="Group 190">
            <a:extLst>
              <a:ext uri="{FF2B5EF4-FFF2-40B4-BE49-F238E27FC236}">
                <a16:creationId xmlns:a16="http://schemas.microsoft.com/office/drawing/2014/main" xmlns="" id="{8D7B8AF0-B984-FB44-AB9F-07CA253CEA38}"/>
              </a:ext>
            </a:extLst>
          </p:cNvPr>
          <p:cNvGrpSpPr>
            <a:grpSpLocks/>
          </p:cNvGrpSpPr>
          <p:nvPr/>
        </p:nvGrpSpPr>
        <p:grpSpPr bwMode="auto">
          <a:xfrm flipH="1">
            <a:off x="635446" y="5073984"/>
            <a:ext cx="803275" cy="771525"/>
            <a:chOff x="-44" y="1473"/>
            <a:chExt cx="981" cy="1105"/>
          </a:xfrm>
        </p:grpSpPr>
        <p:pic>
          <p:nvPicPr>
            <p:cNvPr id="25" name="Picture 191" descr="desktop_computer_stylized_medium">
              <a:extLst>
                <a:ext uri="{FF2B5EF4-FFF2-40B4-BE49-F238E27FC236}">
                  <a16:creationId xmlns:a16="http://schemas.microsoft.com/office/drawing/2014/main" xmlns="" id="{06D1D726-A569-254A-9E27-366DB8CF32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Freeform 192">
              <a:extLst>
                <a:ext uri="{FF2B5EF4-FFF2-40B4-BE49-F238E27FC236}">
                  <a16:creationId xmlns:a16="http://schemas.microsoft.com/office/drawing/2014/main" xmlns="" id="{F5362B29-42A6-3F4A-A1AB-EFF56E7B7726}"/>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212" name="Group 211">
            <a:extLst>
              <a:ext uri="{FF2B5EF4-FFF2-40B4-BE49-F238E27FC236}">
                <a16:creationId xmlns:a16="http://schemas.microsoft.com/office/drawing/2014/main" xmlns="" id="{BD0C4974-D689-414F-A2EB-9B1043F3314D}"/>
              </a:ext>
            </a:extLst>
          </p:cNvPr>
          <p:cNvGrpSpPr/>
          <p:nvPr/>
        </p:nvGrpSpPr>
        <p:grpSpPr>
          <a:xfrm>
            <a:off x="1334125" y="1421667"/>
            <a:ext cx="1765726" cy="4034752"/>
            <a:chOff x="1484027" y="1706480"/>
            <a:chExt cx="1765726" cy="4034752"/>
          </a:xfrm>
        </p:grpSpPr>
        <p:sp>
          <p:nvSpPr>
            <p:cNvPr id="11" name="Rectangle 24">
              <a:extLst>
                <a:ext uri="{FF2B5EF4-FFF2-40B4-BE49-F238E27FC236}">
                  <a16:creationId xmlns:a16="http://schemas.microsoft.com/office/drawing/2014/main" xmlns="" id="{ED8D52E4-C345-B842-A2E7-C8068B8E5CF4}"/>
                </a:ext>
              </a:extLst>
            </p:cNvPr>
            <p:cNvSpPr>
              <a:spLocks noChangeArrowheads="1"/>
            </p:cNvSpPr>
            <p:nvPr/>
          </p:nvSpPr>
          <p:spPr bwMode="auto">
            <a:xfrm>
              <a:off x="1528997" y="1870247"/>
              <a:ext cx="1648917" cy="3870985"/>
            </a:xfrm>
            <a:prstGeom prst="rect">
              <a:avLst/>
            </a:prstGeom>
            <a:solidFill>
              <a:schemeClr val="bg1"/>
            </a:solidFill>
            <a:ln w="28575">
              <a:solidFill>
                <a:schemeClr val="tx1"/>
              </a:solidFill>
              <a:miter lim="800000"/>
              <a:headEnd/>
              <a:tailEnd/>
            </a:ln>
            <a:effectLst>
              <a:outerShdw blurRad="76200" dist="38100" dir="18900000" sx="101000" sy="101000" algn="bl" rotWithShape="0">
                <a:prstClr val="black">
                  <a:alpha val="40000"/>
                </a:prstClr>
              </a:outerShdw>
            </a:effec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2" name="Text Box 26">
              <a:extLst>
                <a:ext uri="{FF2B5EF4-FFF2-40B4-BE49-F238E27FC236}">
                  <a16:creationId xmlns:a16="http://schemas.microsoft.com/office/drawing/2014/main" xmlns="" id="{A5089E2D-0B1B-544A-82BC-F28ED3191A4E}"/>
                </a:ext>
              </a:extLst>
            </p:cNvPr>
            <p:cNvSpPr txBox="1">
              <a:spLocks noChangeArrowheads="1"/>
            </p:cNvSpPr>
            <p:nvPr/>
          </p:nvSpPr>
          <p:spPr bwMode="auto">
            <a:xfrm>
              <a:off x="1484027" y="1706480"/>
              <a:ext cx="1765726" cy="4033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215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latin typeface="+mn-lt"/>
                  <a:ea typeface="MS PGothic" panose="020B0600070205080204" pitchFamily="34" charset="-128"/>
                  <a:cs typeface="Arial" panose="020B0604020202020204" pitchFamily="34" charset="0"/>
                </a:rPr>
                <a:t>application</a:t>
              </a:r>
            </a:p>
            <a:p>
              <a:pPr marL="0" marR="0" lvl="0" indent="0" algn="ctr" defTabSz="914400" rtl="0" eaLnBrk="1" fontAlgn="auto" latinLnBrk="0" hangingPunct="1">
                <a:lnSpc>
                  <a:spcPct val="215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latin typeface="+mn-lt"/>
                  <a:ea typeface="MS PGothic" panose="020B0600070205080204" pitchFamily="34" charset="-128"/>
                  <a:cs typeface="Arial" panose="020B0604020202020204" pitchFamily="34" charset="0"/>
                </a:rPr>
                <a:t>transport</a:t>
              </a:r>
            </a:p>
            <a:p>
              <a:pPr marL="0" marR="0" lvl="0" indent="0" algn="ctr" defTabSz="914400" rtl="0" eaLnBrk="1" fontAlgn="auto" latinLnBrk="0" hangingPunct="1">
                <a:lnSpc>
                  <a:spcPct val="215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latin typeface="+mn-lt"/>
                  <a:ea typeface="MS PGothic" panose="020B0600070205080204" pitchFamily="34" charset="-128"/>
                  <a:cs typeface="Arial" panose="020B0604020202020204" pitchFamily="34" charset="0"/>
                </a:rPr>
                <a:t>network</a:t>
              </a:r>
            </a:p>
            <a:p>
              <a:pPr marL="0" marR="0" lvl="0" indent="0" algn="ctr" defTabSz="914400" rtl="0" eaLnBrk="1" fontAlgn="auto" latinLnBrk="0" hangingPunct="1">
                <a:lnSpc>
                  <a:spcPct val="215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latin typeface="+mn-lt"/>
                  <a:ea typeface="MS PGothic" panose="020B0600070205080204" pitchFamily="34" charset="-128"/>
                  <a:cs typeface="Arial" panose="020B0604020202020204" pitchFamily="34" charset="0"/>
                </a:rPr>
                <a:t>link</a:t>
              </a:r>
            </a:p>
            <a:p>
              <a:pPr marL="0" marR="0" lvl="0" indent="0" algn="ctr" defTabSz="914400" rtl="0" eaLnBrk="1" fontAlgn="auto" latinLnBrk="0" hangingPunct="1">
                <a:lnSpc>
                  <a:spcPct val="215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latin typeface="+mn-lt"/>
                  <a:ea typeface="MS PGothic" panose="020B0600070205080204" pitchFamily="34" charset="-128"/>
                  <a:cs typeface="Arial" panose="020B0604020202020204" pitchFamily="34" charset="0"/>
                </a:rPr>
                <a:t>physical</a:t>
              </a:r>
              <a:endParaRPr kumimoji="0" lang="en-US" altLang="en-US" sz="1800" b="0" i="0" u="none" strike="noStrike" kern="1200" cap="none" spc="0" normalizeH="0" baseline="0" noProof="0" dirty="0">
                <a:ln>
                  <a:noFill/>
                </a:ln>
                <a:solidFill>
                  <a:prstClr val="black"/>
                </a:solidFill>
                <a:effectLst/>
                <a:uLnTx/>
                <a:uFillTx/>
                <a:latin typeface="+mn-lt"/>
                <a:ea typeface="MS PGothic" panose="020B0600070205080204" pitchFamily="34" charset="-128"/>
                <a:cs typeface="Arial" panose="020B0604020202020204" pitchFamily="34" charset="0"/>
              </a:endParaRPr>
            </a:p>
          </p:txBody>
        </p:sp>
        <p:cxnSp>
          <p:nvCxnSpPr>
            <p:cNvPr id="117" name="Straight Connector 116">
              <a:extLst>
                <a:ext uri="{FF2B5EF4-FFF2-40B4-BE49-F238E27FC236}">
                  <a16:creationId xmlns:a16="http://schemas.microsoft.com/office/drawing/2014/main" xmlns="" id="{B3EBBB35-9D82-7C43-B882-52ED90AE3A71}"/>
                </a:ext>
              </a:extLst>
            </p:cNvPr>
            <p:cNvCxnSpPr>
              <a:cxnSpLocks/>
            </p:cNvCxnSpPr>
            <p:nvPr/>
          </p:nvCxnSpPr>
          <p:spPr>
            <a:xfrm>
              <a:off x="1534432" y="2675745"/>
              <a:ext cx="164348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xmlns="" id="{F2EA7353-AEFA-934F-93DE-A8D55DF75658}"/>
                </a:ext>
              </a:extLst>
            </p:cNvPr>
            <p:cNvCxnSpPr>
              <a:cxnSpLocks/>
            </p:cNvCxnSpPr>
            <p:nvPr/>
          </p:nvCxnSpPr>
          <p:spPr>
            <a:xfrm>
              <a:off x="1506952" y="3472722"/>
              <a:ext cx="165597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xmlns="" id="{840242E3-3BEB-D543-B881-84EB2D13BD66}"/>
                </a:ext>
              </a:extLst>
            </p:cNvPr>
            <p:cNvCxnSpPr>
              <a:cxnSpLocks/>
            </p:cNvCxnSpPr>
            <p:nvPr/>
          </p:nvCxnSpPr>
          <p:spPr>
            <a:xfrm>
              <a:off x="1509450" y="4209737"/>
              <a:ext cx="16684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xmlns="" id="{DC27D746-0691-6F47-9E9D-1D63DF11D081}"/>
                </a:ext>
              </a:extLst>
            </p:cNvPr>
            <p:cNvCxnSpPr>
              <a:cxnSpLocks/>
            </p:cNvCxnSpPr>
            <p:nvPr/>
          </p:nvCxnSpPr>
          <p:spPr>
            <a:xfrm>
              <a:off x="1511947" y="4991726"/>
              <a:ext cx="165097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7" name="Group 950">
            <a:extLst>
              <a:ext uri="{FF2B5EF4-FFF2-40B4-BE49-F238E27FC236}">
                <a16:creationId xmlns:a16="http://schemas.microsoft.com/office/drawing/2014/main" xmlns="" id="{044873AD-74A5-8A44-846B-EC5D0FBC82D7}"/>
              </a:ext>
            </a:extLst>
          </p:cNvPr>
          <p:cNvGrpSpPr>
            <a:grpSpLocks/>
          </p:cNvGrpSpPr>
          <p:nvPr/>
        </p:nvGrpSpPr>
        <p:grpSpPr bwMode="auto">
          <a:xfrm>
            <a:off x="11107713" y="4961744"/>
            <a:ext cx="374754" cy="833726"/>
            <a:chOff x="4140" y="429"/>
            <a:chExt cx="1425" cy="2396"/>
          </a:xfrm>
        </p:grpSpPr>
        <p:sp>
          <p:nvSpPr>
            <p:cNvPr id="168" name="Freeform 951">
              <a:extLst>
                <a:ext uri="{FF2B5EF4-FFF2-40B4-BE49-F238E27FC236}">
                  <a16:creationId xmlns:a16="http://schemas.microsoft.com/office/drawing/2014/main" xmlns="" id="{EEDE4156-8281-D847-9240-9DE98999091B}"/>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9" name="Rectangle 952">
              <a:extLst>
                <a:ext uri="{FF2B5EF4-FFF2-40B4-BE49-F238E27FC236}">
                  <a16:creationId xmlns:a16="http://schemas.microsoft.com/office/drawing/2014/main" xmlns="" id="{22E8340D-B5D1-3C48-A062-4F70248D103D}"/>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70" name="Freeform 953">
              <a:extLst>
                <a:ext uri="{FF2B5EF4-FFF2-40B4-BE49-F238E27FC236}">
                  <a16:creationId xmlns:a16="http://schemas.microsoft.com/office/drawing/2014/main" xmlns="" id="{29109B86-1ABF-F647-8516-2AAE154A9E83}"/>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1" name="Freeform 954">
              <a:extLst>
                <a:ext uri="{FF2B5EF4-FFF2-40B4-BE49-F238E27FC236}">
                  <a16:creationId xmlns:a16="http://schemas.microsoft.com/office/drawing/2014/main" xmlns="" id="{9F93569F-8FC8-7C4E-9F95-B14647D2DB8C}"/>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2" name="Rectangle 955">
              <a:extLst>
                <a:ext uri="{FF2B5EF4-FFF2-40B4-BE49-F238E27FC236}">
                  <a16:creationId xmlns:a16="http://schemas.microsoft.com/office/drawing/2014/main" xmlns="" id="{8E5BC3B8-E87D-9F47-A6F6-AD8B57BC21E6}"/>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173" name="Group 956">
              <a:extLst>
                <a:ext uri="{FF2B5EF4-FFF2-40B4-BE49-F238E27FC236}">
                  <a16:creationId xmlns:a16="http://schemas.microsoft.com/office/drawing/2014/main" xmlns="" id="{1694DE96-689D-9540-964A-22F06F6D940F}"/>
                </a:ext>
              </a:extLst>
            </p:cNvPr>
            <p:cNvGrpSpPr>
              <a:grpSpLocks/>
            </p:cNvGrpSpPr>
            <p:nvPr/>
          </p:nvGrpSpPr>
          <p:grpSpPr bwMode="auto">
            <a:xfrm>
              <a:off x="4749" y="668"/>
              <a:ext cx="581" cy="145"/>
              <a:chOff x="614" y="2568"/>
              <a:chExt cx="725" cy="139"/>
            </a:xfrm>
          </p:grpSpPr>
          <p:sp>
            <p:nvSpPr>
              <p:cNvPr id="198" name="AutoShape 957">
                <a:extLst>
                  <a:ext uri="{FF2B5EF4-FFF2-40B4-BE49-F238E27FC236}">
                    <a16:creationId xmlns:a16="http://schemas.microsoft.com/office/drawing/2014/main" xmlns="" id="{435DFCEB-F2FD-7B44-93DA-9204E2E311E1}"/>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99" name="AutoShape 958">
                <a:extLst>
                  <a:ext uri="{FF2B5EF4-FFF2-40B4-BE49-F238E27FC236}">
                    <a16:creationId xmlns:a16="http://schemas.microsoft.com/office/drawing/2014/main" xmlns="" id="{521647D7-4114-1146-9C5A-F1DB4FEC81A9}"/>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174" name="Rectangle 959">
              <a:extLst>
                <a:ext uri="{FF2B5EF4-FFF2-40B4-BE49-F238E27FC236}">
                  <a16:creationId xmlns:a16="http://schemas.microsoft.com/office/drawing/2014/main" xmlns="" id="{3A0D9FD6-DBAC-4B49-A55F-167642D66FA7}"/>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175" name="Group 960">
              <a:extLst>
                <a:ext uri="{FF2B5EF4-FFF2-40B4-BE49-F238E27FC236}">
                  <a16:creationId xmlns:a16="http://schemas.microsoft.com/office/drawing/2014/main" xmlns="" id="{3CFA0950-BC76-3949-8726-38646B18FD5C}"/>
                </a:ext>
              </a:extLst>
            </p:cNvPr>
            <p:cNvGrpSpPr>
              <a:grpSpLocks/>
            </p:cNvGrpSpPr>
            <p:nvPr/>
          </p:nvGrpSpPr>
          <p:grpSpPr bwMode="auto">
            <a:xfrm>
              <a:off x="4747" y="994"/>
              <a:ext cx="581" cy="134"/>
              <a:chOff x="614" y="2568"/>
              <a:chExt cx="725" cy="139"/>
            </a:xfrm>
          </p:grpSpPr>
          <p:sp>
            <p:nvSpPr>
              <p:cNvPr id="196" name="AutoShape 961">
                <a:extLst>
                  <a:ext uri="{FF2B5EF4-FFF2-40B4-BE49-F238E27FC236}">
                    <a16:creationId xmlns:a16="http://schemas.microsoft.com/office/drawing/2014/main" xmlns="" id="{67127BA7-9D0A-2443-9190-C56C02906F6A}"/>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97" name="AutoShape 962">
                <a:extLst>
                  <a:ext uri="{FF2B5EF4-FFF2-40B4-BE49-F238E27FC236}">
                    <a16:creationId xmlns:a16="http://schemas.microsoft.com/office/drawing/2014/main" xmlns="" id="{2C9F8790-3076-4541-A56A-E9305DCB0988}"/>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176" name="Rectangle 963">
              <a:extLst>
                <a:ext uri="{FF2B5EF4-FFF2-40B4-BE49-F238E27FC236}">
                  <a16:creationId xmlns:a16="http://schemas.microsoft.com/office/drawing/2014/main" xmlns="" id="{4DE6A147-5BC7-FF41-B7AC-2BA9913BB098}"/>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77" name="Rectangle 964">
              <a:extLst>
                <a:ext uri="{FF2B5EF4-FFF2-40B4-BE49-F238E27FC236}">
                  <a16:creationId xmlns:a16="http://schemas.microsoft.com/office/drawing/2014/main" xmlns="" id="{53ECF0A1-6175-BE45-A32A-233E1942C8EC}"/>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178" name="Group 965">
              <a:extLst>
                <a:ext uri="{FF2B5EF4-FFF2-40B4-BE49-F238E27FC236}">
                  <a16:creationId xmlns:a16="http://schemas.microsoft.com/office/drawing/2014/main" xmlns="" id="{16810F93-1596-884B-B639-A3868A5CD4D8}"/>
                </a:ext>
              </a:extLst>
            </p:cNvPr>
            <p:cNvGrpSpPr>
              <a:grpSpLocks/>
            </p:cNvGrpSpPr>
            <p:nvPr/>
          </p:nvGrpSpPr>
          <p:grpSpPr bwMode="auto">
            <a:xfrm>
              <a:off x="4735" y="1627"/>
              <a:ext cx="582" cy="151"/>
              <a:chOff x="614" y="2568"/>
              <a:chExt cx="725" cy="139"/>
            </a:xfrm>
          </p:grpSpPr>
          <p:sp>
            <p:nvSpPr>
              <p:cNvPr id="194" name="AutoShape 966">
                <a:extLst>
                  <a:ext uri="{FF2B5EF4-FFF2-40B4-BE49-F238E27FC236}">
                    <a16:creationId xmlns:a16="http://schemas.microsoft.com/office/drawing/2014/main" xmlns="" id="{84EC0348-3D46-9445-B43C-6DC8DB392F68}"/>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95" name="AutoShape 967">
                <a:extLst>
                  <a:ext uri="{FF2B5EF4-FFF2-40B4-BE49-F238E27FC236}">
                    <a16:creationId xmlns:a16="http://schemas.microsoft.com/office/drawing/2014/main" xmlns="" id="{23A1F6B3-9F2D-5E41-8602-67921ABB12D8}"/>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179" name="Freeform 968">
              <a:extLst>
                <a:ext uri="{FF2B5EF4-FFF2-40B4-BE49-F238E27FC236}">
                  <a16:creationId xmlns:a16="http://schemas.microsoft.com/office/drawing/2014/main" xmlns="" id="{8FD6AEB5-BE60-044C-B32D-B433B740036B}"/>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80" name="Group 969">
              <a:extLst>
                <a:ext uri="{FF2B5EF4-FFF2-40B4-BE49-F238E27FC236}">
                  <a16:creationId xmlns:a16="http://schemas.microsoft.com/office/drawing/2014/main" xmlns="" id="{30895737-AC01-6342-BADB-B3B3BFE7FC46}"/>
                </a:ext>
              </a:extLst>
            </p:cNvPr>
            <p:cNvGrpSpPr>
              <a:grpSpLocks/>
            </p:cNvGrpSpPr>
            <p:nvPr/>
          </p:nvGrpSpPr>
          <p:grpSpPr bwMode="auto">
            <a:xfrm>
              <a:off x="4739" y="1327"/>
              <a:ext cx="582" cy="139"/>
              <a:chOff x="614" y="2568"/>
              <a:chExt cx="725" cy="139"/>
            </a:xfrm>
          </p:grpSpPr>
          <p:sp>
            <p:nvSpPr>
              <p:cNvPr id="192" name="AutoShape 970">
                <a:extLst>
                  <a:ext uri="{FF2B5EF4-FFF2-40B4-BE49-F238E27FC236}">
                    <a16:creationId xmlns:a16="http://schemas.microsoft.com/office/drawing/2014/main" xmlns="" id="{2D690E63-3733-8E4E-B8F8-19245FF772BA}"/>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93" name="AutoShape 971">
                <a:extLst>
                  <a:ext uri="{FF2B5EF4-FFF2-40B4-BE49-F238E27FC236}">
                    <a16:creationId xmlns:a16="http://schemas.microsoft.com/office/drawing/2014/main" xmlns="" id="{9CE827B0-221F-ED4A-A36B-E1EEFE27B7BF}"/>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181" name="Rectangle 972">
              <a:extLst>
                <a:ext uri="{FF2B5EF4-FFF2-40B4-BE49-F238E27FC236}">
                  <a16:creationId xmlns:a16="http://schemas.microsoft.com/office/drawing/2014/main" xmlns="" id="{6DA44079-B2D7-9244-A5E0-9DF13556EBC7}"/>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82" name="Freeform 973">
              <a:extLst>
                <a:ext uri="{FF2B5EF4-FFF2-40B4-BE49-F238E27FC236}">
                  <a16:creationId xmlns:a16="http://schemas.microsoft.com/office/drawing/2014/main" xmlns="" id="{E808BD44-A307-394D-8965-070EF3F8652F}"/>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3" name="Freeform 974">
              <a:extLst>
                <a:ext uri="{FF2B5EF4-FFF2-40B4-BE49-F238E27FC236}">
                  <a16:creationId xmlns:a16="http://schemas.microsoft.com/office/drawing/2014/main" xmlns="" id="{327FF4BF-3914-2143-83C7-C816B3E0AC30}"/>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4" name="Oval 975">
              <a:extLst>
                <a:ext uri="{FF2B5EF4-FFF2-40B4-BE49-F238E27FC236}">
                  <a16:creationId xmlns:a16="http://schemas.microsoft.com/office/drawing/2014/main" xmlns="" id="{09C51570-A4D3-D24C-A492-3811DD957CD4}"/>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85" name="Freeform 976">
              <a:extLst>
                <a:ext uri="{FF2B5EF4-FFF2-40B4-BE49-F238E27FC236}">
                  <a16:creationId xmlns:a16="http://schemas.microsoft.com/office/drawing/2014/main" xmlns="" id="{BC2853B5-A39B-5A40-97DF-5ADB471224B2}"/>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6" name="AutoShape 977">
              <a:extLst>
                <a:ext uri="{FF2B5EF4-FFF2-40B4-BE49-F238E27FC236}">
                  <a16:creationId xmlns:a16="http://schemas.microsoft.com/office/drawing/2014/main" xmlns="" id="{7928EDBA-57E1-B441-B1AF-CC0D62B2B5B0}"/>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87" name="AutoShape 978">
              <a:extLst>
                <a:ext uri="{FF2B5EF4-FFF2-40B4-BE49-F238E27FC236}">
                  <a16:creationId xmlns:a16="http://schemas.microsoft.com/office/drawing/2014/main" xmlns="" id="{CC70E1A7-AAEC-6440-86AC-73ECE22D7AB6}"/>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88" name="Oval 979">
              <a:extLst>
                <a:ext uri="{FF2B5EF4-FFF2-40B4-BE49-F238E27FC236}">
                  <a16:creationId xmlns:a16="http://schemas.microsoft.com/office/drawing/2014/main" xmlns="" id="{2F7E7C91-0257-D84D-8AD1-4A152C818F8E}"/>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89" name="Oval 980">
              <a:extLst>
                <a:ext uri="{FF2B5EF4-FFF2-40B4-BE49-F238E27FC236}">
                  <a16:creationId xmlns:a16="http://schemas.microsoft.com/office/drawing/2014/main" xmlns="" id="{6AE127C2-D583-E74D-8B39-05EEBEBE2393}"/>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dirty="0">
                <a:ln>
                  <a:noFill/>
                </a:ln>
                <a:solidFill>
                  <a:srgbClr val="FF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90" name="Oval 981">
              <a:extLst>
                <a:ext uri="{FF2B5EF4-FFF2-40B4-BE49-F238E27FC236}">
                  <a16:creationId xmlns:a16="http://schemas.microsoft.com/office/drawing/2014/main" xmlns="" id="{0EDFA963-70E6-2E42-AAFE-E2F9BD64631D}"/>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91" name="Rectangle 982">
              <a:extLst>
                <a:ext uri="{FF2B5EF4-FFF2-40B4-BE49-F238E27FC236}">
                  <a16:creationId xmlns:a16="http://schemas.microsoft.com/office/drawing/2014/main" xmlns="" id="{27A6382E-A13F-A248-84BF-E9DBD71EE18A}"/>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206" name="Text Box 8">
            <a:extLst>
              <a:ext uri="{FF2B5EF4-FFF2-40B4-BE49-F238E27FC236}">
                <a16:creationId xmlns:a16="http://schemas.microsoft.com/office/drawing/2014/main" xmlns="" id="{6066254D-E62E-B446-8950-17FDF2A183D7}"/>
              </a:ext>
            </a:extLst>
          </p:cNvPr>
          <p:cNvSpPr txBox="1">
            <a:spLocks noChangeArrowheads="1"/>
          </p:cNvSpPr>
          <p:nvPr/>
        </p:nvSpPr>
        <p:spPr bwMode="auto">
          <a:xfrm>
            <a:off x="10216734" y="5716780"/>
            <a:ext cx="167545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altLang="en-US" sz="2400" i="1" dirty="0">
                <a:solidFill>
                  <a:srgbClr val="000099"/>
                </a:solidFill>
                <a:latin typeface="Arial" panose="020B0604020202020204" pitchFamily="34" charset="0"/>
              </a:rPr>
              <a:t>destination</a:t>
            </a:r>
            <a:endParaRPr kumimoji="0" lang="en-US" altLang="en-US" sz="2400" b="0" i="1" u="none" strike="noStrike" kern="1200" cap="none" spc="0" normalizeH="0" baseline="0" noProof="0" dirty="0">
              <a:ln>
                <a:noFill/>
              </a:ln>
              <a:solidFill>
                <a:srgbClr val="000099"/>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213" name="Group 212">
            <a:extLst>
              <a:ext uri="{FF2B5EF4-FFF2-40B4-BE49-F238E27FC236}">
                <a16:creationId xmlns:a16="http://schemas.microsoft.com/office/drawing/2014/main" xmlns="" id="{94888FAE-136F-094E-BF2A-11D94A17BB7F}"/>
              </a:ext>
            </a:extLst>
          </p:cNvPr>
          <p:cNvGrpSpPr/>
          <p:nvPr/>
        </p:nvGrpSpPr>
        <p:grpSpPr>
          <a:xfrm>
            <a:off x="9221450" y="1413548"/>
            <a:ext cx="1765726" cy="4034752"/>
            <a:chOff x="1484027" y="1706480"/>
            <a:chExt cx="1765726" cy="4034752"/>
          </a:xfrm>
        </p:grpSpPr>
        <p:sp>
          <p:nvSpPr>
            <p:cNvPr id="214" name="Rectangle 24">
              <a:extLst>
                <a:ext uri="{FF2B5EF4-FFF2-40B4-BE49-F238E27FC236}">
                  <a16:creationId xmlns:a16="http://schemas.microsoft.com/office/drawing/2014/main" xmlns="" id="{FA7A7264-CB0E-4442-BA92-F16F6E6EF1F5}"/>
                </a:ext>
              </a:extLst>
            </p:cNvPr>
            <p:cNvSpPr>
              <a:spLocks noChangeArrowheads="1"/>
            </p:cNvSpPr>
            <p:nvPr/>
          </p:nvSpPr>
          <p:spPr bwMode="auto">
            <a:xfrm>
              <a:off x="1528997" y="1870247"/>
              <a:ext cx="1648917" cy="3870985"/>
            </a:xfrm>
            <a:prstGeom prst="rect">
              <a:avLst/>
            </a:prstGeom>
            <a:solidFill>
              <a:schemeClr val="bg1"/>
            </a:solidFill>
            <a:ln w="28575">
              <a:solidFill>
                <a:schemeClr val="tx1"/>
              </a:solidFill>
              <a:miter lim="800000"/>
              <a:headEnd/>
              <a:tailEnd/>
            </a:ln>
            <a:effectLst>
              <a:outerShdw blurRad="76200" dist="38100" dir="18900000" sx="101000" sy="101000" algn="bl" rotWithShape="0">
                <a:prstClr val="black">
                  <a:alpha val="40000"/>
                </a:prstClr>
              </a:outerShdw>
            </a:effec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215" name="Text Box 26">
              <a:extLst>
                <a:ext uri="{FF2B5EF4-FFF2-40B4-BE49-F238E27FC236}">
                  <a16:creationId xmlns:a16="http://schemas.microsoft.com/office/drawing/2014/main" xmlns="" id="{D54F6320-1E23-E649-BFED-E007672E7AB0}"/>
                </a:ext>
              </a:extLst>
            </p:cNvPr>
            <p:cNvSpPr txBox="1">
              <a:spLocks noChangeArrowheads="1"/>
            </p:cNvSpPr>
            <p:nvPr/>
          </p:nvSpPr>
          <p:spPr bwMode="auto">
            <a:xfrm>
              <a:off x="1484027" y="1706480"/>
              <a:ext cx="1765726" cy="4033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215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latin typeface="+mn-lt"/>
                  <a:ea typeface="MS PGothic" panose="020B0600070205080204" pitchFamily="34" charset="-128"/>
                  <a:cs typeface="Arial" panose="020B0604020202020204" pitchFamily="34" charset="0"/>
                </a:rPr>
                <a:t>application</a:t>
              </a:r>
            </a:p>
            <a:p>
              <a:pPr marL="0" marR="0" lvl="0" indent="0" algn="ctr" defTabSz="914400" rtl="0" eaLnBrk="1" fontAlgn="auto" latinLnBrk="0" hangingPunct="1">
                <a:lnSpc>
                  <a:spcPct val="215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latin typeface="+mn-lt"/>
                  <a:ea typeface="MS PGothic" panose="020B0600070205080204" pitchFamily="34" charset="-128"/>
                  <a:cs typeface="Arial" panose="020B0604020202020204" pitchFamily="34" charset="0"/>
                </a:rPr>
                <a:t>transport</a:t>
              </a:r>
            </a:p>
            <a:p>
              <a:pPr marL="0" marR="0" lvl="0" indent="0" algn="ctr" defTabSz="914400" rtl="0" eaLnBrk="1" fontAlgn="auto" latinLnBrk="0" hangingPunct="1">
                <a:lnSpc>
                  <a:spcPct val="215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latin typeface="+mn-lt"/>
                  <a:ea typeface="MS PGothic" panose="020B0600070205080204" pitchFamily="34" charset="-128"/>
                  <a:cs typeface="Arial" panose="020B0604020202020204" pitchFamily="34" charset="0"/>
                </a:rPr>
                <a:t>network</a:t>
              </a:r>
            </a:p>
            <a:p>
              <a:pPr marL="0" marR="0" lvl="0" indent="0" algn="ctr" defTabSz="914400" rtl="0" eaLnBrk="1" fontAlgn="auto" latinLnBrk="0" hangingPunct="1">
                <a:lnSpc>
                  <a:spcPct val="215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latin typeface="+mn-lt"/>
                  <a:ea typeface="MS PGothic" panose="020B0600070205080204" pitchFamily="34" charset="-128"/>
                  <a:cs typeface="Arial" panose="020B0604020202020204" pitchFamily="34" charset="0"/>
                </a:rPr>
                <a:t>link</a:t>
              </a:r>
            </a:p>
            <a:p>
              <a:pPr marL="0" marR="0" lvl="0" indent="0" algn="ctr" defTabSz="914400" rtl="0" eaLnBrk="1" fontAlgn="auto" latinLnBrk="0" hangingPunct="1">
                <a:lnSpc>
                  <a:spcPct val="215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latin typeface="+mn-lt"/>
                  <a:ea typeface="MS PGothic" panose="020B0600070205080204" pitchFamily="34" charset="-128"/>
                  <a:cs typeface="Arial" panose="020B0604020202020204" pitchFamily="34" charset="0"/>
                </a:rPr>
                <a:t>physical</a:t>
              </a:r>
              <a:endParaRPr kumimoji="0" lang="en-US" altLang="en-US" sz="1800" b="0" i="0" u="none" strike="noStrike" kern="1200" cap="none" spc="0" normalizeH="0" baseline="0" noProof="0" dirty="0">
                <a:ln>
                  <a:noFill/>
                </a:ln>
                <a:solidFill>
                  <a:prstClr val="black"/>
                </a:solidFill>
                <a:effectLst/>
                <a:uLnTx/>
                <a:uFillTx/>
                <a:latin typeface="+mn-lt"/>
                <a:ea typeface="MS PGothic" panose="020B0600070205080204" pitchFamily="34" charset="-128"/>
                <a:cs typeface="Arial" panose="020B0604020202020204" pitchFamily="34" charset="0"/>
              </a:endParaRPr>
            </a:p>
          </p:txBody>
        </p:sp>
        <p:cxnSp>
          <p:nvCxnSpPr>
            <p:cNvPr id="216" name="Straight Connector 215">
              <a:extLst>
                <a:ext uri="{FF2B5EF4-FFF2-40B4-BE49-F238E27FC236}">
                  <a16:creationId xmlns:a16="http://schemas.microsoft.com/office/drawing/2014/main" xmlns="" id="{3F2C66BF-55D8-0549-A9DA-934202F38DD5}"/>
                </a:ext>
              </a:extLst>
            </p:cNvPr>
            <p:cNvCxnSpPr>
              <a:cxnSpLocks/>
            </p:cNvCxnSpPr>
            <p:nvPr/>
          </p:nvCxnSpPr>
          <p:spPr>
            <a:xfrm>
              <a:off x="1534432" y="2675745"/>
              <a:ext cx="164348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7" name="Straight Connector 216">
              <a:extLst>
                <a:ext uri="{FF2B5EF4-FFF2-40B4-BE49-F238E27FC236}">
                  <a16:creationId xmlns:a16="http://schemas.microsoft.com/office/drawing/2014/main" xmlns="" id="{CA370408-C974-CD4A-8EF6-0AEC3924D4ED}"/>
                </a:ext>
              </a:extLst>
            </p:cNvPr>
            <p:cNvCxnSpPr>
              <a:cxnSpLocks/>
            </p:cNvCxnSpPr>
            <p:nvPr/>
          </p:nvCxnSpPr>
          <p:spPr>
            <a:xfrm>
              <a:off x="1506952" y="3472722"/>
              <a:ext cx="165597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xmlns="" id="{5A7BF2B3-45B8-414A-8B63-2480CF8FA113}"/>
                </a:ext>
              </a:extLst>
            </p:cNvPr>
            <p:cNvCxnSpPr>
              <a:cxnSpLocks/>
            </p:cNvCxnSpPr>
            <p:nvPr/>
          </p:nvCxnSpPr>
          <p:spPr>
            <a:xfrm>
              <a:off x="1509450" y="4209737"/>
              <a:ext cx="16684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xmlns="" id="{9A1FEA61-81C7-C449-880B-15A8ACAF5500}"/>
                </a:ext>
              </a:extLst>
            </p:cNvPr>
            <p:cNvCxnSpPr>
              <a:cxnSpLocks/>
            </p:cNvCxnSpPr>
            <p:nvPr/>
          </p:nvCxnSpPr>
          <p:spPr>
            <a:xfrm>
              <a:off x="1511947" y="4991726"/>
              <a:ext cx="165097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43" name="Rectangle 142">
            <a:extLst>
              <a:ext uri="{FF2B5EF4-FFF2-40B4-BE49-F238E27FC236}">
                <a16:creationId xmlns:a16="http://schemas.microsoft.com/office/drawing/2014/main" xmlns="" id="{EE8BAFE3-3C6F-F143-9E4B-2A620EAB382E}"/>
              </a:ext>
            </a:extLst>
          </p:cNvPr>
          <p:cNvSpPr/>
          <p:nvPr/>
        </p:nvSpPr>
        <p:spPr>
          <a:xfrm>
            <a:off x="5584583" y="2368401"/>
            <a:ext cx="971760" cy="3897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33" name="Group 185">
            <a:extLst>
              <a:ext uri="{FF2B5EF4-FFF2-40B4-BE49-F238E27FC236}">
                <a16:creationId xmlns:a16="http://schemas.microsoft.com/office/drawing/2014/main" xmlns="" id="{EB20B2E4-EE78-334C-B142-D9716F510006}"/>
              </a:ext>
            </a:extLst>
          </p:cNvPr>
          <p:cNvGrpSpPr>
            <a:grpSpLocks/>
          </p:cNvGrpSpPr>
          <p:nvPr/>
        </p:nvGrpSpPr>
        <p:grpSpPr bwMode="auto">
          <a:xfrm>
            <a:off x="5690803" y="2434313"/>
            <a:ext cx="908050" cy="301625"/>
            <a:chOff x="1848" y="2046"/>
            <a:chExt cx="572" cy="190"/>
          </a:xfrm>
        </p:grpSpPr>
        <p:grpSp>
          <p:nvGrpSpPr>
            <p:cNvPr id="134" name="Group 179">
              <a:extLst>
                <a:ext uri="{FF2B5EF4-FFF2-40B4-BE49-F238E27FC236}">
                  <a16:creationId xmlns:a16="http://schemas.microsoft.com/office/drawing/2014/main" xmlns="" id="{1D5E26E8-DD67-F64E-B7A5-CF2A5868C4FE}"/>
                </a:ext>
              </a:extLst>
            </p:cNvPr>
            <p:cNvGrpSpPr>
              <a:grpSpLocks/>
            </p:cNvGrpSpPr>
            <p:nvPr/>
          </p:nvGrpSpPr>
          <p:grpSpPr bwMode="auto">
            <a:xfrm>
              <a:off x="1848" y="2047"/>
              <a:ext cx="187" cy="184"/>
              <a:chOff x="1959" y="2058"/>
              <a:chExt cx="187" cy="184"/>
            </a:xfrm>
          </p:grpSpPr>
          <p:sp>
            <p:nvSpPr>
              <p:cNvPr id="138" name="Rectangle 180">
                <a:extLst>
                  <a:ext uri="{FF2B5EF4-FFF2-40B4-BE49-F238E27FC236}">
                    <a16:creationId xmlns:a16="http://schemas.microsoft.com/office/drawing/2014/main" xmlns="" id="{A0FF28E6-68F8-9D49-858D-54A894437AE3}"/>
                  </a:ext>
                </a:extLst>
              </p:cNvPr>
              <p:cNvSpPr>
                <a:spLocks noChangeArrowheads="1"/>
              </p:cNvSpPr>
              <p:nvPr/>
            </p:nvSpPr>
            <p:spPr bwMode="auto">
              <a:xfrm>
                <a:off x="1964" y="2075"/>
                <a:ext cx="177" cy="162"/>
              </a:xfrm>
              <a:prstGeom prst="rect">
                <a:avLst/>
              </a:prstGeom>
              <a:solidFill>
                <a:schemeClr val="bg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39" name="Rectangle 181">
                <a:extLst>
                  <a:ext uri="{FF2B5EF4-FFF2-40B4-BE49-F238E27FC236}">
                    <a16:creationId xmlns:a16="http://schemas.microsoft.com/office/drawing/2014/main" xmlns="" id="{57F4F79C-9470-0243-9459-9DE005B149AC}"/>
                  </a:ext>
                </a:extLst>
              </p:cNvPr>
              <p:cNvSpPr>
                <a:spLocks noChangeArrowheads="1"/>
              </p:cNvSpPr>
              <p:nvPr/>
            </p:nvSpPr>
            <p:spPr bwMode="auto">
              <a:xfrm>
                <a:off x="1959" y="2058"/>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800" b="0" i="0" u="none" strike="noStrike" kern="1200" cap="none" spc="0" normalizeH="0" baseline="-2500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t</a:t>
                </a:r>
              </a:p>
            </p:txBody>
          </p:sp>
        </p:grpSp>
        <p:grpSp>
          <p:nvGrpSpPr>
            <p:cNvPr id="135" name="Group 182">
              <a:extLst>
                <a:ext uri="{FF2B5EF4-FFF2-40B4-BE49-F238E27FC236}">
                  <a16:creationId xmlns:a16="http://schemas.microsoft.com/office/drawing/2014/main" xmlns="" id="{C814D838-F088-1449-A73B-3285342C6057}"/>
                </a:ext>
              </a:extLst>
            </p:cNvPr>
            <p:cNvGrpSpPr>
              <a:grpSpLocks/>
            </p:cNvGrpSpPr>
            <p:nvPr/>
          </p:nvGrpSpPr>
          <p:grpSpPr bwMode="auto">
            <a:xfrm>
              <a:off x="1992" y="2046"/>
              <a:ext cx="428" cy="190"/>
              <a:chOff x="780" y="1553"/>
              <a:chExt cx="428" cy="190"/>
            </a:xfrm>
          </p:grpSpPr>
          <p:sp>
            <p:nvSpPr>
              <p:cNvPr id="136" name="Rectangle 183">
                <a:extLst>
                  <a:ext uri="{FF2B5EF4-FFF2-40B4-BE49-F238E27FC236}">
                    <a16:creationId xmlns:a16="http://schemas.microsoft.com/office/drawing/2014/main" xmlns="" id="{744B26E9-8C84-AF45-BC0E-C09188489CFA}"/>
                  </a:ext>
                </a:extLst>
              </p:cNvPr>
              <p:cNvSpPr>
                <a:spLocks noChangeArrowheads="1"/>
              </p:cNvSpPr>
              <p:nvPr/>
            </p:nvSpPr>
            <p:spPr bwMode="auto">
              <a:xfrm>
                <a:off x="817" y="1571"/>
                <a:ext cx="312" cy="162"/>
              </a:xfrm>
              <a:prstGeom prst="rect">
                <a:avLst/>
              </a:prstGeom>
              <a:solidFill>
                <a:schemeClr val="bg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37" name="Rectangle 184">
                <a:extLst>
                  <a:ext uri="{FF2B5EF4-FFF2-40B4-BE49-F238E27FC236}">
                    <a16:creationId xmlns:a16="http://schemas.microsoft.com/office/drawing/2014/main" xmlns="" id="{71A3F897-85F9-4241-906F-6308455A3CAB}"/>
                  </a:ext>
                </a:extLst>
              </p:cNvPr>
              <p:cNvSpPr>
                <a:spLocks noChangeArrowheads="1"/>
              </p:cNvSpPr>
              <p:nvPr/>
            </p:nvSpPr>
            <p:spPr bwMode="auto">
              <a:xfrm>
                <a:off x="780" y="1553"/>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M</a:t>
                </a:r>
              </a:p>
            </p:txBody>
          </p:sp>
        </p:grpSp>
      </p:grpSp>
      <p:grpSp>
        <p:nvGrpSpPr>
          <p:cNvPr id="96" name="Group 175">
            <a:extLst>
              <a:ext uri="{FF2B5EF4-FFF2-40B4-BE49-F238E27FC236}">
                <a16:creationId xmlns:a16="http://schemas.microsoft.com/office/drawing/2014/main" xmlns="" id="{AC026B9A-C8C6-C045-8CBD-B9022027FFE8}"/>
              </a:ext>
            </a:extLst>
          </p:cNvPr>
          <p:cNvGrpSpPr>
            <a:grpSpLocks/>
          </p:cNvGrpSpPr>
          <p:nvPr/>
        </p:nvGrpSpPr>
        <p:grpSpPr bwMode="auto">
          <a:xfrm>
            <a:off x="5937404" y="1548324"/>
            <a:ext cx="679450" cy="301625"/>
            <a:chOff x="780" y="1553"/>
            <a:chExt cx="428" cy="190"/>
          </a:xfrm>
        </p:grpSpPr>
        <p:sp>
          <p:nvSpPr>
            <p:cNvPr id="97" name="Rectangle 176">
              <a:extLst>
                <a:ext uri="{FF2B5EF4-FFF2-40B4-BE49-F238E27FC236}">
                  <a16:creationId xmlns:a16="http://schemas.microsoft.com/office/drawing/2014/main" xmlns="" id="{10F5A1DA-0939-D34B-B227-29AA407BCDD6}"/>
                </a:ext>
              </a:extLst>
            </p:cNvPr>
            <p:cNvSpPr>
              <a:spLocks noChangeArrowheads="1"/>
            </p:cNvSpPr>
            <p:nvPr/>
          </p:nvSpPr>
          <p:spPr bwMode="auto">
            <a:xfrm>
              <a:off x="817" y="1569"/>
              <a:ext cx="312" cy="162"/>
            </a:xfrm>
            <a:prstGeom prst="rect">
              <a:avLst/>
            </a:prstGeom>
            <a:solidFill>
              <a:schemeClr val="bg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98" name="Rectangle 177">
              <a:extLst>
                <a:ext uri="{FF2B5EF4-FFF2-40B4-BE49-F238E27FC236}">
                  <a16:creationId xmlns:a16="http://schemas.microsoft.com/office/drawing/2014/main" xmlns="" id="{2086AF53-43CC-814A-BA4C-260362990784}"/>
                </a:ext>
              </a:extLst>
            </p:cNvPr>
            <p:cNvSpPr>
              <a:spLocks noChangeArrowheads="1"/>
            </p:cNvSpPr>
            <p:nvPr/>
          </p:nvSpPr>
          <p:spPr bwMode="auto">
            <a:xfrm>
              <a:off x="780" y="1553"/>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M</a:t>
              </a:r>
            </a:p>
          </p:txBody>
        </p:sp>
      </p:grpSp>
      <p:sp>
        <p:nvSpPr>
          <p:cNvPr id="80" name="Rectangle 79">
            <a:extLst>
              <a:ext uri="{FF2B5EF4-FFF2-40B4-BE49-F238E27FC236}">
                <a16:creationId xmlns:a16="http://schemas.microsoft.com/office/drawing/2014/main" xmlns="" id="{664C90AC-8D4A-5646-A57F-0F37EE375E51}"/>
              </a:ext>
            </a:extLst>
          </p:cNvPr>
          <p:cNvSpPr/>
          <p:nvPr/>
        </p:nvSpPr>
        <p:spPr>
          <a:xfrm>
            <a:off x="5356172" y="3319499"/>
            <a:ext cx="1210365" cy="3897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xmlns="" id="{EB00013B-973D-F145-BC62-E1EB59B2D1F7}"/>
              </a:ext>
            </a:extLst>
          </p:cNvPr>
          <p:cNvGrpSpPr/>
          <p:nvPr/>
        </p:nvGrpSpPr>
        <p:grpSpPr>
          <a:xfrm>
            <a:off x="5418625" y="3360607"/>
            <a:ext cx="1058375" cy="307296"/>
            <a:chOff x="5509436" y="3287899"/>
            <a:chExt cx="1058375" cy="307296"/>
          </a:xfrm>
        </p:grpSpPr>
        <p:grpSp>
          <p:nvGrpSpPr>
            <p:cNvPr id="83" name="Group 182">
              <a:extLst>
                <a:ext uri="{FF2B5EF4-FFF2-40B4-BE49-F238E27FC236}">
                  <a16:creationId xmlns:a16="http://schemas.microsoft.com/office/drawing/2014/main" xmlns="" id="{92B476DA-1332-E245-A063-5F18A8ED561F}"/>
                </a:ext>
              </a:extLst>
            </p:cNvPr>
            <p:cNvGrpSpPr>
              <a:grpSpLocks/>
            </p:cNvGrpSpPr>
            <p:nvPr/>
          </p:nvGrpSpPr>
          <p:grpSpPr bwMode="auto">
            <a:xfrm>
              <a:off x="5510535" y="3293570"/>
              <a:ext cx="1057276" cy="301625"/>
              <a:chOff x="469" y="1531"/>
              <a:chExt cx="666" cy="190"/>
            </a:xfrm>
          </p:grpSpPr>
          <p:sp>
            <p:nvSpPr>
              <p:cNvPr id="84" name="Rectangle 183">
                <a:extLst>
                  <a:ext uri="{FF2B5EF4-FFF2-40B4-BE49-F238E27FC236}">
                    <a16:creationId xmlns:a16="http://schemas.microsoft.com/office/drawing/2014/main" xmlns="" id="{35A3A0E8-5840-8E42-ADE8-7EB044576C1C}"/>
                  </a:ext>
                </a:extLst>
              </p:cNvPr>
              <p:cNvSpPr>
                <a:spLocks noChangeArrowheads="1"/>
              </p:cNvSpPr>
              <p:nvPr/>
            </p:nvSpPr>
            <p:spPr bwMode="auto">
              <a:xfrm>
                <a:off x="469" y="1549"/>
                <a:ext cx="666" cy="162"/>
              </a:xfrm>
              <a:prstGeom prst="rect">
                <a:avLst/>
              </a:prstGeom>
              <a:solidFill>
                <a:schemeClr val="bg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85" name="Rectangle 184">
                <a:extLst>
                  <a:ext uri="{FF2B5EF4-FFF2-40B4-BE49-F238E27FC236}">
                    <a16:creationId xmlns:a16="http://schemas.microsoft.com/office/drawing/2014/main" xmlns="" id="{55600375-23A3-CD4E-BBD9-EE07BA4AED64}"/>
                  </a:ext>
                </a:extLst>
              </p:cNvPr>
              <p:cNvSpPr>
                <a:spLocks noChangeArrowheads="1"/>
              </p:cNvSpPr>
              <p:nvPr/>
            </p:nvSpPr>
            <p:spPr bwMode="auto">
              <a:xfrm>
                <a:off x="873" y="1531"/>
                <a:ext cx="239"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M</a:t>
                </a:r>
              </a:p>
            </p:txBody>
          </p:sp>
        </p:grpSp>
        <p:sp>
          <p:nvSpPr>
            <p:cNvPr id="87" name="Rectangle 181">
              <a:extLst>
                <a:ext uri="{FF2B5EF4-FFF2-40B4-BE49-F238E27FC236}">
                  <a16:creationId xmlns:a16="http://schemas.microsoft.com/office/drawing/2014/main" xmlns="" id="{51F428BA-8794-2B46-B109-1D511F62E555}"/>
                </a:ext>
              </a:extLst>
            </p:cNvPr>
            <p:cNvSpPr>
              <a:spLocks noChangeArrowheads="1"/>
            </p:cNvSpPr>
            <p:nvPr/>
          </p:nvSpPr>
          <p:spPr bwMode="auto">
            <a:xfrm>
              <a:off x="5771740" y="3305237"/>
              <a:ext cx="296863"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800" b="0" i="0" u="none" strike="noStrike" kern="1200" cap="none" spc="0" normalizeH="0" baseline="-2500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t</a:t>
              </a:r>
            </a:p>
          </p:txBody>
        </p:sp>
        <p:sp>
          <p:nvSpPr>
            <p:cNvPr id="88" name="Rectangle 181">
              <a:extLst>
                <a:ext uri="{FF2B5EF4-FFF2-40B4-BE49-F238E27FC236}">
                  <a16:creationId xmlns:a16="http://schemas.microsoft.com/office/drawing/2014/main" xmlns="" id="{E5D95958-8C54-6242-A3B1-968E6AC629AC}"/>
                </a:ext>
              </a:extLst>
            </p:cNvPr>
            <p:cNvSpPr>
              <a:spLocks noChangeArrowheads="1"/>
            </p:cNvSpPr>
            <p:nvPr/>
          </p:nvSpPr>
          <p:spPr bwMode="auto">
            <a:xfrm>
              <a:off x="5509436" y="3287899"/>
              <a:ext cx="296863"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800" b="0" i="0" u="none" strike="noStrike" kern="1200" cap="none" spc="0" normalizeH="0" baseline="-2500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n</a:t>
              </a:r>
            </a:p>
          </p:txBody>
        </p:sp>
        <p:cxnSp>
          <p:nvCxnSpPr>
            <p:cNvPr id="4" name="Straight Connector 3">
              <a:extLst>
                <a:ext uri="{FF2B5EF4-FFF2-40B4-BE49-F238E27FC236}">
                  <a16:creationId xmlns:a16="http://schemas.microsoft.com/office/drawing/2014/main" xmlns="" id="{AE213470-EFFE-1143-AE70-3E6F1DF5204B}"/>
                </a:ext>
              </a:extLst>
            </p:cNvPr>
            <p:cNvCxnSpPr>
              <a:cxnSpLocks/>
            </p:cNvCxnSpPr>
            <p:nvPr/>
          </p:nvCxnSpPr>
          <p:spPr>
            <a:xfrm>
              <a:off x="6076877" y="3322145"/>
              <a:ext cx="0" cy="25717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xmlns="" id="{FB823437-9FDA-D44D-8E28-4933018C3600}"/>
                </a:ext>
              </a:extLst>
            </p:cNvPr>
            <p:cNvCxnSpPr/>
            <p:nvPr/>
          </p:nvCxnSpPr>
          <p:spPr>
            <a:xfrm>
              <a:off x="5796378" y="3320433"/>
              <a:ext cx="0" cy="25717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 name="Group 8">
            <a:extLst>
              <a:ext uri="{FF2B5EF4-FFF2-40B4-BE49-F238E27FC236}">
                <a16:creationId xmlns:a16="http://schemas.microsoft.com/office/drawing/2014/main" xmlns="" id="{A5D21437-EB31-B049-BCA8-EA76E03FEDB7}"/>
              </a:ext>
            </a:extLst>
          </p:cNvPr>
          <p:cNvGrpSpPr/>
          <p:nvPr/>
        </p:nvGrpSpPr>
        <p:grpSpPr>
          <a:xfrm>
            <a:off x="7629993" y="1484027"/>
            <a:ext cx="1535906" cy="3792511"/>
            <a:chOff x="7629993" y="1484027"/>
            <a:chExt cx="1535906" cy="3792511"/>
          </a:xfrm>
        </p:grpSpPr>
        <p:sp>
          <p:nvSpPr>
            <p:cNvPr id="119" name="Freeform 118">
              <a:extLst>
                <a:ext uri="{FF2B5EF4-FFF2-40B4-BE49-F238E27FC236}">
                  <a16:creationId xmlns:a16="http://schemas.microsoft.com/office/drawing/2014/main" xmlns="" id="{2E3C13E9-FC91-E54D-9DC5-AFD70E3CBBAA}"/>
                </a:ext>
              </a:extLst>
            </p:cNvPr>
            <p:cNvSpPr/>
            <p:nvPr/>
          </p:nvSpPr>
          <p:spPr>
            <a:xfrm flipH="1">
              <a:off x="7629993" y="1484027"/>
              <a:ext cx="1201062" cy="3792511"/>
            </a:xfrm>
            <a:custGeom>
              <a:avLst/>
              <a:gdLst>
                <a:gd name="connsiteX0" fmla="*/ 1822537 w 1822537"/>
                <a:gd name="connsiteY0" fmla="*/ 3263030 h 3263030"/>
                <a:gd name="connsiteX1" fmla="*/ 6263 w 1822537"/>
                <a:gd name="connsiteY1" fmla="*/ 2743200 h 3263030"/>
                <a:gd name="connsiteX2" fmla="*/ 0 w 1822537"/>
                <a:gd name="connsiteY2" fmla="*/ 0 h 3263030"/>
              </a:gdLst>
              <a:ahLst/>
              <a:cxnLst>
                <a:cxn ang="0">
                  <a:pos x="connsiteX0" y="connsiteY0"/>
                </a:cxn>
                <a:cxn ang="0">
                  <a:pos x="connsiteX1" y="connsiteY1"/>
                </a:cxn>
                <a:cxn ang="0">
                  <a:pos x="connsiteX2" y="connsiteY2"/>
                </a:cxn>
              </a:cxnLst>
              <a:rect l="l" t="t" r="r" b="b"/>
              <a:pathLst>
                <a:path w="1822537" h="3263030">
                  <a:moveTo>
                    <a:pt x="1822537" y="3263030"/>
                  </a:moveTo>
                  <a:lnTo>
                    <a:pt x="6263" y="2743200"/>
                  </a:lnTo>
                  <a:cubicBezTo>
                    <a:pt x="4175" y="1828800"/>
                    <a:pt x="2088" y="914400"/>
                    <a:pt x="0" y="0"/>
                  </a:cubicBezTo>
                </a:path>
              </a:pathLst>
            </a:custGeom>
            <a:noFill/>
            <a:ln w="44450">
              <a:solidFill>
                <a:srgbClr val="C00000"/>
              </a:solidFill>
              <a:tailEnd type="triangle" w="med"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20" name="Group 119">
              <a:extLst>
                <a:ext uri="{FF2B5EF4-FFF2-40B4-BE49-F238E27FC236}">
                  <a16:creationId xmlns:a16="http://schemas.microsoft.com/office/drawing/2014/main" xmlns="" id="{92B38A84-24FD-C544-987C-947AA35CE4C5}"/>
                </a:ext>
              </a:extLst>
            </p:cNvPr>
            <p:cNvGrpSpPr/>
            <p:nvPr/>
          </p:nvGrpSpPr>
          <p:grpSpPr>
            <a:xfrm>
              <a:off x="7693325" y="4097936"/>
              <a:ext cx="1470663" cy="389744"/>
              <a:chOff x="6216702" y="5375649"/>
              <a:chExt cx="1470663" cy="389744"/>
            </a:xfrm>
          </p:grpSpPr>
          <p:sp>
            <p:nvSpPr>
              <p:cNvPr id="121" name="Rectangle 120">
                <a:extLst>
                  <a:ext uri="{FF2B5EF4-FFF2-40B4-BE49-F238E27FC236}">
                    <a16:creationId xmlns:a16="http://schemas.microsoft.com/office/drawing/2014/main" xmlns="" id="{4CDD6D97-0BE7-0549-9C77-11B2E0248059}"/>
                  </a:ext>
                </a:extLst>
              </p:cNvPr>
              <p:cNvSpPr/>
              <p:nvPr/>
            </p:nvSpPr>
            <p:spPr>
              <a:xfrm>
                <a:off x="6477000" y="5375649"/>
                <a:ext cx="1210365" cy="3897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2" name="Group 182">
                <a:extLst>
                  <a:ext uri="{FF2B5EF4-FFF2-40B4-BE49-F238E27FC236}">
                    <a16:creationId xmlns:a16="http://schemas.microsoft.com/office/drawing/2014/main" xmlns="" id="{0DBA1D16-ECC0-6340-A5E0-A93C4A81AED6}"/>
                  </a:ext>
                </a:extLst>
              </p:cNvPr>
              <p:cNvGrpSpPr>
                <a:grpSpLocks/>
              </p:cNvGrpSpPr>
              <p:nvPr/>
            </p:nvGrpSpPr>
            <p:grpSpPr bwMode="auto">
              <a:xfrm>
                <a:off x="6216702" y="5392448"/>
                <a:ext cx="1381126" cy="301625"/>
                <a:chOff x="265" y="1531"/>
                <a:chExt cx="870" cy="190"/>
              </a:xfrm>
            </p:grpSpPr>
            <p:sp>
              <p:nvSpPr>
                <p:cNvPr id="130" name="Rectangle 183">
                  <a:extLst>
                    <a:ext uri="{FF2B5EF4-FFF2-40B4-BE49-F238E27FC236}">
                      <a16:creationId xmlns:a16="http://schemas.microsoft.com/office/drawing/2014/main" xmlns="" id="{973B9FB6-C384-9B48-9B9C-233F0A0DBC0A}"/>
                    </a:ext>
                  </a:extLst>
                </p:cNvPr>
                <p:cNvSpPr>
                  <a:spLocks noChangeArrowheads="1"/>
                </p:cNvSpPr>
                <p:nvPr/>
              </p:nvSpPr>
              <p:spPr bwMode="auto">
                <a:xfrm>
                  <a:off x="265" y="1549"/>
                  <a:ext cx="870" cy="162"/>
                </a:xfrm>
                <a:prstGeom prst="rect">
                  <a:avLst/>
                </a:prstGeom>
                <a:solidFill>
                  <a:schemeClr val="bg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31" name="Rectangle 184">
                  <a:extLst>
                    <a:ext uri="{FF2B5EF4-FFF2-40B4-BE49-F238E27FC236}">
                      <a16:creationId xmlns:a16="http://schemas.microsoft.com/office/drawing/2014/main" xmlns="" id="{3F4F223D-5B6B-4E46-9BB6-14710B320CAE}"/>
                    </a:ext>
                  </a:extLst>
                </p:cNvPr>
                <p:cNvSpPr>
                  <a:spLocks noChangeArrowheads="1"/>
                </p:cNvSpPr>
                <p:nvPr/>
              </p:nvSpPr>
              <p:spPr bwMode="auto">
                <a:xfrm>
                  <a:off x="873" y="1531"/>
                  <a:ext cx="239"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M</a:t>
                  </a:r>
                </a:p>
              </p:txBody>
            </p:sp>
          </p:grpSp>
          <p:sp>
            <p:nvSpPr>
              <p:cNvPr id="123" name="Rectangle 181">
                <a:extLst>
                  <a:ext uri="{FF2B5EF4-FFF2-40B4-BE49-F238E27FC236}">
                    <a16:creationId xmlns:a16="http://schemas.microsoft.com/office/drawing/2014/main" xmlns="" id="{5258144E-5499-AD49-BC8B-BE256AE9A30C}"/>
                  </a:ext>
                </a:extLst>
              </p:cNvPr>
              <p:cNvSpPr>
                <a:spLocks noChangeArrowheads="1"/>
              </p:cNvSpPr>
              <p:nvPr/>
            </p:nvSpPr>
            <p:spPr bwMode="auto">
              <a:xfrm>
                <a:off x="6801757" y="5404115"/>
                <a:ext cx="296863"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800" b="0" i="0" u="none" strike="noStrike" kern="1200" cap="none" spc="0" normalizeH="0" baseline="-2500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t</a:t>
                </a:r>
              </a:p>
            </p:txBody>
          </p:sp>
          <p:sp>
            <p:nvSpPr>
              <p:cNvPr id="124" name="Rectangle 181">
                <a:extLst>
                  <a:ext uri="{FF2B5EF4-FFF2-40B4-BE49-F238E27FC236}">
                    <a16:creationId xmlns:a16="http://schemas.microsoft.com/office/drawing/2014/main" xmlns="" id="{AA376B89-1E9F-2B4E-BC10-4D886A9404A6}"/>
                  </a:ext>
                </a:extLst>
              </p:cNvPr>
              <p:cNvSpPr>
                <a:spLocks noChangeArrowheads="1"/>
              </p:cNvSpPr>
              <p:nvPr/>
            </p:nvSpPr>
            <p:spPr bwMode="auto">
              <a:xfrm>
                <a:off x="6539453" y="5386777"/>
                <a:ext cx="296863"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800" b="0" i="0" u="none" strike="noStrike" kern="1200" cap="none" spc="0" normalizeH="0" baseline="-2500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n</a:t>
                </a:r>
              </a:p>
            </p:txBody>
          </p:sp>
          <p:cxnSp>
            <p:nvCxnSpPr>
              <p:cNvPr id="125" name="Straight Connector 124">
                <a:extLst>
                  <a:ext uri="{FF2B5EF4-FFF2-40B4-BE49-F238E27FC236}">
                    <a16:creationId xmlns:a16="http://schemas.microsoft.com/office/drawing/2014/main" xmlns="" id="{A158D1E0-EC39-B24D-B774-0F90A7D44B42}"/>
                  </a:ext>
                </a:extLst>
              </p:cNvPr>
              <p:cNvCxnSpPr>
                <a:cxnSpLocks/>
              </p:cNvCxnSpPr>
              <p:nvPr/>
            </p:nvCxnSpPr>
            <p:spPr>
              <a:xfrm>
                <a:off x="7106894" y="5421023"/>
                <a:ext cx="0" cy="25717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xmlns="" id="{48C5D3C3-9FD9-A44F-928B-E71825DFF240}"/>
                  </a:ext>
                </a:extLst>
              </p:cNvPr>
              <p:cNvCxnSpPr/>
              <p:nvPr/>
            </p:nvCxnSpPr>
            <p:spPr>
              <a:xfrm>
                <a:off x="6826395" y="5419311"/>
                <a:ext cx="0" cy="25717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28" name="Rectangle 181">
                <a:extLst>
                  <a:ext uri="{FF2B5EF4-FFF2-40B4-BE49-F238E27FC236}">
                    <a16:creationId xmlns:a16="http://schemas.microsoft.com/office/drawing/2014/main" xmlns="" id="{225DB40F-4099-ED4A-9278-26E92634A4C9}"/>
                  </a:ext>
                </a:extLst>
              </p:cNvPr>
              <p:cNvSpPr>
                <a:spLocks noChangeArrowheads="1"/>
              </p:cNvSpPr>
              <p:nvPr/>
            </p:nvSpPr>
            <p:spPr bwMode="auto">
              <a:xfrm>
                <a:off x="6236418" y="5394426"/>
                <a:ext cx="296863"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800" b="0" i="0" u="none" strike="noStrike" kern="1200" cap="none" spc="0" normalizeH="0" baseline="-2500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l</a:t>
                </a:r>
              </a:p>
            </p:txBody>
          </p:sp>
          <p:cxnSp>
            <p:nvCxnSpPr>
              <p:cNvPr id="129" name="Straight Connector 128">
                <a:extLst>
                  <a:ext uri="{FF2B5EF4-FFF2-40B4-BE49-F238E27FC236}">
                    <a16:creationId xmlns:a16="http://schemas.microsoft.com/office/drawing/2014/main" xmlns="" id="{D9C2CF80-D780-354F-8B0F-64498B55F617}"/>
                  </a:ext>
                </a:extLst>
              </p:cNvPr>
              <p:cNvCxnSpPr/>
              <p:nvPr/>
            </p:nvCxnSpPr>
            <p:spPr>
              <a:xfrm>
                <a:off x="6505708" y="5419900"/>
                <a:ext cx="0" cy="25717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32" name="Group 131">
              <a:extLst>
                <a:ext uri="{FF2B5EF4-FFF2-40B4-BE49-F238E27FC236}">
                  <a16:creationId xmlns:a16="http://schemas.microsoft.com/office/drawing/2014/main" xmlns="" id="{F9A41558-760A-B044-A2E4-76228C31F8A4}"/>
                </a:ext>
              </a:extLst>
            </p:cNvPr>
            <p:cNvGrpSpPr/>
            <p:nvPr/>
          </p:nvGrpSpPr>
          <p:grpSpPr>
            <a:xfrm>
              <a:off x="8014421" y="3363106"/>
              <a:ext cx="1058375" cy="307296"/>
              <a:chOff x="5509436" y="3287899"/>
              <a:chExt cx="1058375" cy="307296"/>
            </a:xfrm>
          </p:grpSpPr>
          <p:grpSp>
            <p:nvGrpSpPr>
              <p:cNvPr id="140" name="Group 182">
                <a:extLst>
                  <a:ext uri="{FF2B5EF4-FFF2-40B4-BE49-F238E27FC236}">
                    <a16:creationId xmlns:a16="http://schemas.microsoft.com/office/drawing/2014/main" xmlns="" id="{C1155C62-A602-444F-B19F-4DA3FA3F7D88}"/>
                  </a:ext>
                </a:extLst>
              </p:cNvPr>
              <p:cNvGrpSpPr>
                <a:grpSpLocks/>
              </p:cNvGrpSpPr>
              <p:nvPr/>
            </p:nvGrpSpPr>
            <p:grpSpPr bwMode="auto">
              <a:xfrm>
                <a:off x="5510535" y="3293570"/>
                <a:ext cx="1057276" cy="301625"/>
                <a:chOff x="469" y="1531"/>
                <a:chExt cx="666" cy="190"/>
              </a:xfrm>
            </p:grpSpPr>
            <p:sp>
              <p:nvSpPr>
                <p:cNvPr id="147" name="Rectangle 183">
                  <a:extLst>
                    <a:ext uri="{FF2B5EF4-FFF2-40B4-BE49-F238E27FC236}">
                      <a16:creationId xmlns:a16="http://schemas.microsoft.com/office/drawing/2014/main" xmlns="" id="{2D53D250-0610-284E-81F1-879A700C00E2}"/>
                    </a:ext>
                  </a:extLst>
                </p:cNvPr>
                <p:cNvSpPr>
                  <a:spLocks noChangeArrowheads="1"/>
                </p:cNvSpPr>
                <p:nvPr/>
              </p:nvSpPr>
              <p:spPr bwMode="auto">
                <a:xfrm>
                  <a:off x="469" y="1549"/>
                  <a:ext cx="666" cy="162"/>
                </a:xfrm>
                <a:prstGeom prst="rect">
                  <a:avLst/>
                </a:prstGeom>
                <a:solidFill>
                  <a:schemeClr val="bg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51" name="Rectangle 184">
                  <a:extLst>
                    <a:ext uri="{FF2B5EF4-FFF2-40B4-BE49-F238E27FC236}">
                      <a16:creationId xmlns:a16="http://schemas.microsoft.com/office/drawing/2014/main" xmlns="" id="{0ACD3527-E9B9-6D4D-8007-099BBDDFF1A9}"/>
                    </a:ext>
                  </a:extLst>
                </p:cNvPr>
                <p:cNvSpPr>
                  <a:spLocks noChangeArrowheads="1"/>
                </p:cNvSpPr>
                <p:nvPr/>
              </p:nvSpPr>
              <p:spPr bwMode="auto">
                <a:xfrm>
                  <a:off x="873" y="1531"/>
                  <a:ext cx="239"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M</a:t>
                  </a:r>
                </a:p>
              </p:txBody>
            </p:sp>
          </p:grpSp>
          <p:sp>
            <p:nvSpPr>
              <p:cNvPr id="141" name="Rectangle 181">
                <a:extLst>
                  <a:ext uri="{FF2B5EF4-FFF2-40B4-BE49-F238E27FC236}">
                    <a16:creationId xmlns:a16="http://schemas.microsoft.com/office/drawing/2014/main" xmlns="" id="{38AD7C4D-A21D-0347-A026-DC5DDA65CFD1}"/>
                  </a:ext>
                </a:extLst>
              </p:cNvPr>
              <p:cNvSpPr>
                <a:spLocks noChangeArrowheads="1"/>
              </p:cNvSpPr>
              <p:nvPr/>
            </p:nvSpPr>
            <p:spPr bwMode="auto">
              <a:xfrm>
                <a:off x="5771740" y="3305237"/>
                <a:ext cx="296863"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800" b="0" i="0" u="none" strike="noStrike" kern="1200" cap="none" spc="0" normalizeH="0" baseline="-2500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t</a:t>
                </a:r>
              </a:p>
            </p:txBody>
          </p:sp>
          <p:sp>
            <p:nvSpPr>
              <p:cNvPr id="142" name="Rectangle 181">
                <a:extLst>
                  <a:ext uri="{FF2B5EF4-FFF2-40B4-BE49-F238E27FC236}">
                    <a16:creationId xmlns:a16="http://schemas.microsoft.com/office/drawing/2014/main" xmlns="" id="{283EF6F9-EBD6-0643-B547-9A89925CC425}"/>
                  </a:ext>
                </a:extLst>
              </p:cNvPr>
              <p:cNvSpPr>
                <a:spLocks noChangeArrowheads="1"/>
              </p:cNvSpPr>
              <p:nvPr/>
            </p:nvSpPr>
            <p:spPr bwMode="auto">
              <a:xfrm>
                <a:off x="5509436" y="3287899"/>
                <a:ext cx="296863"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800" b="0" i="0" u="none" strike="noStrike" kern="1200" cap="none" spc="0" normalizeH="0" baseline="-2500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n</a:t>
                </a:r>
              </a:p>
            </p:txBody>
          </p:sp>
          <p:cxnSp>
            <p:nvCxnSpPr>
              <p:cNvPr id="145" name="Straight Connector 144">
                <a:extLst>
                  <a:ext uri="{FF2B5EF4-FFF2-40B4-BE49-F238E27FC236}">
                    <a16:creationId xmlns:a16="http://schemas.microsoft.com/office/drawing/2014/main" xmlns="" id="{FF1A7170-6A51-3D48-AEA7-1F523F75B4D6}"/>
                  </a:ext>
                </a:extLst>
              </p:cNvPr>
              <p:cNvCxnSpPr>
                <a:cxnSpLocks/>
              </p:cNvCxnSpPr>
              <p:nvPr/>
            </p:nvCxnSpPr>
            <p:spPr>
              <a:xfrm>
                <a:off x="6076877" y="3322145"/>
                <a:ext cx="0" cy="25717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xmlns="" id="{F7519B9E-323B-804C-8AD0-4C25771A040B}"/>
                  </a:ext>
                </a:extLst>
              </p:cNvPr>
              <p:cNvCxnSpPr/>
              <p:nvPr/>
            </p:nvCxnSpPr>
            <p:spPr>
              <a:xfrm>
                <a:off x="5796378" y="3320433"/>
                <a:ext cx="0" cy="25717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 name="Group 6">
              <a:extLst>
                <a:ext uri="{FF2B5EF4-FFF2-40B4-BE49-F238E27FC236}">
                  <a16:creationId xmlns:a16="http://schemas.microsoft.com/office/drawing/2014/main" xmlns="" id="{5A2AE95C-185C-8444-B654-78F71C71DE49}"/>
                </a:ext>
              </a:extLst>
            </p:cNvPr>
            <p:cNvGrpSpPr/>
            <p:nvPr/>
          </p:nvGrpSpPr>
          <p:grpSpPr>
            <a:xfrm>
              <a:off x="8257849" y="2658970"/>
              <a:ext cx="908050" cy="301625"/>
              <a:chOff x="6877524" y="6049441"/>
              <a:chExt cx="908050" cy="301625"/>
            </a:xfrm>
          </p:grpSpPr>
          <p:grpSp>
            <p:nvGrpSpPr>
              <p:cNvPr id="155" name="Group 179">
                <a:extLst>
                  <a:ext uri="{FF2B5EF4-FFF2-40B4-BE49-F238E27FC236}">
                    <a16:creationId xmlns:a16="http://schemas.microsoft.com/office/drawing/2014/main" xmlns="" id="{F7F3A59D-8E1C-0843-A91C-661B48C280F7}"/>
                  </a:ext>
                </a:extLst>
              </p:cNvPr>
              <p:cNvGrpSpPr>
                <a:grpSpLocks/>
              </p:cNvGrpSpPr>
              <p:nvPr/>
            </p:nvGrpSpPr>
            <p:grpSpPr bwMode="auto">
              <a:xfrm>
                <a:off x="6877524" y="6051029"/>
                <a:ext cx="296863" cy="292100"/>
                <a:chOff x="1959" y="2058"/>
                <a:chExt cx="187" cy="184"/>
              </a:xfrm>
            </p:grpSpPr>
            <p:sp>
              <p:nvSpPr>
                <p:cNvPr id="159" name="Rectangle 180">
                  <a:extLst>
                    <a:ext uri="{FF2B5EF4-FFF2-40B4-BE49-F238E27FC236}">
                      <a16:creationId xmlns:a16="http://schemas.microsoft.com/office/drawing/2014/main" xmlns="" id="{D8D8CDAC-1743-F44C-8814-3E710C0D8F89}"/>
                    </a:ext>
                  </a:extLst>
                </p:cNvPr>
                <p:cNvSpPr>
                  <a:spLocks noChangeArrowheads="1"/>
                </p:cNvSpPr>
                <p:nvPr/>
              </p:nvSpPr>
              <p:spPr bwMode="auto">
                <a:xfrm>
                  <a:off x="1964" y="2075"/>
                  <a:ext cx="177" cy="162"/>
                </a:xfrm>
                <a:prstGeom prst="rect">
                  <a:avLst/>
                </a:prstGeom>
                <a:solidFill>
                  <a:schemeClr val="bg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60" name="Rectangle 181">
                  <a:extLst>
                    <a:ext uri="{FF2B5EF4-FFF2-40B4-BE49-F238E27FC236}">
                      <a16:creationId xmlns:a16="http://schemas.microsoft.com/office/drawing/2014/main" xmlns="" id="{2BF6322B-3EB6-C74A-B78F-2C3780E0EF34}"/>
                    </a:ext>
                  </a:extLst>
                </p:cNvPr>
                <p:cNvSpPr>
                  <a:spLocks noChangeArrowheads="1"/>
                </p:cNvSpPr>
                <p:nvPr/>
              </p:nvSpPr>
              <p:spPr bwMode="auto">
                <a:xfrm>
                  <a:off x="1959" y="2058"/>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800" b="0" i="0" u="none" strike="noStrike" kern="1200" cap="none" spc="0" normalizeH="0" baseline="-2500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t</a:t>
                  </a:r>
                </a:p>
              </p:txBody>
            </p:sp>
          </p:grpSp>
          <p:grpSp>
            <p:nvGrpSpPr>
              <p:cNvPr id="156" name="Group 182">
                <a:extLst>
                  <a:ext uri="{FF2B5EF4-FFF2-40B4-BE49-F238E27FC236}">
                    <a16:creationId xmlns:a16="http://schemas.microsoft.com/office/drawing/2014/main" xmlns="" id="{EEA95EC8-682A-ED49-9AD0-BB0068E93C67}"/>
                  </a:ext>
                </a:extLst>
              </p:cNvPr>
              <p:cNvGrpSpPr>
                <a:grpSpLocks/>
              </p:cNvGrpSpPr>
              <p:nvPr/>
            </p:nvGrpSpPr>
            <p:grpSpPr bwMode="auto">
              <a:xfrm>
                <a:off x="7106124" y="6049441"/>
                <a:ext cx="679450" cy="301625"/>
                <a:chOff x="780" y="1553"/>
                <a:chExt cx="428" cy="190"/>
              </a:xfrm>
            </p:grpSpPr>
            <p:sp>
              <p:nvSpPr>
                <p:cNvPr id="157" name="Rectangle 183">
                  <a:extLst>
                    <a:ext uri="{FF2B5EF4-FFF2-40B4-BE49-F238E27FC236}">
                      <a16:creationId xmlns:a16="http://schemas.microsoft.com/office/drawing/2014/main" xmlns="" id="{FFE8EEA0-FBAD-384F-AB6F-D39C89FF6B03}"/>
                    </a:ext>
                  </a:extLst>
                </p:cNvPr>
                <p:cNvSpPr>
                  <a:spLocks noChangeArrowheads="1"/>
                </p:cNvSpPr>
                <p:nvPr/>
              </p:nvSpPr>
              <p:spPr bwMode="auto">
                <a:xfrm>
                  <a:off x="817" y="1571"/>
                  <a:ext cx="312" cy="162"/>
                </a:xfrm>
                <a:prstGeom prst="rect">
                  <a:avLst/>
                </a:prstGeom>
                <a:solidFill>
                  <a:schemeClr val="bg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58" name="Rectangle 184">
                  <a:extLst>
                    <a:ext uri="{FF2B5EF4-FFF2-40B4-BE49-F238E27FC236}">
                      <a16:creationId xmlns:a16="http://schemas.microsoft.com/office/drawing/2014/main" xmlns="" id="{9C401D53-7DDF-E146-8622-C9BE9D947C20}"/>
                    </a:ext>
                  </a:extLst>
                </p:cNvPr>
                <p:cNvSpPr>
                  <a:spLocks noChangeArrowheads="1"/>
                </p:cNvSpPr>
                <p:nvPr/>
              </p:nvSpPr>
              <p:spPr bwMode="auto">
                <a:xfrm>
                  <a:off x="780" y="1553"/>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M</a:t>
                  </a:r>
                </a:p>
              </p:txBody>
            </p:sp>
          </p:grpSp>
        </p:grpSp>
        <p:grpSp>
          <p:nvGrpSpPr>
            <p:cNvPr id="162" name="Group 175">
              <a:extLst>
                <a:ext uri="{FF2B5EF4-FFF2-40B4-BE49-F238E27FC236}">
                  <a16:creationId xmlns:a16="http://schemas.microsoft.com/office/drawing/2014/main" xmlns="" id="{22C4D71A-308A-D147-9E34-D1EFF8D1F18B}"/>
                </a:ext>
              </a:extLst>
            </p:cNvPr>
            <p:cNvGrpSpPr>
              <a:grpSpLocks/>
            </p:cNvGrpSpPr>
            <p:nvPr/>
          </p:nvGrpSpPr>
          <p:grpSpPr bwMode="auto">
            <a:xfrm>
              <a:off x="8465451" y="1880020"/>
              <a:ext cx="679450" cy="301625"/>
              <a:chOff x="780" y="1553"/>
              <a:chExt cx="428" cy="190"/>
            </a:xfrm>
          </p:grpSpPr>
          <p:sp>
            <p:nvSpPr>
              <p:cNvPr id="163" name="Rectangle 176">
                <a:extLst>
                  <a:ext uri="{FF2B5EF4-FFF2-40B4-BE49-F238E27FC236}">
                    <a16:creationId xmlns:a16="http://schemas.microsoft.com/office/drawing/2014/main" xmlns="" id="{1BB3E472-5096-EB4B-9536-B45F30797C16}"/>
                  </a:ext>
                </a:extLst>
              </p:cNvPr>
              <p:cNvSpPr>
                <a:spLocks noChangeArrowheads="1"/>
              </p:cNvSpPr>
              <p:nvPr/>
            </p:nvSpPr>
            <p:spPr bwMode="auto">
              <a:xfrm>
                <a:off x="817" y="1569"/>
                <a:ext cx="312" cy="162"/>
              </a:xfrm>
              <a:prstGeom prst="rect">
                <a:avLst/>
              </a:prstGeom>
              <a:solidFill>
                <a:schemeClr val="bg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64" name="Rectangle 177">
                <a:extLst>
                  <a:ext uri="{FF2B5EF4-FFF2-40B4-BE49-F238E27FC236}">
                    <a16:creationId xmlns:a16="http://schemas.microsoft.com/office/drawing/2014/main" xmlns="" id="{37DB6D54-3397-3949-A1CA-B2DA46101546}"/>
                  </a:ext>
                </a:extLst>
              </p:cNvPr>
              <p:cNvSpPr>
                <a:spLocks noChangeArrowheads="1"/>
              </p:cNvSpPr>
              <p:nvPr/>
            </p:nvSpPr>
            <p:spPr bwMode="auto">
              <a:xfrm>
                <a:off x="780" y="1553"/>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M</a:t>
                </a:r>
              </a:p>
            </p:txBody>
          </p:sp>
        </p:grpSp>
      </p:grpSp>
      <p:sp>
        <p:nvSpPr>
          <p:cNvPr id="165" name="Freeform 8">
            <a:extLst>
              <a:ext uri="{FF2B5EF4-FFF2-40B4-BE49-F238E27FC236}">
                <a16:creationId xmlns:a16="http://schemas.microsoft.com/office/drawing/2014/main" xmlns="" id="{2F028C19-F830-D644-B8E0-645A3A1596FF}"/>
              </a:ext>
            </a:extLst>
          </p:cNvPr>
          <p:cNvSpPr>
            <a:spLocks/>
          </p:cNvSpPr>
          <p:nvPr/>
        </p:nvSpPr>
        <p:spPr bwMode="auto">
          <a:xfrm>
            <a:off x="3570599" y="4675377"/>
            <a:ext cx="4136844" cy="601045"/>
          </a:xfrm>
          <a:custGeom>
            <a:avLst/>
            <a:gdLst>
              <a:gd name="T0" fmla="*/ 0 w 4100"/>
              <a:gd name="T1" fmla="*/ 0 h 2072"/>
              <a:gd name="T2" fmla="*/ 4 w 4100"/>
              <a:gd name="T3" fmla="*/ 1736 h 2072"/>
              <a:gd name="T4" fmla="*/ 804 w 4100"/>
              <a:gd name="T5" fmla="*/ 2064 h 2072"/>
              <a:gd name="T6" fmla="*/ 3468 w 4100"/>
              <a:gd name="T7" fmla="*/ 2072 h 2072"/>
              <a:gd name="T8" fmla="*/ 4100 w 4100"/>
              <a:gd name="T9" fmla="*/ 1736 h 2072"/>
              <a:gd name="T10" fmla="*/ 4100 w 4100"/>
              <a:gd name="T11" fmla="*/ 96 h 2072"/>
              <a:gd name="T12" fmla="*/ 0 60000 65536"/>
              <a:gd name="T13" fmla="*/ 0 60000 65536"/>
              <a:gd name="T14" fmla="*/ 0 60000 65536"/>
              <a:gd name="T15" fmla="*/ 0 60000 65536"/>
              <a:gd name="T16" fmla="*/ 0 60000 65536"/>
              <a:gd name="T17" fmla="*/ 0 60000 65536"/>
              <a:gd name="T18" fmla="*/ 0 w 4100"/>
              <a:gd name="T19" fmla="*/ 0 h 2072"/>
              <a:gd name="T20" fmla="*/ 4100 w 4100"/>
              <a:gd name="T21" fmla="*/ 2072 h 2072"/>
              <a:gd name="connsiteX0" fmla="*/ 0 w 10000"/>
              <a:gd name="connsiteY0" fmla="*/ 0 h 10000"/>
              <a:gd name="connsiteX1" fmla="*/ 10 w 10000"/>
              <a:gd name="connsiteY1" fmla="*/ 8378 h 10000"/>
              <a:gd name="connsiteX2" fmla="*/ 1961 w 10000"/>
              <a:gd name="connsiteY2" fmla="*/ 9961 h 10000"/>
              <a:gd name="connsiteX3" fmla="*/ 8459 w 10000"/>
              <a:gd name="connsiteY3" fmla="*/ 10000 h 10000"/>
              <a:gd name="connsiteX4" fmla="*/ 10000 w 10000"/>
              <a:gd name="connsiteY4" fmla="*/ 8378 h 10000"/>
              <a:gd name="connsiteX0" fmla="*/ 0 w 8459"/>
              <a:gd name="connsiteY0" fmla="*/ 0 h 10000"/>
              <a:gd name="connsiteX1" fmla="*/ 10 w 8459"/>
              <a:gd name="connsiteY1" fmla="*/ 8378 h 10000"/>
              <a:gd name="connsiteX2" fmla="*/ 1961 w 8459"/>
              <a:gd name="connsiteY2" fmla="*/ 9961 h 10000"/>
              <a:gd name="connsiteX3" fmla="*/ 8459 w 8459"/>
              <a:gd name="connsiteY3" fmla="*/ 10000 h 10000"/>
              <a:gd name="connsiteX0" fmla="*/ 0 w 9988"/>
              <a:gd name="connsiteY0" fmla="*/ 0 h 1622"/>
              <a:gd name="connsiteX1" fmla="*/ 2306 w 9988"/>
              <a:gd name="connsiteY1" fmla="*/ 1583 h 1622"/>
              <a:gd name="connsiteX2" fmla="*/ 9988 w 9988"/>
              <a:gd name="connsiteY2" fmla="*/ 1622 h 1622"/>
            </a:gdLst>
            <a:ahLst/>
            <a:cxnLst>
              <a:cxn ang="0">
                <a:pos x="connsiteX0" y="connsiteY0"/>
              </a:cxn>
              <a:cxn ang="0">
                <a:pos x="connsiteX1" y="connsiteY1"/>
              </a:cxn>
              <a:cxn ang="0">
                <a:pos x="connsiteX2" y="connsiteY2"/>
              </a:cxn>
            </a:cxnLst>
            <a:rect l="l" t="t" r="r" b="b"/>
            <a:pathLst>
              <a:path w="9988" h="1622">
                <a:moveTo>
                  <a:pt x="0" y="0"/>
                </a:moveTo>
                <a:lnTo>
                  <a:pt x="2306" y="1583"/>
                </a:lnTo>
                <a:lnTo>
                  <a:pt x="9988" y="1622"/>
                </a:lnTo>
              </a:path>
            </a:pathLst>
          </a:custGeom>
          <a:noFill/>
          <a:ln w="44450">
            <a:solidFill>
              <a:srgbClr val="C0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p:txBody>
      </p:sp>
      <p:grpSp>
        <p:nvGrpSpPr>
          <p:cNvPr id="15" name="Group 14">
            <a:extLst>
              <a:ext uri="{FF2B5EF4-FFF2-40B4-BE49-F238E27FC236}">
                <a16:creationId xmlns:a16="http://schemas.microsoft.com/office/drawing/2014/main" xmlns="" id="{18972F90-3C74-DB40-87B9-AFD313A6FA79}"/>
              </a:ext>
            </a:extLst>
          </p:cNvPr>
          <p:cNvGrpSpPr/>
          <p:nvPr/>
        </p:nvGrpSpPr>
        <p:grpSpPr>
          <a:xfrm>
            <a:off x="3186222" y="2137612"/>
            <a:ext cx="1079388" cy="1910319"/>
            <a:chOff x="3186222" y="2137612"/>
            <a:chExt cx="1079388" cy="1910319"/>
          </a:xfrm>
        </p:grpSpPr>
        <p:sp>
          <p:nvSpPr>
            <p:cNvPr id="10" name="TextBox 9">
              <a:extLst>
                <a:ext uri="{FF2B5EF4-FFF2-40B4-BE49-F238E27FC236}">
                  <a16:creationId xmlns:a16="http://schemas.microsoft.com/office/drawing/2014/main" xmlns="" id="{F4282034-58EE-6443-97BE-4033A6975AE5}"/>
                </a:ext>
              </a:extLst>
            </p:cNvPr>
            <p:cNvSpPr txBox="1"/>
            <p:nvPr/>
          </p:nvSpPr>
          <p:spPr>
            <a:xfrm>
              <a:off x="3186222" y="2137612"/>
              <a:ext cx="997068" cy="369332"/>
            </a:xfrm>
            <a:prstGeom prst="rect">
              <a:avLst/>
            </a:prstGeom>
            <a:noFill/>
          </p:spPr>
          <p:txBody>
            <a:bodyPr wrap="none" rtlCol="0">
              <a:spAutoFit/>
            </a:bodyPr>
            <a:lstStyle/>
            <a:p>
              <a:r>
                <a:rPr lang="en-US" dirty="0"/>
                <a:t>message</a:t>
              </a:r>
            </a:p>
          </p:txBody>
        </p:sp>
        <p:sp>
          <p:nvSpPr>
            <p:cNvPr id="166" name="TextBox 165">
              <a:extLst>
                <a:ext uri="{FF2B5EF4-FFF2-40B4-BE49-F238E27FC236}">
                  <a16:creationId xmlns:a16="http://schemas.microsoft.com/office/drawing/2014/main" xmlns="" id="{8BE5EF03-00F9-6A41-8F0C-CAAFE7A85EE6}"/>
                </a:ext>
              </a:extLst>
            </p:cNvPr>
            <p:cNvSpPr txBox="1"/>
            <p:nvPr/>
          </p:nvSpPr>
          <p:spPr>
            <a:xfrm>
              <a:off x="3192100" y="2928436"/>
              <a:ext cx="995272" cy="369332"/>
            </a:xfrm>
            <a:prstGeom prst="rect">
              <a:avLst/>
            </a:prstGeom>
            <a:noFill/>
          </p:spPr>
          <p:txBody>
            <a:bodyPr wrap="none" rtlCol="0">
              <a:spAutoFit/>
            </a:bodyPr>
            <a:lstStyle/>
            <a:p>
              <a:r>
                <a:rPr lang="en-US" dirty="0"/>
                <a:t>segment</a:t>
              </a:r>
            </a:p>
          </p:txBody>
        </p:sp>
        <p:sp>
          <p:nvSpPr>
            <p:cNvPr id="200" name="TextBox 199">
              <a:extLst>
                <a:ext uri="{FF2B5EF4-FFF2-40B4-BE49-F238E27FC236}">
                  <a16:creationId xmlns:a16="http://schemas.microsoft.com/office/drawing/2014/main" xmlns="" id="{DD9ACBFF-6D46-1C46-8036-50329CCCA60E}"/>
                </a:ext>
              </a:extLst>
            </p:cNvPr>
            <p:cNvSpPr txBox="1"/>
            <p:nvPr/>
          </p:nvSpPr>
          <p:spPr>
            <a:xfrm>
              <a:off x="3186532" y="3678599"/>
              <a:ext cx="1079078" cy="369332"/>
            </a:xfrm>
            <a:prstGeom prst="rect">
              <a:avLst/>
            </a:prstGeom>
            <a:noFill/>
          </p:spPr>
          <p:txBody>
            <a:bodyPr wrap="none" rtlCol="0">
              <a:spAutoFit/>
            </a:bodyPr>
            <a:lstStyle/>
            <a:p>
              <a:r>
                <a:rPr lang="en-US" dirty="0"/>
                <a:t>datagram</a:t>
              </a:r>
            </a:p>
          </p:txBody>
        </p:sp>
      </p:grpSp>
      <p:sp>
        <p:nvSpPr>
          <p:cNvPr id="201" name="TextBox 200">
            <a:extLst>
              <a:ext uri="{FF2B5EF4-FFF2-40B4-BE49-F238E27FC236}">
                <a16:creationId xmlns:a16="http://schemas.microsoft.com/office/drawing/2014/main" xmlns="" id="{1BE94808-747E-4346-8BA9-1245F5340481}"/>
              </a:ext>
            </a:extLst>
          </p:cNvPr>
          <p:cNvSpPr txBox="1"/>
          <p:nvPr/>
        </p:nvSpPr>
        <p:spPr>
          <a:xfrm>
            <a:off x="3188967" y="4455188"/>
            <a:ext cx="740972" cy="369332"/>
          </a:xfrm>
          <a:prstGeom prst="rect">
            <a:avLst/>
          </a:prstGeom>
          <a:noFill/>
        </p:spPr>
        <p:txBody>
          <a:bodyPr wrap="none" rtlCol="0">
            <a:spAutoFit/>
          </a:bodyPr>
          <a:lstStyle/>
          <a:p>
            <a:r>
              <a:rPr lang="en-US" dirty="0"/>
              <a:t>frame</a:t>
            </a:r>
          </a:p>
        </p:txBody>
      </p:sp>
      <p:grpSp>
        <p:nvGrpSpPr>
          <p:cNvPr id="3" name="Group 2">
            <a:extLst>
              <a:ext uri="{FF2B5EF4-FFF2-40B4-BE49-F238E27FC236}">
                <a16:creationId xmlns:a16="http://schemas.microsoft.com/office/drawing/2014/main" xmlns="" id="{70ABA56E-C19B-1E49-8691-B116C4BC92D9}"/>
              </a:ext>
            </a:extLst>
          </p:cNvPr>
          <p:cNvGrpSpPr/>
          <p:nvPr/>
        </p:nvGrpSpPr>
        <p:grpSpPr>
          <a:xfrm>
            <a:off x="5144294" y="4194650"/>
            <a:ext cx="1347789" cy="307296"/>
            <a:chOff x="5144294" y="4194650"/>
            <a:chExt cx="1347789" cy="307296"/>
          </a:xfrm>
        </p:grpSpPr>
        <p:grpSp>
          <p:nvGrpSpPr>
            <p:cNvPr id="210" name="Group 182">
              <a:extLst>
                <a:ext uri="{FF2B5EF4-FFF2-40B4-BE49-F238E27FC236}">
                  <a16:creationId xmlns:a16="http://schemas.microsoft.com/office/drawing/2014/main" xmlns="" id="{1C0D8E0C-30C7-D644-B53F-545AC3B41D0A}"/>
                </a:ext>
              </a:extLst>
            </p:cNvPr>
            <p:cNvGrpSpPr>
              <a:grpSpLocks/>
            </p:cNvGrpSpPr>
            <p:nvPr/>
          </p:nvGrpSpPr>
          <p:grpSpPr bwMode="auto">
            <a:xfrm>
              <a:off x="5144294" y="4200321"/>
              <a:ext cx="1347789" cy="301625"/>
              <a:chOff x="286" y="1531"/>
              <a:chExt cx="849" cy="190"/>
            </a:xfrm>
          </p:grpSpPr>
          <p:sp>
            <p:nvSpPr>
              <p:cNvPr id="226" name="Rectangle 183">
                <a:extLst>
                  <a:ext uri="{FF2B5EF4-FFF2-40B4-BE49-F238E27FC236}">
                    <a16:creationId xmlns:a16="http://schemas.microsoft.com/office/drawing/2014/main" xmlns="" id="{6DE19E5C-020A-764D-8F6B-6BB09EA73317}"/>
                  </a:ext>
                </a:extLst>
              </p:cNvPr>
              <p:cNvSpPr>
                <a:spLocks noChangeArrowheads="1"/>
              </p:cNvSpPr>
              <p:nvPr/>
            </p:nvSpPr>
            <p:spPr bwMode="auto">
              <a:xfrm>
                <a:off x="286" y="1549"/>
                <a:ext cx="849" cy="162"/>
              </a:xfrm>
              <a:prstGeom prst="rect">
                <a:avLst/>
              </a:prstGeom>
              <a:solidFill>
                <a:schemeClr val="bg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227" name="Rectangle 184">
                <a:extLst>
                  <a:ext uri="{FF2B5EF4-FFF2-40B4-BE49-F238E27FC236}">
                    <a16:creationId xmlns:a16="http://schemas.microsoft.com/office/drawing/2014/main" xmlns="" id="{3DF40025-F95F-CB4C-938D-A1646D4921BD}"/>
                  </a:ext>
                </a:extLst>
              </p:cNvPr>
              <p:cNvSpPr>
                <a:spLocks noChangeArrowheads="1"/>
              </p:cNvSpPr>
              <p:nvPr/>
            </p:nvSpPr>
            <p:spPr bwMode="auto">
              <a:xfrm>
                <a:off x="873" y="1531"/>
                <a:ext cx="239"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M</a:t>
                </a:r>
              </a:p>
            </p:txBody>
          </p:sp>
        </p:grpSp>
        <p:sp>
          <p:nvSpPr>
            <p:cNvPr id="211" name="Rectangle 181">
              <a:extLst>
                <a:ext uri="{FF2B5EF4-FFF2-40B4-BE49-F238E27FC236}">
                  <a16:creationId xmlns:a16="http://schemas.microsoft.com/office/drawing/2014/main" xmlns="" id="{C5D484DA-CF52-D04F-9108-C2A5AAA250C8}"/>
                </a:ext>
              </a:extLst>
            </p:cNvPr>
            <p:cNvSpPr>
              <a:spLocks noChangeArrowheads="1"/>
            </p:cNvSpPr>
            <p:nvPr/>
          </p:nvSpPr>
          <p:spPr bwMode="auto">
            <a:xfrm>
              <a:off x="5696012" y="4211988"/>
              <a:ext cx="296863"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800" b="0" i="0" u="none" strike="noStrike" kern="1200" cap="none" spc="0" normalizeH="0" baseline="-2500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t</a:t>
              </a:r>
            </a:p>
          </p:txBody>
        </p:sp>
        <p:sp>
          <p:nvSpPr>
            <p:cNvPr id="221" name="Rectangle 181">
              <a:extLst>
                <a:ext uri="{FF2B5EF4-FFF2-40B4-BE49-F238E27FC236}">
                  <a16:creationId xmlns:a16="http://schemas.microsoft.com/office/drawing/2014/main" xmlns="" id="{9A7A7B02-76C2-C24E-946A-4CBDBFE07A53}"/>
                </a:ext>
              </a:extLst>
            </p:cNvPr>
            <p:cNvSpPr>
              <a:spLocks noChangeArrowheads="1"/>
            </p:cNvSpPr>
            <p:nvPr/>
          </p:nvSpPr>
          <p:spPr bwMode="auto">
            <a:xfrm>
              <a:off x="5433708" y="4194650"/>
              <a:ext cx="296863"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800" b="0" i="0" u="none" strike="noStrike" kern="1200" cap="none" spc="0" normalizeH="0" baseline="-2500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n</a:t>
              </a:r>
            </a:p>
          </p:txBody>
        </p:sp>
        <p:cxnSp>
          <p:nvCxnSpPr>
            <p:cNvPr id="222" name="Straight Connector 221">
              <a:extLst>
                <a:ext uri="{FF2B5EF4-FFF2-40B4-BE49-F238E27FC236}">
                  <a16:creationId xmlns:a16="http://schemas.microsoft.com/office/drawing/2014/main" xmlns="" id="{104E923B-AAA4-BF49-886D-0890ABD390AE}"/>
                </a:ext>
              </a:extLst>
            </p:cNvPr>
            <p:cNvCxnSpPr>
              <a:cxnSpLocks/>
            </p:cNvCxnSpPr>
            <p:nvPr/>
          </p:nvCxnSpPr>
          <p:spPr>
            <a:xfrm>
              <a:off x="6001149" y="4228896"/>
              <a:ext cx="0" cy="25717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xmlns="" id="{4096CE24-617A-E048-B706-AA2C9CEA0B54}"/>
                </a:ext>
              </a:extLst>
            </p:cNvPr>
            <p:cNvCxnSpPr/>
            <p:nvPr/>
          </p:nvCxnSpPr>
          <p:spPr>
            <a:xfrm>
              <a:off x="5720650" y="4227184"/>
              <a:ext cx="0" cy="25717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24" name="Rectangle 181">
              <a:extLst>
                <a:ext uri="{FF2B5EF4-FFF2-40B4-BE49-F238E27FC236}">
                  <a16:creationId xmlns:a16="http://schemas.microsoft.com/office/drawing/2014/main" xmlns="" id="{00739E25-7377-104B-A6E7-E26BE236CB99}"/>
                </a:ext>
              </a:extLst>
            </p:cNvPr>
            <p:cNvSpPr>
              <a:spLocks noChangeArrowheads="1"/>
            </p:cNvSpPr>
            <p:nvPr/>
          </p:nvSpPr>
          <p:spPr bwMode="auto">
            <a:xfrm>
              <a:off x="5149178" y="4198403"/>
              <a:ext cx="296863"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a:t>
              </a:r>
              <a:r>
                <a:rPr kumimoji="0" lang="en-US" altLang="en-US" sz="1800" b="0" i="0" u="none" strike="noStrike" kern="1200" cap="none" spc="0" normalizeH="0" baseline="-2500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l</a:t>
              </a:r>
            </a:p>
          </p:txBody>
        </p:sp>
        <p:cxnSp>
          <p:nvCxnSpPr>
            <p:cNvPr id="225" name="Straight Connector 224">
              <a:extLst>
                <a:ext uri="{FF2B5EF4-FFF2-40B4-BE49-F238E27FC236}">
                  <a16:creationId xmlns:a16="http://schemas.microsoft.com/office/drawing/2014/main" xmlns="" id="{FB902E57-4D34-7F49-80B6-6C4A1D5EB080}"/>
                </a:ext>
              </a:extLst>
            </p:cNvPr>
            <p:cNvCxnSpPr/>
            <p:nvPr/>
          </p:nvCxnSpPr>
          <p:spPr>
            <a:xfrm>
              <a:off x="5418102" y="4226433"/>
              <a:ext cx="0" cy="25717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27" name="Slide Number Placeholder 5">
            <a:extLst>
              <a:ext uri="{FF2B5EF4-FFF2-40B4-BE49-F238E27FC236}">
                <a16:creationId xmlns:a16="http://schemas.microsoft.com/office/drawing/2014/main" xmlns="" id="{60581BF3-DA2A-CA4C-99A4-DD38B8148367}"/>
              </a:ext>
            </a:extLst>
          </p:cNvPr>
          <p:cNvSpPr>
            <a:spLocks noGrp="1"/>
          </p:cNvSpPr>
          <p:nvPr>
            <p:ph type="sldNum" sz="quarter" idx="4"/>
          </p:nvPr>
        </p:nvSpPr>
        <p:spPr>
          <a:xfrm>
            <a:off x="9219616" y="6443089"/>
            <a:ext cx="2743200" cy="365125"/>
          </a:xfrm>
        </p:spPr>
        <p:txBody>
          <a:bodyPr/>
          <a:lstStyle/>
          <a:p>
            <a:r>
              <a:rPr lang="en-US" dirty="0"/>
              <a:t>Introduction: 1-</a:t>
            </a:r>
            <a:fld id="{C4204591-24BD-A542-B9D5-F8D8A88D2FEE}" type="slidenum">
              <a:rPr lang="en-US" smtClean="0"/>
              <a:pPr/>
              <a:t>3</a:t>
            </a:fld>
            <a:endParaRPr lang="en-US" dirty="0"/>
          </a:p>
        </p:txBody>
      </p:sp>
    </p:spTree>
    <p:extLst>
      <p:ext uri="{BB962C8B-B14F-4D97-AF65-F5344CB8AC3E}">
        <p14:creationId xmlns:p14="http://schemas.microsoft.com/office/powerpoint/2010/main" val="5924875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nodeType="withEffect">
                                  <p:stCondLst>
                                    <p:cond delay="0"/>
                                  </p:stCondLst>
                                  <p:childTnLst>
                                    <p:animMotion origin="layout" path="M -4.16667E-7 1.48148E-6 L -0.17917 0.01018 " pathEditMode="relative" rAng="0" ptsTypes="AA">
                                      <p:cBhvr>
                                        <p:cTn id="6" dur="2000" fill="hold"/>
                                        <p:tgtEl>
                                          <p:spTgt spid="6"/>
                                        </p:tgtEl>
                                        <p:attrNameLst>
                                          <p:attrName>ppt_x</p:attrName>
                                          <p:attrName>ppt_y</p:attrName>
                                        </p:attrNameLst>
                                      </p:cBhvr>
                                      <p:rCtr x="-8958" y="509"/>
                                    </p:animMotion>
                                  </p:childTnLst>
                                </p:cTn>
                              </p:par>
                              <p:par>
                                <p:cTn id="7" presetID="42" presetClass="path" presetSubtype="0" accel="50000" decel="50000" fill="hold" nodeType="withEffect">
                                  <p:stCondLst>
                                    <p:cond delay="0"/>
                                  </p:stCondLst>
                                  <p:childTnLst>
                                    <p:animMotion origin="layout" path="M 3.54167E-6 -1.85185E-6 L -0.20157 0.03403 " pathEditMode="relative" rAng="0" ptsTypes="AA">
                                      <p:cBhvr>
                                        <p:cTn id="8" dur="2000" fill="hold"/>
                                        <p:tgtEl>
                                          <p:spTgt spid="133"/>
                                        </p:tgtEl>
                                        <p:attrNameLst>
                                          <p:attrName>ppt_x</p:attrName>
                                          <p:attrName>ppt_y</p:attrName>
                                        </p:attrNameLst>
                                      </p:cBhvr>
                                      <p:rCtr x="-10078" y="1690"/>
                                    </p:animMotion>
                                  </p:childTnLst>
                                </p:cTn>
                              </p:par>
                              <p:par>
                                <p:cTn id="9" presetID="42" presetClass="path" presetSubtype="0" accel="50000" decel="50000" fill="hold" nodeType="withEffect">
                                  <p:stCondLst>
                                    <p:cond delay="0"/>
                                  </p:stCondLst>
                                  <p:childTnLst>
                                    <p:animMotion origin="layout" path="M -3.75E-6 4.81481E-6 L -0.22096 0.04953 " pathEditMode="relative" rAng="0" ptsTypes="AA">
                                      <p:cBhvr>
                                        <p:cTn id="10" dur="2000" fill="hold"/>
                                        <p:tgtEl>
                                          <p:spTgt spid="96"/>
                                        </p:tgtEl>
                                        <p:attrNameLst>
                                          <p:attrName>ppt_x</p:attrName>
                                          <p:attrName>ppt_y</p:attrName>
                                        </p:attrNameLst>
                                      </p:cBhvr>
                                      <p:rCtr x="-11055" y="2477"/>
                                    </p:animMotion>
                                  </p:childTnLst>
                                </p:cTn>
                              </p:par>
                              <p:par>
                                <p:cTn id="11" presetID="42" presetClass="path" presetSubtype="0" accel="50000" decel="50000" fill="hold" nodeType="withEffect">
                                  <p:stCondLst>
                                    <p:cond delay="0"/>
                                  </p:stCondLst>
                                  <p:childTnLst>
                                    <p:animMotion origin="layout" path="M -3.54167E-6 2.22222E-6 L -0.16224 -0.00625 " pathEditMode="relative" rAng="0" ptsTypes="AA">
                                      <p:cBhvr>
                                        <p:cTn id="12" dur="2000" fill="hold"/>
                                        <p:tgtEl>
                                          <p:spTgt spid="3"/>
                                        </p:tgtEl>
                                        <p:attrNameLst>
                                          <p:attrName>ppt_x</p:attrName>
                                          <p:attrName>ppt_y</p:attrName>
                                        </p:attrNameLst>
                                      </p:cBhvr>
                                      <p:rCtr x="-8112" y="-324"/>
                                    </p:animMotion>
                                  </p:childTnLst>
                                </p:cTn>
                              </p:par>
                            </p:childTnLst>
                          </p:cTn>
                        </p:par>
                        <p:par>
                          <p:cTn id="13" fill="hold">
                            <p:stCondLst>
                              <p:cond delay="2000"/>
                            </p:stCondLst>
                            <p:childTnLst>
                              <p:par>
                                <p:cTn id="14" presetID="9" presetClass="entr" presetSubtype="0" fill="hold" nodeType="after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dissolve">
                                      <p:cBhvr>
                                        <p:cTn id="16" dur="500"/>
                                        <p:tgtEl>
                                          <p:spTgt spid="15"/>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201"/>
                                        </p:tgtEl>
                                        <p:attrNameLst>
                                          <p:attrName>style.visibility</p:attrName>
                                        </p:attrNameLst>
                                      </p:cBhvr>
                                      <p:to>
                                        <p:strVal val="visible"/>
                                      </p:to>
                                    </p:set>
                                    <p:animEffect transition="in" filter="dissolve">
                                      <p:cBhvr>
                                        <p:cTn id="19" dur="500"/>
                                        <p:tgtEl>
                                          <p:spTgt spid="201"/>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xit" presetSubtype="0" fill="hold" nodeType="clickEffect">
                                  <p:stCondLst>
                                    <p:cond delay="0"/>
                                  </p:stCondLst>
                                  <p:childTnLst>
                                    <p:animEffect transition="out" filter="dissolve">
                                      <p:cBhvr>
                                        <p:cTn id="23" dur="500"/>
                                        <p:tgtEl>
                                          <p:spTgt spid="15"/>
                                        </p:tgtEl>
                                      </p:cBhvr>
                                    </p:animEffect>
                                    <p:set>
                                      <p:cBhvr>
                                        <p:cTn id="24" dur="1" fill="hold">
                                          <p:stCondLst>
                                            <p:cond delay="499"/>
                                          </p:stCondLst>
                                        </p:cTn>
                                        <p:tgtEl>
                                          <p:spTgt spid="15"/>
                                        </p:tgtEl>
                                        <p:attrNameLst>
                                          <p:attrName>style.visibility</p:attrName>
                                        </p:attrNameLst>
                                      </p:cBhvr>
                                      <p:to>
                                        <p:strVal val="hidden"/>
                                      </p:to>
                                    </p:set>
                                  </p:childTnLst>
                                </p:cTn>
                              </p:par>
                              <p:par>
                                <p:cTn id="25" presetID="9" presetClass="exit" presetSubtype="0" fill="hold" grpId="1" nodeType="withEffect">
                                  <p:stCondLst>
                                    <p:cond delay="0"/>
                                  </p:stCondLst>
                                  <p:childTnLst>
                                    <p:animEffect transition="out" filter="dissolve">
                                      <p:cBhvr>
                                        <p:cTn id="26" dur="500"/>
                                        <p:tgtEl>
                                          <p:spTgt spid="201"/>
                                        </p:tgtEl>
                                      </p:cBhvr>
                                    </p:animEffect>
                                    <p:set>
                                      <p:cBhvr>
                                        <p:cTn id="27" dur="1" fill="hold">
                                          <p:stCondLst>
                                            <p:cond delay="499"/>
                                          </p:stCondLst>
                                        </p:cTn>
                                        <p:tgtEl>
                                          <p:spTgt spid="201"/>
                                        </p:tgtEl>
                                        <p:attrNameLst>
                                          <p:attrName>style.visibility</p:attrName>
                                        </p:attrNameLst>
                                      </p:cBhvr>
                                      <p:to>
                                        <p:strVal val="hidden"/>
                                      </p:to>
                                    </p:set>
                                  </p:childTnLst>
                                </p:cTn>
                              </p:par>
                            </p:childTnLst>
                          </p:cTn>
                        </p:par>
                        <p:par>
                          <p:cTn id="28" fill="hold">
                            <p:stCondLst>
                              <p:cond delay="500"/>
                            </p:stCondLst>
                            <p:childTnLst>
                              <p:par>
                                <p:cTn id="29" presetID="22" presetClass="entr" presetSubtype="1" fill="hold" grpId="0" nodeType="afterEffect">
                                  <p:stCondLst>
                                    <p:cond delay="0"/>
                                  </p:stCondLst>
                                  <p:childTnLst>
                                    <p:set>
                                      <p:cBhvr>
                                        <p:cTn id="30" dur="1" fill="hold">
                                          <p:stCondLst>
                                            <p:cond delay="0"/>
                                          </p:stCondLst>
                                        </p:cTn>
                                        <p:tgtEl>
                                          <p:spTgt spid="118"/>
                                        </p:tgtEl>
                                        <p:attrNameLst>
                                          <p:attrName>style.visibility</p:attrName>
                                        </p:attrNameLst>
                                      </p:cBhvr>
                                      <p:to>
                                        <p:strVal val="visible"/>
                                      </p:to>
                                    </p:set>
                                    <p:animEffect transition="in" filter="wipe(up)">
                                      <p:cBhvr>
                                        <p:cTn id="31" dur="500"/>
                                        <p:tgtEl>
                                          <p:spTgt spid="118"/>
                                        </p:tgtEl>
                                      </p:cBhvr>
                                    </p:animEffect>
                                  </p:childTnLst>
                                </p:cTn>
                              </p:par>
                            </p:childTnLst>
                          </p:cTn>
                        </p:par>
                        <p:par>
                          <p:cTn id="32" fill="hold">
                            <p:stCondLst>
                              <p:cond delay="1000"/>
                            </p:stCondLst>
                            <p:childTnLst>
                              <p:par>
                                <p:cTn id="33" presetID="22" presetClass="entr" presetSubtype="8" fill="hold" grpId="0" nodeType="afterEffect">
                                  <p:stCondLst>
                                    <p:cond delay="0"/>
                                  </p:stCondLst>
                                  <p:childTnLst>
                                    <p:set>
                                      <p:cBhvr>
                                        <p:cTn id="34" dur="1" fill="hold">
                                          <p:stCondLst>
                                            <p:cond delay="0"/>
                                          </p:stCondLst>
                                        </p:cTn>
                                        <p:tgtEl>
                                          <p:spTgt spid="165"/>
                                        </p:tgtEl>
                                        <p:attrNameLst>
                                          <p:attrName>style.visibility</p:attrName>
                                        </p:attrNameLst>
                                      </p:cBhvr>
                                      <p:to>
                                        <p:strVal val="visible"/>
                                      </p:to>
                                    </p:set>
                                    <p:animEffect transition="in" filter="wipe(left)">
                                      <p:cBhvr>
                                        <p:cTn id="35" dur="500"/>
                                        <p:tgtEl>
                                          <p:spTgt spid="165"/>
                                        </p:tgtEl>
                                      </p:cBhvr>
                                    </p:animEffect>
                                  </p:childTnLst>
                                </p:cTn>
                              </p:par>
                            </p:childTnLst>
                          </p:cTn>
                        </p:par>
                        <p:par>
                          <p:cTn id="36" fill="hold">
                            <p:stCondLst>
                              <p:cond delay="1500"/>
                            </p:stCondLst>
                            <p:childTnLst>
                              <p:par>
                                <p:cTn id="37" presetID="22" presetClass="entr" presetSubtype="4" fill="hold" nodeType="after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wipe(down)">
                                      <p:cBhvr>
                                        <p:cTn id="3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animBg="1"/>
      <p:bldP spid="165" grpId="0" animBg="1"/>
      <p:bldP spid="201" grpId="0"/>
      <p:bldP spid="201" grpId="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 xmlns:a16="http://schemas.microsoft.com/office/drawing/2014/main" id="{247BCAC2-4B0D-C24F-A1AA-5CFB26132E0B}"/>
              </a:ext>
            </a:extLst>
          </p:cNvPr>
          <p:cNvSpPr>
            <a:spLocks noGrp="1"/>
          </p:cNvSpPr>
          <p:nvPr>
            <p:ph type="title"/>
          </p:nvPr>
        </p:nvSpPr>
        <p:spPr>
          <a:xfrm>
            <a:off x="798691" y="289325"/>
            <a:ext cx="10515600" cy="894622"/>
          </a:xfrm>
        </p:spPr>
        <p:txBody>
          <a:bodyPr>
            <a:normAutofit/>
          </a:bodyPr>
          <a:lstStyle/>
          <a:p>
            <a:r>
              <a:rPr lang="en-US" dirty="0" smtClean="0"/>
              <a:t>Recapitulation: Application layer (3/3)</a:t>
            </a:r>
            <a:endParaRPr lang="en-US" sz="4400" dirty="0"/>
          </a:p>
        </p:txBody>
      </p:sp>
      <p:sp>
        <p:nvSpPr>
          <p:cNvPr id="3" name="Slide Number Placeholder 2">
            <a:extLst>
              <a:ext uri="{FF2B5EF4-FFF2-40B4-BE49-F238E27FC236}">
                <a16:creationId xmlns="" xmlns:a16="http://schemas.microsoft.com/office/drawing/2014/main" id="{3B8A7DC3-C885-F84E-9572-316B746437B7}"/>
              </a:ext>
            </a:extLst>
          </p:cNvPr>
          <p:cNvSpPr>
            <a:spLocks noGrp="1"/>
          </p:cNvSpPr>
          <p:nvPr>
            <p:ph type="sldNum" sz="quarter" idx="4"/>
          </p:nvPr>
        </p:nvSpPr>
        <p:spPr/>
        <p:txBody>
          <a:bodyPr/>
          <a:lstStyle/>
          <a:p>
            <a:r>
              <a:rPr lang="en-US"/>
              <a:t>Application Layer: 2-</a:t>
            </a:r>
            <a:fld id="{C4204591-24BD-A542-B9D5-F8D8A88D2FEE}" type="slidenum">
              <a:rPr lang="en-US" smtClean="0"/>
              <a:pPr/>
              <a:t>4</a:t>
            </a:fld>
            <a:endParaRPr lang="en-US" dirty="0"/>
          </a:p>
        </p:txBody>
      </p:sp>
      <p:sp>
        <p:nvSpPr>
          <p:cNvPr id="2" name="Rectangle 1"/>
          <p:cNvSpPr/>
          <p:nvPr/>
        </p:nvSpPr>
        <p:spPr>
          <a:xfrm>
            <a:off x="696687" y="1446252"/>
            <a:ext cx="10830028" cy="4524315"/>
          </a:xfrm>
          <a:prstGeom prst="rect">
            <a:avLst/>
          </a:prstGeom>
        </p:spPr>
        <p:txBody>
          <a:bodyPr wrap="square">
            <a:spAutoFit/>
          </a:bodyPr>
          <a:lstStyle/>
          <a:p>
            <a:r>
              <a:rPr lang="en-US" sz="2400" dirty="0"/>
              <a:t>The Application Layer is the topmost layer of the OSI (Open Systems Interconnection) </a:t>
            </a:r>
            <a:r>
              <a:rPr lang="en-US" sz="2400" dirty="0" smtClean="0"/>
              <a:t>model. It </a:t>
            </a:r>
            <a:r>
              <a:rPr lang="en-US" sz="2400" dirty="0"/>
              <a:t>provides services and interfaces that allow end users and applications to access the network</a:t>
            </a:r>
            <a:r>
              <a:rPr lang="en-US" sz="2400" dirty="0" smtClean="0"/>
              <a:t>. Key responsibilities of application layer are mentioned below. </a:t>
            </a:r>
          </a:p>
          <a:p>
            <a:endParaRPr lang="en-US" sz="2400" dirty="0"/>
          </a:p>
          <a:p>
            <a:r>
              <a:rPr lang="en-US" sz="2400" b="1" dirty="0"/>
              <a:t>Network services for </a:t>
            </a:r>
            <a:r>
              <a:rPr lang="en-US" sz="2400" b="1" dirty="0" smtClean="0"/>
              <a:t>applications: </a:t>
            </a:r>
            <a:r>
              <a:rPr lang="en-US" sz="2400" dirty="0" smtClean="0"/>
              <a:t>Provides </a:t>
            </a:r>
            <a:r>
              <a:rPr lang="en-US" sz="2400" dirty="0"/>
              <a:t>protocols and services for user-level network interactions.</a:t>
            </a:r>
          </a:p>
          <a:p>
            <a:r>
              <a:rPr lang="en-US" sz="2400" b="1" dirty="0"/>
              <a:t>Data formatting and </a:t>
            </a:r>
            <a:r>
              <a:rPr lang="en-US" sz="2400" b="1" dirty="0" smtClean="0"/>
              <a:t>translation: </a:t>
            </a:r>
            <a:r>
              <a:rPr lang="en-US" sz="2400" dirty="0" smtClean="0"/>
              <a:t>Converts </a:t>
            </a:r>
            <a:r>
              <a:rPr lang="en-US" sz="2400" dirty="0"/>
              <a:t>data from application formats into network formats (and vice versa).</a:t>
            </a:r>
          </a:p>
          <a:p>
            <a:r>
              <a:rPr lang="en-US" sz="2400" b="1" dirty="0"/>
              <a:t>Resource sharing and remote </a:t>
            </a:r>
            <a:r>
              <a:rPr lang="en-US" sz="2400" b="1" dirty="0" smtClean="0"/>
              <a:t>access: </a:t>
            </a:r>
            <a:r>
              <a:rPr lang="en-US" sz="2400" dirty="0" smtClean="0"/>
              <a:t>Allows </a:t>
            </a:r>
            <a:r>
              <a:rPr lang="en-US" sz="2400" dirty="0"/>
              <a:t>sharing of files, printers, and other network resources.</a:t>
            </a:r>
          </a:p>
          <a:p>
            <a:r>
              <a:rPr lang="en-US" sz="2400" b="1" dirty="0"/>
              <a:t>User authentication and </a:t>
            </a:r>
            <a:r>
              <a:rPr lang="en-US" sz="2400" b="1" dirty="0" smtClean="0"/>
              <a:t>privacy: </a:t>
            </a:r>
            <a:r>
              <a:rPr lang="en-US" sz="2400" dirty="0" smtClean="0"/>
              <a:t>Supports </a:t>
            </a:r>
            <a:r>
              <a:rPr lang="en-US" sz="2400" dirty="0"/>
              <a:t>security features such as logins, encryption, and session control.</a:t>
            </a:r>
          </a:p>
        </p:txBody>
      </p:sp>
    </p:spTree>
    <p:extLst>
      <p:ext uri="{BB962C8B-B14F-4D97-AF65-F5344CB8AC3E}">
        <p14:creationId xmlns:p14="http://schemas.microsoft.com/office/powerpoint/2010/main" val="306757348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B8CD900-19EC-824C-BF74-AADFBF5A172E}"/>
              </a:ext>
            </a:extLst>
          </p:cNvPr>
          <p:cNvSpPr>
            <a:spLocks noGrp="1"/>
          </p:cNvSpPr>
          <p:nvPr>
            <p:ph type="title"/>
          </p:nvPr>
        </p:nvSpPr>
        <p:spPr>
          <a:xfrm>
            <a:off x="798691" y="289325"/>
            <a:ext cx="10515600" cy="894622"/>
          </a:xfrm>
        </p:spPr>
        <p:txBody>
          <a:bodyPr>
            <a:normAutofit/>
          </a:bodyPr>
          <a:lstStyle/>
          <a:p>
            <a:r>
              <a:rPr lang="en-US" altLang="en-US" sz="4400" dirty="0">
                <a:cs typeface="Calibri" panose="020F0502020204030204" pitchFamily="34" charset="0"/>
              </a:rPr>
              <a:t>Transport layer: overview</a:t>
            </a:r>
            <a:endParaRPr lang="en-US" sz="4400" dirty="0"/>
          </a:p>
        </p:txBody>
      </p:sp>
      <p:sp>
        <p:nvSpPr>
          <p:cNvPr id="4" name="Content Placeholder 3">
            <a:extLst>
              <a:ext uri="{FF2B5EF4-FFF2-40B4-BE49-F238E27FC236}">
                <a16:creationId xmlns="" xmlns:a16="http://schemas.microsoft.com/office/drawing/2014/main" id="{F6E2ACD2-5E28-0840-A1E8-F9AB901FE8BC}"/>
              </a:ext>
            </a:extLst>
          </p:cNvPr>
          <p:cNvSpPr>
            <a:spLocks noGrp="1"/>
          </p:cNvSpPr>
          <p:nvPr>
            <p:ph sz="half" idx="1"/>
          </p:nvPr>
        </p:nvSpPr>
        <p:spPr>
          <a:xfrm>
            <a:off x="781763" y="1253331"/>
            <a:ext cx="4842088" cy="4351338"/>
          </a:xfrm>
        </p:spPr>
        <p:txBody>
          <a:bodyPr>
            <a:noAutofit/>
          </a:bodyPr>
          <a:lstStyle/>
          <a:p>
            <a:pPr marL="11113" indent="0">
              <a:buNone/>
            </a:pPr>
            <a:r>
              <a:rPr lang="en-US" altLang="en-US" sz="3200" i="1" dirty="0">
                <a:solidFill>
                  <a:srgbClr val="CC0000"/>
                </a:solidFill>
                <a:latin typeface="Calibri" panose="020F0502020204030204" pitchFamily="34" charset="0"/>
                <a:cs typeface="Calibri" panose="020F0502020204030204" pitchFamily="34" charset="0"/>
              </a:rPr>
              <a:t>Our goal:</a:t>
            </a:r>
            <a:r>
              <a:rPr lang="en-US" altLang="en-US" sz="3200" i="1" dirty="0">
                <a:latin typeface="Calibri" panose="020F0502020204030204" pitchFamily="34" charset="0"/>
                <a:cs typeface="Calibri" panose="020F0502020204030204" pitchFamily="34" charset="0"/>
              </a:rPr>
              <a:t> </a:t>
            </a:r>
          </a:p>
          <a:p>
            <a:pPr marL="400050" indent="-285750">
              <a:buFont typeface="Wingdings" charset="2"/>
              <a:buChar char="§"/>
              <a:defRPr/>
            </a:pPr>
            <a:r>
              <a:rPr lang="en-US" sz="3200" dirty="0"/>
              <a:t>understand principles behind transport layer services:</a:t>
            </a:r>
          </a:p>
          <a:p>
            <a:pPr lvl="1">
              <a:buFont typeface="Arial"/>
              <a:buChar char="•"/>
              <a:defRPr/>
            </a:pPr>
            <a:r>
              <a:rPr lang="en-US" sz="2800" dirty="0"/>
              <a:t>multiplexing, demultiplexing</a:t>
            </a:r>
          </a:p>
          <a:p>
            <a:pPr lvl="1">
              <a:buFont typeface="Arial"/>
              <a:buChar char="•"/>
              <a:defRPr/>
            </a:pPr>
            <a:r>
              <a:rPr lang="en-US" sz="2800" dirty="0"/>
              <a:t>reliable data transfer</a:t>
            </a:r>
          </a:p>
          <a:p>
            <a:pPr lvl="1">
              <a:buFont typeface="Arial"/>
              <a:buChar char="•"/>
              <a:defRPr/>
            </a:pPr>
            <a:r>
              <a:rPr lang="en-US" sz="2800" dirty="0"/>
              <a:t>flow control</a:t>
            </a:r>
          </a:p>
          <a:p>
            <a:pPr lvl="1">
              <a:buFont typeface="Arial"/>
              <a:buChar char="•"/>
              <a:defRPr/>
            </a:pPr>
            <a:r>
              <a:rPr lang="en-US" sz="2800" dirty="0"/>
              <a:t>congestion control</a:t>
            </a:r>
            <a:endParaRPr lang="en-US" sz="3200" dirty="0"/>
          </a:p>
          <a:p>
            <a:endParaRPr lang="en-US" dirty="0"/>
          </a:p>
        </p:txBody>
      </p:sp>
      <p:sp>
        <p:nvSpPr>
          <p:cNvPr id="9" name="Rectangle 4">
            <a:extLst>
              <a:ext uri="{FF2B5EF4-FFF2-40B4-BE49-F238E27FC236}">
                <a16:creationId xmlns="" xmlns:a16="http://schemas.microsoft.com/office/drawing/2014/main" id="{55AB9D8D-7F05-094B-8DA6-3095A7A7A096}"/>
              </a:ext>
            </a:extLst>
          </p:cNvPr>
          <p:cNvSpPr>
            <a:spLocks noGrp="1" noChangeArrowheads="1"/>
          </p:cNvSpPr>
          <p:nvPr>
            <p:ph sz="half" idx="2"/>
          </p:nvPr>
        </p:nvSpPr>
        <p:spPr>
          <a:xfrm>
            <a:off x="5968416" y="1815962"/>
            <a:ext cx="5994400" cy="4799013"/>
          </a:xfrm>
        </p:spPr>
        <p:txBody>
          <a:bodyPr>
            <a:normAutofit/>
          </a:bodyPr>
          <a:lstStyle/>
          <a:p>
            <a:pPr marL="457200" indent="-285750">
              <a:buFont typeface="Wingdings" charset="2"/>
              <a:buChar char="§"/>
              <a:defRPr/>
            </a:pPr>
            <a:r>
              <a:rPr lang="en-US" sz="3200" dirty="0"/>
              <a:t>learn about Internet transport layer protocols:</a:t>
            </a:r>
          </a:p>
          <a:p>
            <a:pPr lvl="1">
              <a:buFont typeface="Arial"/>
              <a:buChar char="•"/>
              <a:defRPr/>
            </a:pPr>
            <a:r>
              <a:rPr lang="en-US" sz="2800" dirty="0"/>
              <a:t>UDP: connectionless transport</a:t>
            </a:r>
          </a:p>
          <a:p>
            <a:pPr lvl="1">
              <a:buFont typeface="Arial"/>
              <a:buChar char="•"/>
              <a:defRPr/>
            </a:pPr>
            <a:r>
              <a:rPr lang="en-US" sz="2800" dirty="0"/>
              <a:t>TCP: connection-oriented reliable transport</a:t>
            </a:r>
          </a:p>
          <a:p>
            <a:pPr lvl="1">
              <a:buFont typeface="Arial"/>
              <a:buChar char="•"/>
              <a:defRPr/>
            </a:pPr>
            <a:r>
              <a:rPr lang="en-US" sz="2800" dirty="0"/>
              <a:t>TCP congestion control</a:t>
            </a:r>
            <a:endParaRPr lang="en-US" dirty="0"/>
          </a:p>
          <a:p>
            <a:pPr eaLnBrk="1" hangingPunct="1">
              <a:buFont typeface="Wingdings" panose="05000000000000000000" pitchFamily="2" charset="2"/>
              <a:buNone/>
            </a:pPr>
            <a:endParaRPr lang="en-US" altLang="en-US" sz="2400" dirty="0"/>
          </a:p>
        </p:txBody>
      </p:sp>
      <p:sp>
        <p:nvSpPr>
          <p:cNvPr id="3" name="Slide Number Placeholder 2">
            <a:extLst>
              <a:ext uri="{FF2B5EF4-FFF2-40B4-BE49-F238E27FC236}">
                <a16:creationId xmlns="" xmlns:a16="http://schemas.microsoft.com/office/drawing/2014/main" id="{11084F46-D79C-3048-9B21-CEBC66650819}"/>
              </a:ext>
            </a:extLst>
          </p:cNvPr>
          <p:cNvSpPr>
            <a:spLocks noGrp="1"/>
          </p:cNvSpPr>
          <p:nvPr>
            <p:ph type="sldNum" sz="quarter" idx="4"/>
          </p:nvPr>
        </p:nvSpPr>
        <p:spPr>
          <a:xfrm>
            <a:off x="9219616" y="6454664"/>
            <a:ext cx="2743200" cy="365125"/>
          </a:xfrm>
        </p:spPr>
        <p:txBody>
          <a:bodyPr/>
          <a:lstStyle/>
          <a:p>
            <a:r>
              <a:rPr lang="en-US" dirty="0"/>
              <a:t>Transport Layer: 3-</a:t>
            </a:r>
            <a:fld id="{C4204591-24BD-A542-B9D5-F8D8A88D2FEE}" type="slidenum">
              <a:rPr lang="en-US" smtClean="0"/>
              <a:pPr/>
              <a:t>5</a:t>
            </a:fld>
            <a:endParaRPr lang="en-US" dirty="0"/>
          </a:p>
        </p:txBody>
      </p:sp>
    </p:spTree>
    <p:extLst>
      <p:ext uri="{BB962C8B-B14F-4D97-AF65-F5344CB8AC3E}">
        <p14:creationId xmlns:p14="http://schemas.microsoft.com/office/powerpoint/2010/main" val="153133314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B8CD900-19EC-824C-BF74-AADFBF5A172E}"/>
              </a:ext>
            </a:extLst>
          </p:cNvPr>
          <p:cNvSpPr>
            <a:spLocks noGrp="1"/>
          </p:cNvSpPr>
          <p:nvPr>
            <p:ph type="title"/>
          </p:nvPr>
        </p:nvSpPr>
        <p:spPr>
          <a:xfrm>
            <a:off x="798691" y="289325"/>
            <a:ext cx="10515600" cy="894622"/>
          </a:xfrm>
        </p:spPr>
        <p:txBody>
          <a:bodyPr>
            <a:normAutofit/>
          </a:bodyPr>
          <a:lstStyle/>
          <a:p>
            <a:r>
              <a:rPr lang="en-US" altLang="en-US" sz="4400" dirty="0">
                <a:cs typeface="Calibri" panose="020F0502020204030204" pitchFamily="34" charset="0"/>
              </a:rPr>
              <a:t>Transport layer: roadmap</a:t>
            </a:r>
            <a:endParaRPr lang="en-US" sz="4400" dirty="0"/>
          </a:p>
        </p:txBody>
      </p:sp>
      <p:sp>
        <p:nvSpPr>
          <p:cNvPr id="9" name="Rectangle 4">
            <a:extLst>
              <a:ext uri="{FF2B5EF4-FFF2-40B4-BE49-F238E27FC236}">
                <a16:creationId xmlns="" xmlns:a16="http://schemas.microsoft.com/office/drawing/2014/main" id="{55AB9D8D-7F05-094B-8DA6-3095A7A7A096}"/>
              </a:ext>
            </a:extLst>
          </p:cNvPr>
          <p:cNvSpPr>
            <a:spLocks noGrp="1" noChangeArrowheads="1"/>
          </p:cNvSpPr>
          <p:nvPr>
            <p:ph sz="half" idx="2"/>
          </p:nvPr>
        </p:nvSpPr>
        <p:spPr>
          <a:xfrm>
            <a:off x="798690" y="1414011"/>
            <a:ext cx="6618109" cy="5029078"/>
          </a:xfrm>
        </p:spPr>
        <p:txBody>
          <a:bodyPr>
            <a:normAutofit/>
          </a:bodyPr>
          <a:lstStyle/>
          <a:p>
            <a:pPr marL="403225" indent="-285750">
              <a:spcBef>
                <a:spcPts val="800"/>
              </a:spcBef>
            </a:pPr>
            <a:r>
              <a:rPr lang="en-US" altLang="en-US" sz="3200" dirty="0">
                <a:cs typeface="Calibri" panose="020F0502020204030204" pitchFamily="34" charset="0"/>
              </a:rPr>
              <a:t>Transport-layer services</a:t>
            </a:r>
          </a:p>
          <a:p>
            <a:pPr marL="403225" indent="-285750">
              <a:spcBef>
                <a:spcPts val="800"/>
              </a:spcBef>
            </a:pPr>
            <a:r>
              <a:rPr lang="en-US" altLang="en-US" sz="3200" dirty="0" smtClean="0">
                <a:cs typeface="Calibri" panose="020F0502020204030204" pitchFamily="34" charset="0"/>
              </a:rPr>
              <a:t>Connectionless </a:t>
            </a:r>
            <a:r>
              <a:rPr lang="en-US" altLang="en-US" sz="3200" dirty="0">
                <a:cs typeface="Calibri" panose="020F0502020204030204" pitchFamily="34" charset="0"/>
              </a:rPr>
              <a:t>transport: UDP</a:t>
            </a:r>
          </a:p>
          <a:p>
            <a:pPr marL="403225" indent="-285750">
              <a:spcBef>
                <a:spcPts val="800"/>
              </a:spcBef>
            </a:pPr>
            <a:r>
              <a:rPr lang="en-US" altLang="en-US" sz="3200" dirty="0">
                <a:cs typeface="Calibri" panose="020F0502020204030204" pitchFamily="34" charset="0"/>
              </a:rPr>
              <a:t>Principles of reliable data transfer </a:t>
            </a:r>
          </a:p>
          <a:p>
            <a:pPr marL="403225" indent="-285750">
              <a:spcBef>
                <a:spcPts val="800"/>
              </a:spcBef>
            </a:pPr>
            <a:r>
              <a:rPr lang="en-US" sz="3200" dirty="0"/>
              <a:t>Connection-oriented transport: TCP</a:t>
            </a:r>
          </a:p>
          <a:p>
            <a:pPr marL="403225" indent="-285750">
              <a:spcBef>
                <a:spcPts val="800"/>
              </a:spcBef>
            </a:pPr>
            <a:r>
              <a:rPr lang="en-US" sz="3200" dirty="0"/>
              <a:t>Principles of congestion control</a:t>
            </a:r>
          </a:p>
          <a:p>
            <a:pPr marL="403225" indent="-285750">
              <a:spcBef>
                <a:spcPts val="800"/>
              </a:spcBef>
            </a:pPr>
            <a:r>
              <a:rPr lang="en-US" sz="3200" dirty="0"/>
              <a:t>TCP congestion control</a:t>
            </a:r>
          </a:p>
          <a:p>
            <a:pPr marL="403225" indent="-285750">
              <a:spcBef>
                <a:spcPts val="800"/>
              </a:spcBef>
            </a:pPr>
            <a:r>
              <a:rPr lang="en-US" sz="3200" dirty="0"/>
              <a:t>Evolution of transport-layer functionality</a:t>
            </a:r>
          </a:p>
          <a:p>
            <a:pPr eaLnBrk="1" hangingPunct="1">
              <a:buFont typeface="Wingdings" panose="05000000000000000000" pitchFamily="2" charset="2"/>
              <a:buNone/>
            </a:pPr>
            <a:endParaRPr lang="en-US" altLang="en-US" sz="2400" dirty="0"/>
          </a:p>
        </p:txBody>
      </p:sp>
      <p:sp>
        <p:nvSpPr>
          <p:cNvPr id="3" name="Slide Number Placeholder 2">
            <a:extLst>
              <a:ext uri="{FF2B5EF4-FFF2-40B4-BE49-F238E27FC236}">
                <a16:creationId xmlns="" xmlns:a16="http://schemas.microsoft.com/office/drawing/2014/main" id="{807E4337-A925-084B-B48F-23146A4A73A1}"/>
              </a:ext>
            </a:extLst>
          </p:cNvPr>
          <p:cNvSpPr>
            <a:spLocks noGrp="1"/>
          </p:cNvSpPr>
          <p:nvPr>
            <p:ph type="sldNum" sz="quarter" idx="4"/>
          </p:nvPr>
        </p:nvSpPr>
        <p:spPr/>
        <p:txBody>
          <a:bodyPr/>
          <a:lstStyle/>
          <a:p>
            <a:r>
              <a:rPr lang="en-US"/>
              <a:t>Transport Layer: 3-</a:t>
            </a:r>
            <a:fld id="{C4204591-24BD-A542-B9D5-F8D8A88D2FEE}" type="slidenum">
              <a:rPr lang="en-US" smtClean="0"/>
              <a:pPr/>
              <a:t>6</a:t>
            </a:fld>
            <a:endParaRPr lang="en-US" dirty="0"/>
          </a:p>
        </p:txBody>
      </p:sp>
      <p:pic>
        <p:nvPicPr>
          <p:cNvPr id="6" name="Picture 5" descr="A train crossing a bridge over a body of water&#10;&#10;Description automatically generated">
            <a:extLst>
              <a:ext uri="{FF2B5EF4-FFF2-40B4-BE49-F238E27FC236}">
                <a16:creationId xmlns="" xmlns:a16="http://schemas.microsoft.com/office/drawing/2014/main" id="{8B05C88C-8150-3A41-8E34-0D407B652F32}"/>
              </a:ext>
            </a:extLst>
          </p:cNvPr>
          <p:cNvPicPr>
            <a:picLocks noChangeAspect="1"/>
          </p:cNvPicPr>
          <p:nvPr/>
        </p:nvPicPr>
        <p:blipFill>
          <a:blip r:embed="rId3"/>
          <a:stretch>
            <a:fillRect/>
          </a:stretch>
        </p:blipFill>
        <p:spPr>
          <a:xfrm>
            <a:off x="7774329" y="1293471"/>
            <a:ext cx="3657600" cy="2743200"/>
          </a:xfrm>
          <a:prstGeom prst="rect">
            <a:avLst/>
          </a:prstGeom>
        </p:spPr>
      </p:pic>
    </p:spTree>
    <p:extLst>
      <p:ext uri="{BB962C8B-B14F-4D97-AF65-F5344CB8AC3E}">
        <p14:creationId xmlns:p14="http://schemas.microsoft.com/office/powerpoint/2010/main" val="275522303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B8CD900-19EC-824C-BF74-AADFBF5A172E}"/>
              </a:ext>
            </a:extLst>
          </p:cNvPr>
          <p:cNvSpPr>
            <a:spLocks noGrp="1"/>
          </p:cNvSpPr>
          <p:nvPr>
            <p:ph type="title"/>
          </p:nvPr>
        </p:nvSpPr>
        <p:spPr>
          <a:xfrm>
            <a:off x="798691" y="289325"/>
            <a:ext cx="10515600" cy="894622"/>
          </a:xfrm>
        </p:spPr>
        <p:txBody>
          <a:bodyPr>
            <a:normAutofit/>
          </a:bodyPr>
          <a:lstStyle/>
          <a:p>
            <a:r>
              <a:rPr lang="en-US" altLang="en-US" sz="4400" dirty="0">
                <a:cs typeface="Calibri" panose="020F0502020204030204" pitchFamily="34" charset="0"/>
              </a:rPr>
              <a:t>Transport services and protocols</a:t>
            </a:r>
            <a:endParaRPr lang="en-US" sz="4400" dirty="0"/>
          </a:p>
        </p:txBody>
      </p:sp>
      <p:sp>
        <p:nvSpPr>
          <p:cNvPr id="6" name="Rectangle 3">
            <a:extLst>
              <a:ext uri="{FF2B5EF4-FFF2-40B4-BE49-F238E27FC236}">
                <a16:creationId xmlns="" xmlns:a16="http://schemas.microsoft.com/office/drawing/2014/main" id="{B81DCC24-3FE7-E745-BC17-3886FB241095}"/>
              </a:ext>
            </a:extLst>
          </p:cNvPr>
          <p:cNvSpPr txBox="1">
            <a:spLocks noChangeArrowheads="1"/>
          </p:cNvSpPr>
          <p:nvPr/>
        </p:nvSpPr>
        <p:spPr>
          <a:xfrm>
            <a:off x="681218" y="1443831"/>
            <a:ext cx="5815703" cy="1621947"/>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provide</a:t>
            </a:r>
            <a:r>
              <a:rPr kumimoji="0" lang="en-US" sz="2800" b="0" i="1" u="none" strike="noStrike" kern="1200" cap="none" spc="0" normalizeH="0" baseline="0" noProof="0" dirty="0">
                <a:ln>
                  <a:noFill/>
                </a:ln>
                <a:solidFill>
                  <a:srgbClr val="FF0000"/>
                </a:solidFill>
                <a:effectLst/>
                <a:uLnTx/>
                <a:uFillTx/>
                <a:latin typeface="Calibri" panose="020F0502020204030204"/>
                <a:ea typeface="+mn-ea"/>
                <a:cs typeface="+mn-cs"/>
              </a:rPr>
              <a:t> </a:t>
            </a:r>
            <a:r>
              <a:rPr kumimoji="0" lang="en-US" sz="2800" b="0" i="1" u="none" strike="noStrike" kern="1200" cap="none" spc="0" normalizeH="0" baseline="0" noProof="0" dirty="0">
                <a:ln>
                  <a:noFill/>
                </a:ln>
                <a:solidFill>
                  <a:srgbClr val="CC0000"/>
                </a:solidFill>
                <a:effectLst/>
                <a:uLnTx/>
                <a:uFillTx/>
                <a:latin typeface="Calibri" panose="020F0502020204030204"/>
                <a:ea typeface="+mn-ea"/>
                <a:cs typeface="+mn-cs"/>
              </a:rPr>
              <a:t>logical communication</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between application processes running on different hosts</a:t>
            </a:r>
          </a:p>
        </p:txBody>
      </p:sp>
      <p:sp>
        <p:nvSpPr>
          <p:cNvPr id="10" name="Freeform 9">
            <a:extLst>
              <a:ext uri="{FF2B5EF4-FFF2-40B4-BE49-F238E27FC236}">
                <a16:creationId xmlns="" xmlns:a16="http://schemas.microsoft.com/office/drawing/2014/main" id="{7FC4FF92-130F-BB41-8C2E-AD6E35A5EFB3}"/>
              </a:ext>
            </a:extLst>
          </p:cNvPr>
          <p:cNvSpPr/>
          <p:nvPr/>
        </p:nvSpPr>
        <p:spPr>
          <a:xfrm>
            <a:off x="8985188" y="3065778"/>
            <a:ext cx="1124807" cy="1337915"/>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82604 w 1558990"/>
              <a:gd name="connsiteY0" fmla="*/ 534641 h 1810599"/>
              <a:gd name="connsiteX1" fmla="*/ 22252 w 1558990"/>
              <a:gd name="connsiteY1" fmla="*/ 940200 h 1810599"/>
              <a:gd name="connsiteX2" fmla="*/ 167457 w 1558990"/>
              <a:gd name="connsiteY2" fmla="*/ 1672556 h 1810599"/>
              <a:gd name="connsiteX3" fmla="*/ 1208772 w 1558990"/>
              <a:gd name="connsiteY3" fmla="*/ 1775650 h 1810599"/>
              <a:gd name="connsiteX4" fmla="*/ 1543003 w 1558990"/>
              <a:gd name="connsiteY4" fmla="*/ 1257671 h 1810599"/>
              <a:gd name="connsiteX5" fmla="*/ 1490762 w 1558990"/>
              <a:gd name="connsiteY5" fmla="*/ 672856 h 1810599"/>
              <a:gd name="connsiteX6" fmla="*/ 1359176 w 1558990"/>
              <a:gd name="connsiteY6" fmla="*/ 154877 h 1810599"/>
              <a:gd name="connsiteX7" fmla="*/ 861336 w 1558990"/>
              <a:gd name="connsiteY7" fmla="*/ 21205 h 1810599"/>
              <a:gd name="connsiteX8" fmla="*/ 382604 w 1558990"/>
              <a:gd name="connsiteY8" fmla="*/ 534641 h 1810599"/>
              <a:gd name="connsiteX0" fmla="*/ 393458 w 1593840"/>
              <a:gd name="connsiteY0" fmla="*/ 534641 h 1793264"/>
              <a:gd name="connsiteX1" fmla="*/ 33106 w 1593840"/>
              <a:gd name="connsiteY1" fmla="*/ 940200 h 1793264"/>
              <a:gd name="connsiteX2" fmla="*/ 178311 w 1593840"/>
              <a:gd name="connsiteY2" fmla="*/ 1672556 h 1793264"/>
              <a:gd name="connsiteX3" fmla="*/ 1464139 w 1593840"/>
              <a:gd name="connsiteY3" fmla="*/ 1752440 h 1793264"/>
              <a:gd name="connsiteX4" fmla="*/ 1553857 w 1593840"/>
              <a:gd name="connsiteY4" fmla="*/ 1257671 h 1793264"/>
              <a:gd name="connsiteX5" fmla="*/ 1501616 w 1593840"/>
              <a:gd name="connsiteY5" fmla="*/ 672856 h 1793264"/>
              <a:gd name="connsiteX6" fmla="*/ 1370030 w 1593840"/>
              <a:gd name="connsiteY6" fmla="*/ 154877 h 1793264"/>
              <a:gd name="connsiteX7" fmla="*/ 872190 w 1593840"/>
              <a:gd name="connsiteY7" fmla="*/ 21205 h 1793264"/>
              <a:gd name="connsiteX8" fmla="*/ 393458 w 1593840"/>
              <a:gd name="connsiteY8" fmla="*/ 534641 h 1793264"/>
              <a:gd name="connsiteX0" fmla="*/ 393458 w 1566550"/>
              <a:gd name="connsiteY0" fmla="*/ 534641 h 1840341"/>
              <a:gd name="connsiteX1" fmla="*/ 33106 w 1566550"/>
              <a:gd name="connsiteY1" fmla="*/ 940200 h 1840341"/>
              <a:gd name="connsiteX2" fmla="*/ 178311 w 1566550"/>
              <a:gd name="connsiteY2" fmla="*/ 1672556 h 1840341"/>
              <a:gd name="connsiteX3" fmla="*/ 1464139 w 1566550"/>
              <a:gd name="connsiteY3" fmla="*/ 1752440 h 1840341"/>
              <a:gd name="connsiteX4" fmla="*/ 1553857 w 1566550"/>
              <a:gd name="connsiteY4" fmla="*/ 1257671 h 1840341"/>
              <a:gd name="connsiteX5" fmla="*/ 1501616 w 1566550"/>
              <a:gd name="connsiteY5" fmla="*/ 672856 h 1840341"/>
              <a:gd name="connsiteX6" fmla="*/ 1370030 w 1566550"/>
              <a:gd name="connsiteY6" fmla="*/ 154877 h 1840341"/>
              <a:gd name="connsiteX7" fmla="*/ 872190 w 1566550"/>
              <a:gd name="connsiteY7" fmla="*/ 21205 h 1840341"/>
              <a:gd name="connsiteX8" fmla="*/ 393458 w 1566550"/>
              <a:gd name="connsiteY8" fmla="*/ 534641 h 1840341"/>
              <a:gd name="connsiteX0" fmla="*/ 393458 w 1555557"/>
              <a:gd name="connsiteY0" fmla="*/ 534641 h 1787187"/>
              <a:gd name="connsiteX1" fmla="*/ 33106 w 1555557"/>
              <a:gd name="connsiteY1" fmla="*/ 940200 h 1787187"/>
              <a:gd name="connsiteX2" fmla="*/ 178311 w 1555557"/>
              <a:gd name="connsiteY2" fmla="*/ 1672556 h 1787187"/>
              <a:gd name="connsiteX3" fmla="*/ 1464139 w 1555557"/>
              <a:gd name="connsiteY3" fmla="*/ 1752440 h 1787187"/>
              <a:gd name="connsiteX4" fmla="*/ 1553857 w 1555557"/>
              <a:gd name="connsiteY4" fmla="*/ 1257671 h 1787187"/>
              <a:gd name="connsiteX5" fmla="*/ 1501616 w 1555557"/>
              <a:gd name="connsiteY5" fmla="*/ 672856 h 1787187"/>
              <a:gd name="connsiteX6" fmla="*/ 1370030 w 1555557"/>
              <a:gd name="connsiteY6" fmla="*/ 154877 h 1787187"/>
              <a:gd name="connsiteX7" fmla="*/ 872190 w 1555557"/>
              <a:gd name="connsiteY7" fmla="*/ 21205 h 1787187"/>
              <a:gd name="connsiteX8" fmla="*/ 393458 w 1555557"/>
              <a:gd name="connsiteY8" fmla="*/ 534641 h 1787187"/>
              <a:gd name="connsiteX0" fmla="*/ 401126 w 1664928"/>
              <a:gd name="connsiteY0" fmla="*/ 534641 h 1783934"/>
              <a:gd name="connsiteX1" fmla="*/ 40774 w 1664928"/>
              <a:gd name="connsiteY1" fmla="*/ 940200 h 1783934"/>
              <a:gd name="connsiteX2" fmla="*/ 185979 w 1664928"/>
              <a:gd name="connsiteY2" fmla="*/ 1672556 h 1783934"/>
              <a:gd name="connsiteX3" fmla="*/ 1618513 w 1664928"/>
              <a:gd name="connsiteY3" fmla="*/ 1747798 h 1783934"/>
              <a:gd name="connsiteX4" fmla="*/ 1561525 w 1664928"/>
              <a:gd name="connsiteY4" fmla="*/ 1257671 h 1783934"/>
              <a:gd name="connsiteX5" fmla="*/ 1509284 w 1664928"/>
              <a:gd name="connsiteY5" fmla="*/ 672856 h 1783934"/>
              <a:gd name="connsiteX6" fmla="*/ 1377698 w 1664928"/>
              <a:gd name="connsiteY6" fmla="*/ 154877 h 1783934"/>
              <a:gd name="connsiteX7" fmla="*/ 879858 w 1664928"/>
              <a:gd name="connsiteY7" fmla="*/ 21205 h 1783934"/>
              <a:gd name="connsiteX8" fmla="*/ 401126 w 1664928"/>
              <a:gd name="connsiteY8" fmla="*/ 534641 h 1783934"/>
              <a:gd name="connsiteX0" fmla="*/ 408119 w 1718774"/>
              <a:gd name="connsiteY0" fmla="*/ 534641 h 1826522"/>
              <a:gd name="connsiteX1" fmla="*/ 47767 w 1718774"/>
              <a:gd name="connsiteY1" fmla="*/ 940200 h 1826522"/>
              <a:gd name="connsiteX2" fmla="*/ 179001 w 1718774"/>
              <a:gd name="connsiteY2" fmla="*/ 1742186 h 1826522"/>
              <a:gd name="connsiteX3" fmla="*/ 1625506 w 1718774"/>
              <a:gd name="connsiteY3" fmla="*/ 1747798 h 1826522"/>
              <a:gd name="connsiteX4" fmla="*/ 1568518 w 1718774"/>
              <a:gd name="connsiteY4" fmla="*/ 1257671 h 1826522"/>
              <a:gd name="connsiteX5" fmla="*/ 1516277 w 1718774"/>
              <a:gd name="connsiteY5" fmla="*/ 672856 h 1826522"/>
              <a:gd name="connsiteX6" fmla="*/ 1384691 w 1718774"/>
              <a:gd name="connsiteY6" fmla="*/ 154877 h 1826522"/>
              <a:gd name="connsiteX7" fmla="*/ 886851 w 1718774"/>
              <a:gd name="connsiteY7" fmla="*/ 21205 h 1826522"/>
              <a:gd name="connsiteX8" fmla="*/ 408119 w 1718774"/>
              <a:gd name="connsiteY8" fmla="*/ 534641 h 1826522"/>
              <a:gd name="connsiteX0" fmla="*/ 477759 w 1796623"/>
              <a:gd name="connsiteY0" fmla="*/ 534641 h 1818043"/>
              <a:gd name="connsiteX1" fmla="*/ 117407 w 1796623"/>
              <a:gd name="connsiteY1" fmla="*/ 940200 h 1818043"/>
              <a:gd name="connsiteX2" fmla="*/ 136864 w 1796623"/>
              <a:gd name="connsiteY2" fmla="*/ 1728260 h 1818043"/>
              <a:gd name="connsiteX3" fmla="*/ 1695146 w 1796623"/>
              <a:gd name="connsiteY3" fmla="*/ 1747798 h 1818043"/>
              <a:gd name="connsiteX4" fmla="*/ 1638158 w 1796623"/>
              <a:gd name="connsiteY4" fmla="*/ 1257671 h 1818043"/>
              <a:gd name="connsiteX5" fmla="*/ 1585917 w 1796623"/>
              <a:gd name="connsiteY5" fmla="*/ 672856 h 1818043"/>
              <a:gd name="connsiteX6" fmla="*/ 1454331 w 1796623"/>
              <a:gd name="connsiteY6" fmla="*/ 154877 h 1818043"/>
              <a:gd name="connsiteX7" fmla="*/ 956491 w 1796623"/>
              <a:gd name="connsiteY7" fmla="*/ 21205 h 1818043"/>
              <a:gd name="connsiteX8" fmla="*/ 477759 w 1796623"/>
              <a:gd name="connsiteY8" fmla="*/ 534641 h 1818043"/>
              <a:gd name="connsiteX0" fmla="*/ 396783 w 1688820"/>
              <a:gd name="connsiteY0" fmla="*/ 534641 h 1815615"/>
              <a:gd name="connsiteX1" fmla="*/ 36431 w 1688820"/>
              <a:gd name="connsiteY1" fmla="*/ 940200 h 1815615"/>
              <a:gd name="connsiteX2" fmla="*/ 55888 w 1688820"/>
              <a:gd name="connsiteY2" fmla="*/ 1728260 h 1815615"/>
              <a:gd name="connsiteX3" fmla="*/ 421834 w 1688820"/>
              <a:gd name="connsiteY3" fmla="*/ 1798118 h 1815615"/>
              <a:gd name="connsiteX4" fmla="*/ 1614170 w 1688820"/>
              <a:gd name="connsiteY4" fmla="*/ 1747798 h 1815615"/>
              <a:gd name="connsiteX5" fmla="*/ 1557182 w 1688820"/>
              <a:gd name="connsiteY5" fmla="*/ 1257671 h 1815615"/>
              <a:gd name="connsiteX6" fmla="*/ 1504941 w 1688820"/>
              <a:gd name="connsiteY6" fmla="*/ 672856 h 1815615"/>
              <a:gd name="connsiteX7" fmla="*/ 1373355 w 1688820"/>
              <a:gd name="connsiteY7" fmla="*/ 154877 h 1815615"/>
              <a:gd name="connsiteX8" fmla="*/ 875515 w 1688820"/>
              <a:gd name="connsiteY8" fmla="*/ 21205 h 1815615"/>
              <a:gd name="connsiteX9" fmla="*/ 396783 w 1688820"/>
              <a:gd name="connsiteY9" fmla="*/ 534641 h 1815615"/>
              <a:gd name="connsiteX0" fmla="*/ 394951 w 1689541"/>
              <a:gd name="connsiteY0" fmla="*/ 534641 h 1877271"/>
              <a:gd name="connsiteX1" fmla="*/ 34599 w 1689541"/>
              <a:gd name="connsiteY1" fmla="*/ 940200 h 1877271"/>
              <a:gd name="connsiteX2" fmla="*/ 54056 w 1689541"/>
              <a:gd name="connsiteY2" fmla="*/ 1728260 h 1877271"/>
              <a:gd name="connsiteX3" fmla="*/ 385071 w 1689541"/>
              <a:gd name="connsiteY3" fmla="*/ 1877032 h 1877271"/>
              <a:gd name="connsiteX4" fmla="*/ 1612338 w 1689541"/>
              <a:gd name="connsiteY4" fmla="*/ 1747798 h 1877271"/>
              <a:gd name="connsiteX5" fmla="*/ 1555350 w 1689541"/>
              <a:gd name="connsiteY5" fmla="*/ 1257671 h 1877271"/>
              <a:gd name="connsiteX6" fmla="*/ 1503109 w 1689541"/>
              <a:gd name="connsiteY6" fmla="*/ 672856 h 1877271"/>
              <a:gd name="connsiteX7" fmla="*/ 1371523 w 1689541"/>
              <a:gd name="connsiteY7" fmla="*/ 154877 h 1877271"/>
              <a:gd name="connsiteX8" fmla="*/ 873683 w 1689541"/>
              <a:gd name="connsiteY8" fmla="*/ 21205 h 1877271"/>
              <a:gd name="connsiteX9" fmla="*/ 394951 w 1689541"/>
              <a:gd name="connsiteY9" fmla="*/ 534641 h 1877271"/>
              <a:gd name="connsiteX0" fmla="*/ 394949 w 1689541"/>
              <a:gd name="connsiteY0" fmla="*/ 534641 h 1877032"/>
              <a:gd name="connsiteX1" fmla="*/ 34597 w 1689541"/>
              <a:gd name="connsiteY1" fmla="*/ 940200 h 1877032"/>
              <a:gd name="connsiteX2" fmla="*/ 54054 w 1689541"/>
              <a:gd name="connsiteY2" fmla="*/ 1728260 h 1877032"/>
              <a:gd name="connsiteX3" fmla="*/ 385069 w 1689541"/>
              <a:gd name="connsiteY3" fmla="*/ 1877032 h 1877032"/>
              <a:gd name="connsiteX4" fmla="*/ 1612336 w 1689541"/>
              <a:gd name="connsiteY4" fmla="*/ 1747798 h 1877032"/>
              <a:gd name="connsiteX5" fmla="*/ 1555348 w 1689541"/>
              <a:gd name="connsiteY5" fmla="*/ 1257671 h 1877032"/>
              <a:gd name="connsiteX6" fmla="*/ 1503107 w 1689541"/>
              <a:gd name="connsiteY6" fmla="*/ 672856 h 1877032"/>
              <a:gd name="connsiteX7" fmla="*/ 1371521 w 1689541"/>
              <a:gd name="connsiteY7" fmla="*/ 154877 h 1877032"/>
              <a:gd name="connsiteX8" fmla="*/ 873681 w 1689541"/>
              <a:gd name="connsiteY8" fmla="*/ 21205 h 1877032"/>
              <a:gd name="connsiteX9" fmla="*/ 394949 w 1689541"/>
              <a:gd name="connsiteY9" fmla="*/ 534641 h 1877032"/>
              <a:gd name="connsiteX0" fmla="*/ 394949 w 1683795"/>
              <a:gd name="connsiteY0" fmla="*/ 534641 h 1877032"/>
              <a:gd name="connsiteX1" fmla="*/ 34597 w 1683795"/>
              <a:gd name="connsiteY1" fmla="*/ 940200 h 1877032"/>
              <a:gd name="connsiteX2" fmla="*/ 54054 w 1683795"/>
              <a:gd name="connsiteY2" fmla="*/ 1728260 h 1877032"/>
              <a:gd name="connsiteX3" fmla="*/ 385069 w 1683795"/>
              <a:gd name="connsiteY3" fmla="*/ 1877032 h 1877032"/>
              <a:gd name="connsiteX4" fmla="*/ 1605349 w 1683795"/>
              <a:gd name="connsiteY4" fmla="*/ 1798860 h 1877032"/>
              <a:gd name="connsiteX5" fmla="*/ 1555348 w 1683795"/>
              <a:gd name="connsiteY5" fmla="*/ 1257671 h 1877032"/>
              <a:gd name="connsiteX6" fmla="*/ 1503107 w 1683795"/>
              <a:gd name="connsiteY6" fmla="*/ 672856 h 1877032"/>
              <a:gd name="connsiteX7" fmla="*/ 1371521 w 1683795"/>
              <a:gd name="connsiteY7" fmla="*/ 154877 h 1877032"/>
              <a:gd name="connsiteX8" fmla="*/ 873681 w 1683795"/>
              <a:gd name="connsiteY8" fmla="*/ 21205 h 1877032"/>
              <a:gd name="connsiteX9" fmla="*/ 394949 w 1683795"/>
              <a:gd name="connsiteY9" fmla="*/ 534641 h 1877032"/>
              <a:gd name="connsiteX0" fmla="*/ 394949 w 1720794"/>
              <a:gd name="connsiteY0" fmla="*/ 534641 h 1877032"/>
              <a:gd name="connsiteX1" fmla="*/ 34597 w 1720794"/>
              <a:gd name="connsiteY1" fmla="*/ 940200 h 1877032"/>
              <a:gd name="connsiteX2" fmla="*/ 54054 w 1720794"/>
              <a:gd name="connsiteY2" fmla="*/ 1728260 h 1877032"/>
              <a:gd name="connsiteX3" fmla="*/ 385069 w 1720794"/>
              <a:gd name="connsiteY3" fmla="*/ 1877032 h 1877032"/>
              <a:gd name="connsiteX4" fmla="*/ 1605349 w 1720794"/>
              <a:gd name="connsiteY4" fmla="*/ 1798860 h 1877032"/>
              <a:gd name="connsiteX5" fmla="*/ 1555348 w 1720794"/>
              <a:gd name="connsiteY5" fmla="*/ 1257671 h 1877032"/>
              <a:gd name="connsiteX6" fmla="*/ 1503107 w 1720794"/>
              <a:gd name="connsiteY6" fmla="*/ 672856 h 1877032"/>
              <a:gd name="connsiteX7" fmla="*/ 1371521 w 1720794"/>
              <a:gd name="connsiteY7" fmla="*/ 154877 h 1877032"/>
              <a:gd name="connsiteX8" fmla="*/ 873681 w 1720794"/>
              <a:gd name="connsiteY8" fmla="*/ 21205 h 1877032"/>
              <a:gd name="connsiteX9" fmla="*/ 394949 w 1720794"/>
              <a:gd name="connsiteY9" fmla="*/ 534641 h 1877032"/>
              <a:gd name="connsiteX0" fmla="*/ 394949 w 1720794"/>
              <a:gd name="connsiteY0" fmla="*/ 534641 h 1877032"/>
              <a:gd name="connsiteX1" fmla="*/ 34597 w 1720794"/>
              <a:gd name="connsiteY1" fmla="*/ 940200 h 1877032"/>
              <a:gd name="connsiteX2" fmla="*/ 54054 w 1720794"/>
              <a:gd name="connsiteY2" fmla="*/ 1728260 h 1877032"/>
              <a:gd name="connsiteX3" fmla="*/ 385069 w 1720794"/>
              <a:gd name="connsiteY3" fmla="*/ 1877032 h 1877032"/>
              <a:gd name="connsiteX4" fmla="*/ 1605349 w 1720794"/>
              <a:gd name="connsiteY4" fmla="*/ 1798860 h 1877032"/>
              <a:gd name="connsiteX5" fmla="*/ 1555348 w 1720794"/>
              <a:gd name="connsiteY5" fmla="*/ 1257671 h 1877032"/>
              <a:gd name="connsiteX6" fmla="*/ 1503107 w 1720794"/>
              <a:gd name="connsiteY6" fmla="*/ 672856 h 1877032"/>
              <a:gd name="connsiteX7" fmla="*/ 1371521 w 1720794"/>
              <a:gd name="connsiteY7" fmla="*/ 154877 h 1877032"/>
              <a:gd name="connsiteX8" fmla="*/ 873681 w 1720794"/>
              <a:gd name="connsiteY8" fmla="*/ 21205 h 1877032"/>
              <a:gd name="connsiteX9" fmla="*/ 394949 w 1720794"/>
              <a:gd name="connsiteY9" fmla="*/ 534641 h 1877032"/>
              <a:gd name="connsiteX0" fmla="*/ 394949 w 1671512"/>
              <a:gd name="connsiteY0" fmla="*/ 534641 h 1877032"/>
              <a:gd name="connsiteX1" fmla="*/ 34597 w 1671512"/>
              <a:gd name="connsiteY1" fmla="*/ 940200 h 1877032"/>
              <a:gd name="connsiteX2" fmla="*/ 54054 w 1671512"/>
              <a:gd name="connsiteY2" fmla="*/ 1728260 h 1877032"/>
              <a:gd name="connsiteX3" fmla="*/ 385069 w 1671512"/>
              <a:gd name="connsiteY3" fmla="*/ 1877032 h 1877032"/>
              <a:gd name="connsiteX4" fmla="*/ 1605349 w 1671512"/>
              <a:gd name="connsiteY4" fmla="*/ 1798860 h 1877032"/>
              <a:gd name="connsiteX5" fmla="*/ 1555348 w 1671512"/>
              <a:gd name="connsiteY5" fmla="*/ 1257671 h 1877032"/>
              <a:gd name="connsiteX6" fmla="*/ 1503107 w 1671512"/>
              <a:gd name="connsiteY6" fmla="*/ 672856 h 1877032"/>
              <a:gd name="connsiteX7" fmla="*/ 1371521 w 1671512"/>
              <a:gd name="connsiteY7" fmla="*/ 154877 h 1877032"/>
              <a:gd name="connsiteX8" fmla="*/ 873681 w 1671512"/>
              <a:gd name="connsiteY8" fmla="*/ 21205 h 1877032"/>
              <a:gd name="connsiteX9" fmla="*/ 394949 w 1671512"/>
              <a:gd name="connsiteY9" fmla="*/ 534641 h 1877032"/>
              <a:gd name="connsiteX0" fmla="*/ 394949 w 1677296"/>
              <a:gd name="connsiteY0" fmla="*/ 534641 h 1877032"/>
              <a:gd name="connsiteX1" fmla="*/ 34597 w 1677296"/>
              <a:gd name="connsiteY1" fmla="*/ 940200 h 1877032"/>
              <a:gd name="connsiteX2" fmla="*/ 54054 w 1677296"/>
              <a:gd name="connsiteY2" fmla="*/ 1728260 h 1877032"/>
              <a:gd name="connsiteX3" fmla="*/ 385069 w 1677296"/>
              <a:gd name="connsiteY3" fmla="*/ 1877032 h 1877032"/>
              <a:gd name="connsiteX4" fmla="*/ 1612334 w 1677296"/>
              <a:gd name="connsiteY4" fmla="*/ 1840637 h 1877032"/>
              <a:gd name="connsiteX5" fmla="*/ 1555348 w 1677296"/>
              <a:gd name="connsiteY5" fmla="*/ 1257671 h 1877032"/>
              <a:gd name="connsiteX6" fmla="*/ 1503107 w 1677296"/>
              <a:gd name="connsiteY6" fmla="*/ 672856 h 1877032"/>
              <a:gd name="connsiteX7" fmla="*/ 1371521 w 1677296"/>
              <a:gd name="connsiteY7" fmla="*/ 154877 h 1877032"/>
              <a:gd name="connsiteX8" fmla="*/ 873681 w 1677296"/>
              <a:gd name="connsiteY8" fmla="*/ 21205 h 1877032"/>
              <a:gd name="connsiteX9" fmla="*/ 394949 w 1677296"/>
              <a:gd name="connsiteY9" fmla="*/ 534641 h 1877032"/>
              <a:gd name="connsiteX0" fmla="*/ 394949 w 1677298"/>
              <a:gd name="connsiteY0" fmla="*/ 534641 h 1877032"/>
              <a:gd name="connsiteX1" fmla="*/ 34597 w 1677298"/>
              <a:gd name="connsiteY1" fmla="*/ 940200 h 1877032"/>
              <a:gd name="connsiteX2" fmla="*/ 54054 w 1677298"/>
              <a:gd name="connsiteY2" fmla="*/ 1728260 h 1877032"/>
              <a:gd name="connsiteX3" fmla="*/ 385069 w 1677298"/>
              <a:gd name="connsiteY3" fmla="*/ 1877032 h 1877032"/>
              <a:gd name="connsiteX4" fmla="*/ 1612334 w 1677298"/>
              <a:gd name="connsiteY4" fmla="*/ 1840637 h 1877032"/>
              <a:gd name="connsiteX5" fmla="*/ 1555348 w 1677298"/>
              <a:gd name="connsiteY5" fmla="*/ 1257671 h 1877032"/>
              <a:gd name="connsiteX6" fmla="*/ 1503107 w 1677298"/>
              <a:gd name="connsiteY6" fmla="*/ 672856 h 1877032"/>
              <a:gd name="connsiteX7" fmla="*/ 1371521 w 1677298"/>
              <a:gd name="connsiteY7" fmla="*/ 154877 h 1877032"/>
              <a:gd name="connsiteX8" fmla="*/ 873681 w 1677298"/>
              <a:gd name="connsiteY8" fmla="*/ 21205 h 1877032"/>
              <a:gd name="connsiteX9" fmla="*/ 394949 w 1677298"/>
              <a:gd name="connsiteY9" fmla="*/ 534641 h 1877032"/>
              <a:gd name="connsiteX0" fmla="*/ 394949 w 1677296"/>
              <a:gd name="connsiteY0" fmla="*/ 534641 h 1904936"/>
              <a:gd name="connsiteX1" fmla="*/ 34597 w 1677296"/>
              <a:gd name="connsiteY1" fmla="*/ 940200 h 1904936"/>
              <a:gd name="connsiteX2" fmla="*/ 54054 w 1677296"/>
              <a:gd name="connsiteY2" fmla="*/ 1728260 h 1904936"/>
              <a:gd name="connsiteX3" fmla="*/ 385069 w 1677296"/>
              <a:gd name="connsiteY3" fmla="*/ 1877032 h 1904936"/>
              <a:gd name="connsiteX4" fmla="*/ 1612334 w 1677296"/>
              <a:gd name="connsiteY4" fmla="*/ 1840637 h 1904936"/>
              <a:gd name="connsiteX5" fmla="*/ 1555348 w 1677296"/>
              <a:gd name="connsiteY5" fmla="*/ 1257671 h 1904936"/>
              <a:gd name="connsiteX6" fmla="*/ 1503107 w 1677296"/>
              <a:gd name="connsiteY6" fmla="*/ 672856 h 1904936"/>
              <a:gd name="connsiteX7" fmla="*/ 1371521 w 1677296"/>
              <a:gd name="connsiteY7" fmla="*/ 154877 h 1904936"/>
              <a:gd name="connsiteX8" fmla="*/ 873681 w 1677296"/>
              <a:gd name="connsiteY8" fmla="*/ 21205 h 1904936"/>
              <a:gd name="connsiteX9" fmla="*/ 394949 w 1677296"/>
              <a:gd name="connsiteY9" fmla="*/ 534641 h 1904936"/>
              <a:gd name="connsiteX0" fmla="*/ 461539 w 1743887"/>
              <a:gd name="connsiteY0" fmla="*/ 534641 h 1904936"/>
              <a:gd name="connsiteX1" fmla="*/ 101187 w 1743887"/>
              <a:gd name="connsiteY1" fmla="*/ 940200 h 1904936"/>
              <a:gd name="connsiteX2" fmla="*/ 22840 w 1743887"/>
              <a:gd name="connsiteY2" fmla="*/ 1737812 h 1904936"/>
              <a:gd name="connsiteX3" fmla="*/ 451659 w 1743887"/>
              <a:gd name="connsiteY3" fmla="*/ 1877032 h 1904936"/>
              <a:gd name="connsiteX4" fmla="*/ 1678924 w 1743887"/>
              <a:gd name="connsiteY4" fmla="*/ 1840637 h 1904936"/>
              <a:gd name="connsiteX5" fmla="*/ 1621938 w 1743887"/>
              <a:gd name="connsiteY5" fmla="*/ 1257671 h 1904936"/>
              <a:gd name="connsiteX6" fmla="*/ 1569697 w 1743887"/>
              <a:gd name="connsiteY6" fmla="*/ 672856 h 1904936"/>
              <a:gd name="connsiteX7" fmla="*/ 1438111 w 1743887"/>
              <a:gd name="connsiteY7" fmla="*/ 154877 h 1904936"/>
              <a:gd name="connsiteX8" fmla="*/ 940271 w 1743887"/>
              <a:gd name="connsiteY8" fmla="*/ 21205 h 1904936"/>
              <a:gd name="connsiteX9" fmla="*/ 461539 w 1743887"/>
              <a:gd name="connsiteY9" fmla="*/ 534641 h 1904936"/>
              <a:gd name="connsiteX0" fmla="*/ 452050 w 1756359"/>
              <a:gd name="connsiteY0" fmla="*/ 534641 h 1891359"/>
              <a:gd name="connsiteX1" fmla="*/ 91698 w 1756359"/>
              <a:gd name="connsiteY1" fmla="*/ 940200 h 1891359"/>
              <a:gd name="connsiteX2" fmla="*/ 13351 w 1756359"/>
              <a:gd name="connsiteY2" fmla="*/ 1737812 h 1891359"/>
              <a:gd name="connsiteX3" fmla="*/ 309435 w 1756359"/>
              <a:gd name="connsiteY3" fmla="*/ 1891359 h 1891359"/>
              <a:gd name="connsiteX4" fmla="*/ 1669435 w 1756359"/>
              <a:gd name="connsiteY4" fmla="*/ 1840637 h 1891359"/>
              <a:gd name="connsiteX5" fmla="*/ 1612449 w 1756359"/>
              <a:gd name="connsiteY5" fmla="*/ 1257671 h 1891359"/>
              <a:gd name="connsiteX6" fmla="*/ 1560208 w 1756359"/>
              <a:gd name="connsiteY6" fmla="*/ 672856 h 1891359"/>
              <a:gd name="connsiteX7" fmla="*/ 1428622 w 1756359"/>
              <a:gd name="connsiteY7" fmla="*/ 154877 h 1891359"/>
              <a:gd name="connsiteX8" fmla="*/ 930782 w 1756359"/>
              <a:gd name="connsiteY8" fmla="*/ 21205 h 1891359"/>
              <a:gd name="connsiteX9" fmla="*/ 452050 w 1756359"/>
              <a:gd name="connsiteY9" fmla="*/ 534641 h 1891359"/>
              <a:gd name="connsiteX0" fmla="*/ 452050 w 1756257"/>
              <a:gd name="connsiteY0" fmla="*/ 534641 h 1891359"/>
              <a:gd name="connsiteX1" fmla="*/ 91698 w 1756257"/>
              <a:gd name="connsiteY1" fmla="*/ 940200 h 1891359"/>
              <a:gd name="connsiteX2" fmla="*/ 13351 w 1756257"/>
              <a:gd name="connsiteY2" fmla="*/ 1737812 h 1891359"/>
              <a:gd name="connsiteX3" fmla="*/ 309435 w 1756257"/>
              <a:gd name="connsiteY3" fmla="*/ 1891359 h 1891359"/>
              <a:gd name="connsiteX4" fmla="*/ 1669435 w 1756257"/>
              <a:gd name="connsiteY4" fmla="*/ 1840637 h 1891359"/>
              <a:gd name="connsiteX5" fmla="*/ 1612449 w 1756257"/>
              <a:gd name="connsiteY5" fmla="*/ 1257671 h 1891359"/>
              <a:gd name="connsiteX6" fmla="*/ 1563496 w 1756257"/>
              <a:gd name="connsiteY6" fmla="*/ 959631 h 1891359"/>
              <a:gd name="connsiteX7" fmla="*/ 1560208 w 1756257"/>
              <a:gd name="connsiteY7" fmla="*/ 672856 h 1891359"/>
              <a:gd name="connsiteX8" fmla="*/ 1428622 w 1756257"/>
              <a:gd name="connsiteY8" fmla="*/ 154877 h 1891359"/>
              <a:gd name="connsiteX9" fmla="*/ 930782 w 1756257"/>
              <a:gd name="connsiteY9" fmla="*/ 21205 h 1891359"/>
              <a:gd name="connsiteX10" fmla="*/ 452050 w 1756257"/>
              <a:gd name="connsiteY10" fmla="*/ 534641 h 1891359"/>
              <a:gd name="connsiteX0" fmla="*/ 452050 w 1764590"/>
              <a:gd name="connsiteY0" fmla="*/ 534641 h 1891359"/>
              <a:gd name="connsiteX1" fmla="*/ 91698 w 1764590"/>
              <a:gd name="connsiteY1" fmla="*/ 940200 h 1891359"/>
              <a:gd name="connsiteX2" fmla="*/ 13351 w 1764590"/>
              <a:gd name="connsiteY2" fmla="*/ 1737812 h 1891359"/>
              <a:gd name="connsiteX3" fmla="*/ 309435 w 1764590"/>
              <a:gd name="connsiteY3" fmla="*/ 1891359 h 1891359"/>
              <a:gd name="connsiteX4" fmla="*/ 1669435 w 1764590"/>
              <a:gd name="connsiteY4" fmla="*/ 1840637 h 1891359"/>
              <a:gd name="connsiteX5" fmla="*/ 1612449 w 1764590"/>
              <a:gd name="connsiteY5" fmla="*/ 1257671 h 1891359"/>
              <a:gd name="connsiteX6" fmla="*/ 1309780 w 1764590"/>
              <a:gd name="connsiteY6" fmla="*/ 1046341 h 1891359"/>
              <a:gd name="connsiteX7" fmla="*/ 1560208 w 1764590"/>
              <a:gd name="connsiteY7" fmla="*/ 672856 h 1891359"/>
              <a:gd name="connsiteX8" fmla="*/ 1428622 w 1764590"/>
              <a:gd name="connsiteY8" fmla="*/ 154877 h 1891359"/>
              <a:gd name="connsiteX9" fmla="*/ 930782 w 1764590"/>
              <a:gd name="connsiteY9" fmla="*/ 21205 h 1891359"/>
              <a:gd name="connsiteX10" fmla="*/ 452050 w 1764590"/>
              <a:gd name="connsiteY10" fmla="*/ 534641 h 1891359"/>
              <a:gd name="connsiteX0" fmla="*/ 452050 w 1764592"/>
              <a:gd name="connsiteY0" fmla="*/ 534641 h 1891359"/>
              <a:gd name="connsiteX1" fmla="*/ 91698 w 1764592"/>
              <a:gd name="connsiteY1" fmla="*/ 940200 h 1891359"/>
              <a:gd name="connsiteX2" fmla="*/ 13351 w 1764592"/>
              <a:gd name="connsiteY2" fmla="*/ 1737812 h 1891359"/>
              <a:gd name="connsiteX3" fmla="*/ 309435 w 1764592"/>
              <a:gd name="connsiteY3" fmla="*/ 1891359 h 1891359"/>
              <a:gd name="connsiteX4" fmla="*/ 1669435 w 1764592"/>
              <a:gd name="connsiteY4" fmla="*/ 1840637 h 1891359"/>
              <a:gd name="connsiteX5" fmla="*/ 1612449 w 1764592"/>
              <a:gd name="connsiteY5" fmla="*/ 1257671 h 1891359"/>
              <a:gd name="connsiteX6" fmla="*/ 1309780 w 1764592"/>
              <a:gd name="connsiteY6" fmla="*/ 1046341 h 1891359"/>
              <a:gd name="connsiteX7" fmla="*/ 1560208 w 1764592"/>
              <a:gd name="connsiteY7" fmla="*/ 672856 h 1891359"/>
              <a:gd name="connsiteX8" fmla="*/ 1428622 w 1764592"/>
              <a:gd name="connsiteY8" fmla="*/ 154877 h 1891359"/>
              <a:gd name="connsiteX9" fmla="*/ 930782 w 1764592"/>
              <a:gd name="connsiteY9" fmla="*/ 21205 h 1891359"/>
              <a:gd name="connsiteX10" fmla="*/ 452050 w 1764592"/>
              <a:gd name="connsiteY10" fmla="*/ 534641 h 1891359"/>
              <a:gd name="connsiteX0" fmla="*/ 452050 w 1764590"/>
              <a:gd name="connsiteY0" fmla="*/ 534641 h 1891359"/>
              <a:gd name="connsiteX1" fmla="*/ 91698 w 1764590"/>
              <a:gd name="connsiteY1" fmla="*/ 940200 h 1891359"/>
              <a:gd name="connsiteX2" fmla="*/ 13351 w 1764590"/>
              <a:gd name="connsiteY2" fmla="*/ 1737812 h 1891359"/>
              <a:gd name="connsiteX3" fmla="*/ 309435 w 1764590"/>
              <a:gd name="connsiteY3" fmla="*/ 1891359 h 1891359"/>
              <a:gd name="connsiteX4" fmla="*/ 1669435 w 1764590"/>
              <a:gd name="connsiteY4" fmla="*/ 1840637 h 1891359"/>
              <a:gd name="connsiteX5" fmla="*/ 1612449 w 1764590"/>
              <a:gd name="connsiteY5" fmla="*/ 1257671 h 1891359"/>
              <a:gd name="connsiteX6" fmla="*/ 1309780 w 1764590"/>
              <a:gd name="connsiteY6" fmla="*/ 1046341 h 1891359"/>
              <a:gd name="connsiteX7" fmla="*/ 1560208 w 1764590"/>
              <a:gd name="connsiteY7" fmla="*/ 672856 h 1891359"/>
              <a:gd name="connsiteX8" fmla="*/ 1428622 w 1764590"/>
              <a:gd name="connsiteY8" fmla="*/ 154877 h 1891359"/>
              <a:gd name="connsiteX9" fmla="*/ 930782 w 1764590"/>
              <a:gd name="connsiteY9" fmla="*/ 21205 h 1891359"/>
              <a:gd name="connsiteX10" fmla="*/ 452050 w 1764590"/>
              <a:gd name="connsiteY10" fmla="*/ 534641 h 1891359"/>
              <a:gd name="connsiteX0" fmla="*/ 452050 w 1792731"/>
              <a:gd name="connsiteY0" fmla="*/ 534641 h 1891359"/>
              <a:gd name="connsiteX1" fmla="*/ 91698 w 1792731"/>
              <a:gd name="connsiteY1" fmla="*/ 940200 h 1891359"/>
              <a:gd name="connsiteX2" fmla="*/ 13351 w 1792731"/>
              <a:gd name="connsiteY2" fmla="*/ 1737812 h 1891359"/>
              <a:gd name="connsiteX3" fmla="*/ 309435 w 1792731"/>
              <a:gd name="connsiteY3" fmla="*/ 1891359 h 1891359"/>
              <a:gd name="connsiteX4" fmla="*/ 1669435 w 1792731"/>
              <a:gd name="connsiteY4" fmla="*/ 1840637 h 1891359"/>
              <a:gd name="connsiteX5" fmla="*/ 1688563 w 1792731"/>
              <a:gd name="connsiteY5" fmla="*/ 1292355 h 1891359"/>
              <a:gd name="connsiteX6" fmla="*/ 1309780 w 1792731"/>
              <a:gd name="connsiteY6" fmla="*/ 1046341 h 1891359"/>
              <a:gd name="connsiteX7" fmla="*/ 1560208 w 1792731"/>
              <a:gd name="connsiteY7" fmla="*/ 672856 h 1891359"/>
              <a:gd name="connsiteX8" fmla="*/ 1428622 w 1792731"/>
              <a:gd name="connsiteY8" fmla="*/ 154877 h 1891359"/>
              <a:gd name="connsiteX9" fmla="*/ 930782 w 1792731"/>
              <a:gd name="connsiteY9" fmla="*/ 21205 h 1891359"/>
              <a:gd name="connsiteX10" fmla="*/ 452050 w 1792731"/>
              <a:gd name="connsiteY10" fmla="*/ 534641 h 1891359"/>
              <a:gd name="connsiteX0" fmla="*/ 452050 w 1814809"/>
              <a:gd name="connsiteY0" fmla="*/ 534641 h 1891359"/>
              <a:gd name="connsiteX1" fmla="*/ 91698 w 1814809"/>
              <a:gd name="connsiteY1" fmla="*/ 940200 h 1891359"/>
              <a:gd name="connsiteX2" fmla="*/ 13351 w 1814809"/>
              <a:gd name="connsiteY2" fmla="*/ 1737812 h 1891359"/>
              <a:gd name="connsiteX3" fmla="*/ 309435 w 1814809"/>
              <a:gd name="connsiteY3" fmla="*/ 1891359 h 1891359"/>
              <a:gd name="connsiteX4" fmla="*/ 1669435 w 1814809"/>
              <a:gd name="connsiteY4" fmla="*/ 1840637 h 1891359"/>
              <a:gd name="connsiteX5" fmla="*/ 1688563 w 1814809"/>
              <a:gd name="connsiteY5" fmla="*/ 1292355 h 1891359"/>
              <a:gd name="connsiteX6" fmla="*/ 1309780 w 1814809"/>
              <a:gd name="connsiteY6" fmla="*/ 1046341 h 1891359"/>
              <a:gd name="connsiteX7" fmla="*/ 1560208 w 1814809"/>
              <a:gd name="connsiteY7" fmla="*/ 672856 h 1891359"/>
              <a:gd name="connsiteX8" fmla="*/ 1428622 w 1814809"/>
              <a:gd name="connsiteY8" fmla="*/ 154877 h 1891359"/>
              <a:gd name="connsiteX9" fmla="*/ 930782 w 1814809"/>
              <a:gd name="connsiteY9" fmla="*/ 21205 h 1891359"/>
              <a:gd name="connsiteX10" fmla="*/ 452050 w 1814809"/>
              <a:gd name="connsiteY10" fmla="*/ 534641 h 1891359"/>
              <a:gd name="connsiteX0" fmla="*/ 452050 w 1814809"/>
              <a:gd name="connsiteY0" fmla="*/ 534641 h 1891359"/>
              <a:gd name="connsiteX1" fmla="*/ 91698 w 1814809"/>
              <a:gd name="connsiteY1" fmla="*/ 940200 h 1891359"/>
              <a:gd name="connsiteX2" fmla="*/ 13351 w 1814809"/>
              <a:gd name="connsiteY2" fmla="*/ 1737812 h 1891359"/>
              <a:gd name="connsiteX3" fmla="*/ 309435 w 1814809"/>
              <a:gd name="connsiteY3" fmla="*/ 1891359 h 1891359"/>
              <a:gd name="connsiteX4" fmla="*/ 1669435 w 1814809"/>
              <a:gd name="connsiteY4" fmla="*/ 1840637 h 1891359"/>
              <a:gd name="connsiteX5" fmla="*/ 1688563 w 1814809"/>
              <a:gd name="connsiteY5" fmla="*/ 1292355 h 1891359"/>
              <a:gd name="connsiteX6" fmla="*/ 1309780 w 1814809"/>
              <a:gd name="connsiteY6" fmla="*/ 1046341 h 1891359"/>
              <a:gd name="connsiteX7" fmla="*/ 1619996 w 1814809"/>
              <a:gd name="connsiteY7" fmla="*/ 526399 h 1891359"/>
              <a:gd name="connsiteX8" fmla="*/ 1428622 w 1814809"/>
              <a:gd name="connsiteY8" fmla="*/ 154877 h 1891359"/>
              <a:gd name="connsiteX9" fmla="*/ 930782 w 1814809"/>
              <a:gd name="connsiteY9" fmla="*/ 21205 h 1891359"/>
              <a:gd name="connsiteX10" fmla="*/ 452050 w 1814809"/>
              <a:gd name="connsiteY10" fmla="*/ 534641 h 1891359"/>
              <a:gd name="connsiteX0" fmla="*/ 452050 w 1814809"/>
              <a:gd name="connsiteY0" fmla="*/ 542872 h 1899590"/>
              <a:gd name="connsiteX1" fmla="*/ 91698 w 1814809"/>
              <a:gd name="connsiteY1" fmla="*/ 948431 h 1899590"/>
              <a:gd name="connsiteX2" fmla="*/ 13351 w 1814809"/>
              <a:gd name="connsiteY2" fmla="*/ 1746043 h 1899590"/>
              <a:gd name="connsiteX3" fmla="*/ 309435 w 1814809"/>
              <a:gd name="connsiteY3" fmla="*/ 1899590 h 1899590"/>
              <a:gd name="connsiteX4" fmla="*/ 1669435 w 1814809"/>
              <a:gd name="connsiteY4" fmla="*/ 1848868 h 1899590"/>
              <a:gd name="connsiteX5" fmla="*/ 1688563 w 1814809"/>
              <a:gd name="connsiteY5" fmla="*/ 1300586 h 1899590"/>
              <a:gd name="connsiteX6" fmla="*/ 1309780 w 1814809"/>
              <a:gd name="connsiteY6" fmla="*/ 1054572 h 1899590"/>
              <a:gd name="connsiteX7" fmla="*/ 1619996 w 1814809"/>
              <a:gd name="connsiteY7" fmla="*/ 534630 h 1899590"/>
              <a:gd name="connsiteX8" fmla="*/ 1488411 w 1814809"/>
              <a:gd name="connsiteY8" fmla="*/ 129049 h 1899590"/>
              <a:gd name="connsiteX9" fmla="*/ 930782 w 1814809"/>
              <a:gd name="connsiteY9" fmla="*/ 29436 h 1899590"/>
              <a:gd name="connsiteX10" fmla="*/ 452050 w 1814809"/>
              <a:gd name="connsiteY10" fmla="*/ 542872 h 1899590"/>
              <a:gd name="connsiteX0" fmla="*/ 452050 w 1814809"/>
              <a:gd name="connsiteY0" fmla="*/ 540513 h 1897231"/>
              <a:gd name="connsiteX1" fmla="*/ 91698 w 1814809"/>
              <a:gd name="connsiteY1" fmla="*/ 946072 h 1897231"/>
              <a:gd name="connsiteX2" fmla="*/ 13351 w 1814809"/>
              <a:gd name="connsiteY2" fmla="*/ 1743684 h 1897231"/>
              <a:gd name="connsiteX3" fmla="*/ 309435 w 1814809"/>
              <a:gd name="connsiteY3" fmla="*/ 1897231 h 1897231"/>
              <a:gd name="connsiteX4" fmla="*/ 1669435 w 1814809"/>
              <a:gd name="connsiteY4" fmla="*/ 1846509 h 1897231"/>
              <a:gd name="connsiteX5" fmla="*/ 1688563 w 1814809"/>
              <a:gd name="connsiteY5" fmla="*/ 1298227 h 1897231"/>
              <a:gd name="connsiteX6" fmla="*/ 1309780 w 1814809"/>
              <a:gd name="connsiteY6" fmla="*/ 1052213 h 1897231"/>
              <a:gd name="connsiteX7" fmla="*/ 1619996 w 1814809"/>
              <a:gd name="connsiteY7" fmla="*/ 532271 h 1897231"/>
              <a:gd name="connsiteX8" fmla="*/ 1488411 w 1814809"/>
              <a:gd name="connsiteY8" fmla="*/ 126690 h 1897231"/>
              <a:gd name="connsiteX9" fmla="*/ 930782 w 1814809"/>
              <a:gd name="connsiteY9" fmla="*/ 27077 h 1897231"/>
              <a:gd name="connsiteX10" fmla="*/ 452050 w 1814809"/>
              <a:gd name="connsiteY10" fmla="*/ 540513 h 1897231"/>
              <a:gd name="connsiteX0" fmla="*/ 452050 w 1814809"/>
              <a:gd name="connsiteY0" fmla="*/ 540513 h 1897231"/>
              <a:gd name="connsiteX1" fmla="*/ 91698 w 1814809"/>
              <a:gd name="connsiteY1" fmla="*/ 946072 h 1897231"/>
              <a:gd name="connsiteX2" fmla="*/ 13351 w 1814809"/>
              <a:gd name="connsiteY2" fmla="*/ 1743684 h 1897231"/>
              <a:gd name="connsiteX3" fmla="*/ 309435 w 1814809"/>
              <a:gd name="connsiteY3" fmla="*/ 1897231 h 1897231"/>
              <a:gd name="connsiteX4" fmla="*/ 1669435 w 1814809"/>
              <a:gd name="connsiteY4" fmla="*/ 1846509 h 1897231"/>
              <a:gd name="connsiteX5" fmla="*/ 1688563 w 1814809"/>
              <a:gd name="connsiteY5" fmla="*/ 1298227 h 1897231"/>
              <a:gd name="connsiteX6" fmla="*/ 1309780 w 1814809"/>
              <a:gd name="connsiteY6" fmla="*/ 1052213 h 1897231"/>
              <a:gd name="connsiteX7" fmla="*/ 1619996 w 1814809"/>
              <a:gd name="connsiteY7" fmla="*/ 532271 h 1897231"/>
              <a:gd name="connsiteX8" fmla="*/ 1488411 w 1814809"/>
              <a:gd name="connsiteY8" fmla="*/ 126690 h 1897231"/>
              <a:gd name="connsiteX9" fmla="*/ 930782 w 1814809"/>
              <a:gd name="connsiteY9" fmla="*/ 27077 h 1897231"/>
              <a:gd name="connsiteX10" fmla="*/ 452050 w 1814809"/>
              <a:gd name="connsiteY10" fmla="*/ 540513 h 1897231"/>
              <a:gd name="connsiteX0" fmla="*/ 288567 w 1811701"/>
              <a:gd name="connsiteY0" fmla="*/ 555674 h 1898251"/>
              <a:gd name="connsiteX1" fmla="*/ 88590 w 1811701"/>
              <a:gd name="connsiteY1" fmla="*/ 947092 h 1898251"/>
              <a:gd name="connsiteX2" fmla="*/ 10243 w 1811701"/>
              <a:gd name="connsiteY2" fmla="*/ 1744704 h 1898251"/>
              <a:gd name="connsiteX3" fmla="*/ 306327 w 1811701"/>
              <a:gd name="connsiteY3" fmla="*/ 1898251 h 1898251"/>
              <a:gd name="connsiteX4" fmla="*/ 1666327 w 1811701"/>
              <a:gd name="connsiteY4" fmla="*/ 1847529 h 1898251"/>
              <a:gd name="connsiteX5" fmla="*/ 1685455 w 1811701"/>
              <a:gd name="connsiteY5" fmla="*/ 1299247 h 1898251"/>
              <a:gd name="connsiteX6" fmla="*/ 1306672 w 1811701"/>
              <a:gd name="connsiteY6" fmla="*/ 1053233 h 1898251"/>
              <a:gd name="connsiteX7" fmla="*/ 1616888 w 1811701"/>
              <a:gd name="connsiteY7" fmla="*/ 533291 h 1898251"/>
              <a:gd name="connsiteX8" fmla="*/ 1485303 w 1811701"/>
              <a:gd name="connsiteY8" fmla="*/ 127710 h 1898251"/>
              <a:gd name="connsiteX9" fmla="*/ 927674 w 1811701"/>
              <a:gd name="connsiteY9" fmla="*/ 28097 h 1898251"/>
              <a:gd name="connsiteX10" fmla="*/ 288567 w 1811701"/>
              <a:gd name="connsiteY10" fmla="*/ 555674 h 1898251"/>
              <a:gd name="connsiteX0" fmla="*/ 288567 w 1811701"/>
              <a:gd name="connsiteY0" fmla="*/ 479828 h 1822405"/>
              <a:gd name="connsiteX1" fmla="*/ 88590 w 1811701"/>
              <a:gd name="connsiteY1" fmla="*/ 871246 h 1822405"/>
              <a:gd name="connsiteX2" fmla="*/ 10243 w 1811701"/>
              <a:gd name="connsiteY2" fmla="*/ 1668858 h 1822405"/>
              <a:gd name="connsiteX3" fmla="*/ 306327 w 1811701"/>
              <a:gd name="connsiteY3" fmla="*/ 1822405 h 1822405"/>
              <a:gd name="connsiteX4" fmla="*/ 1666327 w 1811701"/>
              <a:gd name="connsiteY4" fmla="*/ 1771683 h 1822405"/>
              <a:gd name="connsiteX5" fmla="*/ 1685455 w 1811701"/>
              <a:gd name="connsiteY5" fmla="*/ 1223401 h 1822405"/>
              <a:gd name="connsiteX6" fmla="*/ 1306672 w 1811701"/>
              <a:gd name="connsiteY6" fmla="*/ 977387 h 1822405"/>
              <a:gd name="connsiteX7" fmla="*/ 1616888 w 1811701"/>
              <a:gd name="connsiteY7" fmla="*/ 457445 h 1822405"/>
              <a:gd name="connsiteX8" fmla="*/ 1485303 w 1811701"/>
              <a:gd name="connsiteY8" fmla="*/ 51864 h 1822405"/>
              <a:gd name="connsiteX9" fmla="*/ 895599 w 1811701"/>
              <a:gd name="connsiteY9" fmla="*/ 79530 h 1822405"/>
              <a:gd name="connsiteX10" fmla="*/ 288567 w 1811701"/>
              <a:gd name="connsiteY10" fmla="*/ 479828 h 1822405"/>
              <a:gd name="connsiteX0" fmla="*/ 288567 w 1811701"/>
              <a:gd name="connsiteY0" fmla="*/ 419258 h 1761835"/>
              <a:gd name="connsiteX1" fmla="*/ 88590 w 1811701"/>
              <a:gd name="connsiteY1" fmla="*/ 810676 h 1761835"/>
              <a:gd name="connsiteX2" fmla="*/ 10243 w 1811701"/>
              <a:gd name="connsiteY2" fmla="*/ 1608288 h 1761835"/>
              <a:gd name="connsiteX3" fmla="*/ 306327 w 1811701"/>
              <a:gd name="connsiteY3" fmla="*/ 1761835 h 1761835"/>
              <a:gd name="connsiteX4" fmla="*/ 1666327 w 1811701"/>
              <a:gd name="connsiteY4" fmla="*/ 1711113 h 1761835"/>
              <a:gd name="connsiteX5" fmla="*/ 1685455 w 1811701"/>
              <a:gd name="connsiteY5" fmla="*/ 1162831 h 1761835"/>
              <a:gd name="connsiteX6" fmla="*/ 1306672 w 1811701"/>
              <a:gd name="connsiteY6" fmla="*/ 916817 h 1761835"/>
              <a:gd name="connsiteX7" fmla="*/ 1616888 w 1811701"/>
              <a:gd name="connsiteY7" fmla="*/ 396875 h 1761835"/>
              <a:gd name="connsiteX8" fmla="*/ 1373040 w 1811701"/>
              <a:gd name="connsiteY8" fmla="*/ 118574 h 1761835"/>
              <a:gd name="connsiteX9" fmla="*/ 895599 w 1811701"/>
              <a:gd name="connsiteY9" fmla="*/ 18960 h 1761835"/>
              <a:gd name="connsiteX10" fmla="*/ 288567 w 1811701"/>
              <a:gd name="connsiteY10" fmla="*/ 419258 h 1761835"/>
              <a:gd name="connsiteX0" fmla="*/ 288567 w 1811701"/>
              <a:gd name="connsiteY0" fmla="*/ 419258 h 1761835"/>
              <a:gd name="connsiteX1" fmla="*/ 88590 w 1811701"/>
              <a:gd name="connsiteY1" fmla="*/ 810676 h 1761835"/>
              <a:gd name="connsiteX2" fmla="*/ 10243 w 1811701"/>
              <a:gd name="connsiteY2" fmla="*/ 1608288 h 1761835"/>
              <a:gd name="connsiteX3" fmla="*/ 306327 w 1811701"/>
              <a:gd name="connsiteY3" fmla="*/ 1761835 h 1761835"/>
              <a:gd name="connsiteX4" fmla="*/ 1666327 w 1811701"/>
              <a:gd name="connsiteY4" fmla="*/ 1711113 h 1761835"/>
              <a:gd name="connsiteX5" fmla="*/ 1685455 w 1811701"/>
              <a:gd name="connsiteY5" fmla="*/ 1162831 h 1761835"/>
              <a:gd name="connsiteX6" fmla="*/ 1306672 w 1811701"/>
              <a:gd name="connsiteY6" fmla="*/ 916817 h 1761835"/>
              <a:gd name="connsiteX7" fmla="*/ 1584814 w 1811701"/>
              <a:gd name="connsiteY7" fmla="*/ 510012 h 1761835"/>
              <a:gd name="connsiteX8" fmla="*/ 1373040 w 1811701"/>
              <a:gd name="connsiteY8" fmla="*/ 118574 h 1761835"/>
              <a:gd name="connsiteX9" fmla="*/ 895599 w 1811701"/>
              <a:gd name="connsiteY9" fmla="*/ 18960 h 1761835"/>
              <a:gd name="connsiteX10" fmla="*/ 288567 w 1811701"/>
              <a:gd name="connsiteY10" fmla="*/ 419258 h 1761835"/>
              <a:gd name="connsiteX0" fmla="*/ 288567 w 1770444"/>
              <a:gd name="connsiteY0" fmla="*/ 419258 h 1761835"/>
              <a:gd name="connsiteX1" fmla="*/ 88590 w 1770444"/>
              <a:gd name="connsiteY1" fmla="*/ 810676 h 1761835"/>
              <a:gd name="connsiteX2" fmla="*/ 10243 w 1770444"/>
              <a:gd name="connsiteY2" fmla="*/ 1608288 h 1761835"/>
              <a:gd name="connsiteX3" fmla="*/ 306327 w 1770444"/>
              <a:gd name="connsiteY3" fmla="*/ 1761835 h 1761835"/>
              <a:gd name="connsiteX4" fmla="*/ 1666327 w 1770444"/>
              <a:gd name="connsiteY4" fmla="*/ 1711113 h 1761835"/>
              <a:gd name="connsiteX5" fmla="*/ 1589229 w 1770444"/>
              <a:gd name="connsiteY5" fmla="*/ 1176973 h 1761835"/>
              <a:gd name="connsiteX6" fmla="*/ 1306672 w 1770444"/>
              <a:gd name="connsiteY6" fmla="*/ 916817 h 1761835"/>
              <a:gd name="connsiteX7" fmla="*/ 1584814 w 1770444"/>
              <a:gd name="connsiteY7" fmla="*/ 510012 h 1761835"/>
              <a:gd name="connsiteX8" fmla="*/ 1373040 w 1770444"/>
              <a:gd name="connsiteY8" fmla="*/ 118574 h 1761835"/>
              <a:gd name="connsiteX9" fmla="*/ 895599 w 1770444"/>
              <a:gd name="connsiteY9" fmla="*/ 18960 h 1761835"/>
              <a:gd name="connsiteX10" fmla="*/ 288567 w 1770444"/>
              <a:gd name="connsiteY10" fmla="*/ 419258 h 1761835"/>
              <a:gd name="connsiteX0" fmla="*/ 288567 w 1592514"/>
              <a:gd name="connsiteY0" fmla="*/ 419258 h 1863058"/>
              <a:gd name="connsiteX1" fmla="*/ 88590 w 1592514"/>
              <a:gd name="connsiteY1" fmla="*/ 810676 h 1863058"/>
              <a:gd name="connsiteX2" fmla="*/ 10243 w 1592514"/>
              <a:gd name="connsiteY2" fmla="*/ 1608288 h 1863058"/>
              <a:gd name="connsiteX3" fmla="*/ 306327 w 1592514"/>
              <a:gd name="connsiteY3" fmla="*/ 1761835 h 1863058"/>
              <a:gd name="connsiteX4" fmla="*/ 1377650 w 1592514"/>
              <a:gd name="connsiteY4" fmla="*/ 1838393 h 1863058"/>
              <a:gd name="connsiteX5" fmla="*/ 1589229 w 1592514"/>
              <a:gd name="connsiteY5" fmla="*/ 1176973 h 1863058"/>
              <a:gd name="connsiteX6" fmla="*/ 1306672 w 1592514"/>
              <a:gd name="connsiteY6" fmla="*/ 916817 h 1863058"/>
              <a:gd name="connsiteX7" fmla="*/ 1584814 w 1592514"/>
              <a:gd name="connsiteY7" fmla="*/ 510012 h 1863058"/>
              <a:gd name="connsiteX8" fmla="*/ 1373040 w 1592514"/>
              <a:gd name="connsiteY8" fmla="*/ 118574 h 1863058"/>
              <a:gd name="connsiteX9" fmla="*/ 895599 w 1592514"/>
              <a:gd name="connsiteY9" fmla="*/ 18960 h 1863058"/>
              <a:gd name="connsiteX10" fmla="*/ 288567 w 1592514"/>
              <a:gd name="connsiteY10" fmla="*/ 419258 h 1863058"/>
              <a:gd name="connsiteX0" fmla="*/ 421322 w 1594935"/>
              <a:gd name="connsiteY0" fmla="*/ 616342 h 1876292"/>
              <a:gd name="connsiteX1" fmla="*/ 91011 w 1594935"/>
              <a:gd name="connsiteY1" fmla="*/ 823910 h 1876292"/>
              <a:gd name="connsiteX2" fmla="*/ 12664 w 1594935"/>
              <a:gd name="connsiteY2" fmla="*/ 1621522 h 1876292"/>
              <a:gd name="connsiteX3" fmla="*/ 308748 w 1594935"/>
              <a:gd name="connsiteY3" fmla="*/ 1775069 h 1876292"/>
              <a:gd name="connsiteX4" fmla="*/ 1380071 w 1594935"/>
              <a:gd name="connsiteY4" fmla="*/ 1851627 h 1876292"/>
              <a:gd name="connsiteX5" fmla="*/ 1591650 w 1594935"/>
              <a:gd name="connsiteY5" fmla="*/ 1190207 h 1876292"/>
              <a:gd name="connsiteX6" fmla="*/ 1309093 w 1594935"/>
              <a:gd name="connsiteY6" fmla="*/ 930051 h 1876292"/>
              <a:gd name="connsiteX7" fmla="*/ 1587235 w 1594935"/>
              <a:gd name="connsiteY7" fmla="*/ 523246 h 1876292"/>
              <a:gd name="connsiteX8" fmla="*/ 1375461 w 1594935"/>
              <a:gd name="connsiteY8" fmla="*/ 131808 h 1876292"/>
              <a:gd name="connsiteX9" fmla="*/ 898020 w 1594935"/>
              <a:gd name="connsiteY9" fmla="*/ 32194 h 1876292"/>
              <a:gd name="connsiteX10" fmla="*/ 421322 w 1594935"/>
              <a:gd name="connsiteY10" fmla="*/ 616342 h 1876292"/>
              <a:gd name="connsiteX0" fmla="*/ 413257 w 1586870"/>
              <a:gd name="connsiteY0" fmla="*/ 616342 h 1876292"/>
              <a:gd name="connsiteX1" fmla="*/ 140873 w 1586870"/>
              <a:gd name="connsiteY1" fmla="*/ 993617 h 1876292"/>
              <a:gd name="connsiteX2" fmla="*/ 4599 w 1586870"/>
              <a:gd name="connsiteY2" fmla="*/ 1621522 h 1876292"/>
              <a:gd name="connsiteX3" fmla="*/ 300683 w 1586870"/>
              <a:gd name="connsiteY3" fmla="*/ 1775069 h 1876292"/>
              <a:gd name="connsiteX4" fmla="*/ 1372006 w 1586870"/>
              <a:gd name="connsiteY4" fmla="*/ 1851627 h 1876292"/>
              <a:gd name="connsiteX5" fmla="*/ 1583585 w 1586870"/>
              <a:gd name="connsiteY5" fmla="*/ 1190207 h 1876292"/>
              <a:gd name="connsiteX6" fmla="*/ 1301028 w 1586870"/>
              <a:gd name="connsiteY6" fmla="*/ 930051 h 1876292"/>
              <a:gd name="connsiteX7" fmla="*/ 1579170 w 1586870"/>
              <a:gd name="connsiteY7" fmla="*/ 523246 h 1876292"/>
              <a:gd name="connsiteX8" fmla="*/ 1367396 w 1586870"/>
              <a:gd name="connsiteY8" fmla="*/ 131808 h 1876292"/>
              <a:gd name="connsiteX9" fmla="*/ 889955 w 1586870"/>
              <a:gd name="connsiteY9" fmla="*/ 32194 h 1876292"/>
              <a:gd name="connsiteX10" fmla="*/ 413257 w 1586870"/>
              <a:gd name="connsiteY10" fmla="*/ 616342 h 1876292"/>
              <a:gd name="connsiteX0" fmla="*/ 284962 w 1458575"/>
              <a:gd name="connsiteY0" fmla="*/ 616342 h 1908017"/>
              <a:gd name="connsiteX1" fmla="*/ 12578 w 1458575"/>
              <a:gd name="connsiteY1" fmla="*/ 993617 h 1908017"/>
              <a:gd name="connsiteX2" fmla="*/ 172388 w 1458575"/>
              <a:gd name="connsiteY2" fmla="*/ 1775069 h 1908017"/>
              <a:gd name="connsiteX3" fmla="*/ 1243711 w 1458575"/>
              <a:gd name="connsiteY3" fmla="*/ 1851627 h 1908017"/>
              <a:gd name="connsiteX4" fmla="*/ 1455290 w 1458575"/>
              <a:gd name="connsiteY4" fmla="*/ 1190207 h 1908017"/>
              <a:gd name="connsiteX5" fmla="*/ 1172733 w 1458575"/>
              <a:gd name="connsiteY5" fmla="*/ 930051 h 1908017"/>
              <a:gd name="connsiteX6" fmla="*/ 1450875 w 1458575"/>
              <a:gd name="connsiteY6" fmla="*/ 523246 h 1908017"/>
              <a:gd name="connsiteX7" fmla="*/ 1239101 w 1458575"/>
              <a:gd name="connsiteY7" fmla="*/ 131808 h 1908017"/>
              <a:gd name="connsiteX8" fmla="*/ 761660 w 1458575"/>
              <a:gd name="connsiteY8" fmla="*/ 32194 h 1908017"/>
              <a:gd name="connsiteX9" fmla="*/ 284962 w 1458575"/>
              <a:gd name="connsiteY9" fmla="*/ 616342 h 1908017"/>
              <a:gd name="connsiteX0" fmla="*/ 343858 w 1519131"/>
              <a:gd name="connsiteY0" fmla="*/ 616342 h 1885036"/>
              <a:gd name="connsiteX1" fmla="*/ 71474 w 1519131"/>
              <a:gd name="connsiteY1" fmla="*/ 993617 h 1885036"/>
              <a:gd name="connsiteX2" fmla="*/ 115432 w 1519131"/>
              <a:gd name="connsiteY2" fmla="*/ 1704358 h 1885036"/>
              <a:gd name="connsiteX3" fmla="*/ 1302607 w 1519131"/>
              <a:gd name="connsiteY3" fmla="*/ 1851627 h 1885036"/>
              <a:gd name="connsiteX4" fmla="*/ 1514186 w 1519131"/>
              <a:gd name="connsiteY4" fmla="*/ 1190207 h 1885036"/>
              <a:gd name="connsiteX5" fmla="*/ 1231629 w 1519131"/>
              <a:gd name="connsiteY5" fmla="*/ 930051 h 1885036"/>
              <a:gd name="connsiteX6" fmla="*/ 1509771 w 1519131"/>
              <a:gd name="connsiteY6" fmla="*/ 523246 h 1885036"/>
              <a:gd name="connsiteX7" fmla="*/ 1297997 w 1519131"/>
              <a:gd name="connsiteY7" fmla="*/ 131808 h 1885036"/>
              <a:gd name="connsiteX8" fmla="*/ 820556 w 1519131"/>
              <a:gd name="connsiteY8" fmla="*/ 32194 h 1885036"/>
              <a:gd name="connsiteX9" fmla="*/ 343858 w 1519131"/>
              <a:gd name="connsiteY9" fmla="*/ 616342 h 1885036"/>
              <a:gd name="connsiteX0" fmla="*/ 343858 w 1549812"/>
              <a:gd name="connsiteY0" fmla="*/ 616342 h 1800235"/>
              <a:gd name="connsiteX1" fmla="*/ 71474 w 1549812"/>
              <a:gd name="connsiteY1" fmla="*/ 993617 h 1800235"/>
              <a:gd name="connsiteX2" fmla="*/ 115432 w 1549812"/>
              <a:gd name="connsiteY2" fmla="*/ 1704358 h 1800235"/>
              <a:gd name="connsiteX3" fmla="*/ 1389496 w 1549812"/>
              <a:gd name="connsiteY3" fmla="*/ 1724347 h 1800235"/>
              <a:gd name="connsiteX4" fmla="*/ 1514186 w 1549812"/>
              <a:gd name="connsiteY4" fmla="*/ 1190207 h 1800235"/>
              <a:gd name="connsiteX5" fmla="*/ 1231629 w 1549812"/>
              <a:gd name="connsiteY5" fmla="*/ 930051 h 1800235"/>
              <a:gd name="connsiteX6" fmla="*/ 1509771 w 1549812"/>
              <a:gd name="connsiteY6" fmla="*/ 523246 h 1800235"/>
              <a:gd name="connsiteX7" fmla="*/ 1297997 w 1549812"/>
              <a:gd name="connsiteY7" fmla="*/ 131808 h 1800235"/>
              <a:gd name="connsiteX8" fmla="*/ 820556 w 1549812"/>
              <a:gd name="connsiteY8" fmla="*/ 32194 h 1800235"/>
              <a:gd name="connsiteX9" fmla="*/ 343858 w 1549812"/>
              <a:gd name="connsiteY9" fmla="*/ 616342 h 1800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49812" h="1800235">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Freeform 417">
            <a:extLst>
              <a:ext uri="{FF2B5EF4-FFF2-40B4-BE49-F238E27FC236}">
                <a16:creationId xmlns="" xmlns:a16="http://schemas.microsoft.com/office/drawing/2014/main" id="{86D46BE4-B0DC-6447-9B19-4A15963D6107}"/>
              </a:ext>
            </a:extLst>
          </p:cNvPr>
          <p:cNvSpPr>
            <a:spLocks/>
          </p:cNvSpPr>
          <p:nvPr/>
        </p:nvSpPr>
        <p:spPr bwMode="auto">
          <a:xfrm>
            <a:off x="7274076" y="1826035"/>
            <a:ext cx="1736725" cy="1317704"/>
          </a:xfrm>
          <a:custGeom>
            <a:avLst/>
            <a:gdLst>
              <a:gd name="T0" fmla="*/ 2147483646 w 1036"/>
              <a:gd name="T1" fmla="*/ 2147483646 h 675"/>
              <a:gd name="T2" fmla="*/ 2147483646 w 1036"/>
              <a:gd name="T3" fmla="*/ 2147483646 h 675"/>
              <a:gd name="T4" fmla="*/ 2147483646 w 1036"/>
              <a:gd name="T5" fmla="*/ 2147483646 h 675"/>
              <a:gd name="T6" fmla="*/ 2147483646 w 1036"/>
              <a:gd name="T7" fmla="*/ 2147483646 h 675"/>
              <a:gd name="T8" fmla="*/ 2147483646 w 1036"/>
              <a:gd name="T9" fmla="*/ 2147483646 h 675"/>
              <a:gd name="T10" fmla="*/ 2147483646 w 1036"/>
              <a:gd name="T11" fmla="*/ 2147483646 h 675"/>
              <a:gd name="T12" fmla="*/ 2147483646 w 1036"/>
              <a:gd name="T13" fmla="*/ 2147483646 h 675"/>
              <a:gd name="T14" fmla="*/ 2147483646 w 1036"/>
              <a:gd name="T15" fmla="*/ 2147483646 h 675"/>
              <a:gd name="T16" fmla="*/ 2147483646 w 1036"/>
              <a:gd name="T17" fmla="*/ 2147483646 h 675"/>
              <a:gd name="T18" fmla="*/ 2147483646 w 1036"/>
              <a:gd name="T19" fmla="*/ 2147483646 h 675"/>
              <a:gd name="T20" fmla="*/ 2147483646 w 1036"/>
              <a:gd name="T21" fmla="*/ 2147483646 h 675"/>
              <a:gd name="T22" fmla="*/ 2147483646 w 1036"/>
              <a:gd name="T23" fmla="*/ 2147483646 h 675"/>
              <a:gd name="T24" fmla="*/ 2147483646 w 1036"/>
              <a:gd name="T25" fmla="*/ 2147483646 h 675"/>
              <a:gd name="T26" fmla="*/ 2147483646 w 1036"/>
              <a:gd name="T27" fmla="*/ 2147483646 h 675"/>
              <a:gd name="T28" fmla="*/ 2147483646 w 1036"/>
              <a:gd name="T29" fmla="*/ 2147483646 h 675"/>
              <a:gd name="T30" fmla="*/ 2147483646 w 1036"/>
              <a:gd name="T31" fmla="*/ 2147483646 h 675"/>
              <a:gd name="T32" fmla="*/ 2147483646 w 1036"/>
              <a:gd name="T33" fmla="*/ 2147483646 h 675"/>
              <a:gd name="T34" fmla="*/ 2147483646 w 1036"/>
              <a:gd name="T35" fmla="*/ 2147483646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2" name="Group 418">
            <a:extLst>
              <a:ext uri="{FF2B5EF4-FFF2-40B4-BE49-F238E27FC236}">
                <a16:creationId xmlns="" xmlns:a16="http://schemas.microsoft.com/office/drawing/2014/main" id="{B6EA0447-3C72-2546-A182-B18B3204742F}"/>
              </a:ext>
            </a:extLst>
          </p:cNvPr>
          <p:cNvGrpSpPr>
            <a:grpSpLocks/>
          </p:cNvGrpSpPr>
          <p:nvPr/>
        </p:nvGrpSpPr>
        <p:grpSpPr bwMode="auto">
          <a:xfrm>
            <a:off x="7205350" y="3289251"/>
            <a:ext cx="1458912" cy="933450"/>
            <a:chOff x="2889" y="1631"/>
            <a:chExt cx="980" cy="743"/>
          </a:xfrm>
        </p:grpSpPr>
        <p:sp>
          <p:nvSpPr>
            <p:cNvPr id="13" name="Rectangle 419">
              <a:extLst>
                <a:ext uri="{FF2B5EF4-FFF2-40B4-BE49-F238E27FC236}">
                  <a16:creationId xmlns="" xmlns:a16="http://schemas.microsoft.com/office/drawing/2014/main" id="{BE021C30-4F59-6844-AF0D-B5AB853A3B1C}"/>
                </a:ext>
              </a:extLst>
            </p:cNvPr>
            <p:cNvSpPr>
              <a:spLocks noChangeArrowheads="1"/>
            </p:cNvSpPr>
            <p:nvPr/>
          </p:nvSpPr>
          <p:spPr bwMode="auto">
            <a:xfrm>
              <a:off x="3046" y="1841"/>
              <a:ext cx="663" cy="533"/>
            </a:xfrm>
            <a:prstGeom prst="rect">
              <a:avLst/>
            </a:prstGeom>
            <a:solidFill>
              <a:srgbClr val="9CDF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4" name="AutoShape 420">
              <a:extLst>
                <a:ext uri="{FF2B5EF4-FFF2-40B4-BE49-F238E27FC236}">
                  <a16:creationId xmlns="" xmlns:a16="http://schemas.microsoft.com/office/drawing/2014/main" id="{27AA7BFA-EEE4-4140-B9E6-23FEE52ACCEA}"/>
                </a:ext>
              </a:extLst>
            </p:cNvPr>
            <p:cNvSpPr>
              <a:spLocks noChangeArrowheads="1"/>
            </p:cNvSpPr>
            <p:nvPr/>
          </p:nvSpPr>
          <p:spPr bwMode="auto">
            <a:xfrm>
              <a:off x="2889" y="1631"/>
              <a:ext cx="980" cy="253"/>
            </a:xfrm>
            <a:prstGeom prst="triangle">
              <a:avLst>
                <a:gd name="adj" fmla="val 50000"/>
              </a:avLst>
            </a:prstGeom>
            <a:solidFill>
              <a:srgbClr val="9CDF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CC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15" name="Freeform 427">
            <a:extLst>
              <a:ext uri="{FF2B5EF4-FFF2-40B4-BE49-F238E27FC236}">
                <a16:creationId xmlns="" xmlns:a16="http://schemas.microsoft.com/office/drawing/2014/main" id="{50383F63-A1BE-EE40-9A4A-9521B5B39A87}"/>
              </a:ext>
            </a:extLst>
          </p:cNvPr>
          <p:cNvSpPr>
            <a:spLocks/>
          </p:cNvSpPr>
          <p:nvPr/>
        </p:nvSpPr>
        <p:spPr bwMode="auto">
          <a:xfrm>
            <a:off x="7712401" y="4683134"/>
            <a:ext cx="3079750" cy="1665288"/>
          </a:xfrm>
          <a:custGeom>
            <a:avLst/>
            <a:gdLst>
              <a:gd name="T0" fmla="*/ 2147483646 w 1940"/>
              <a:gd name="T1" fmla="*/ 2147483646 h 1049"/>
              <a:gd name="T2" fmla="*/ 2147483646 w 1940"/>
              <a:gd name="T3" fmla="*/ 2147483646 h 1049"/>
              <a:gd name="T4" fmla="*/ 2147483646 w 1940"/>
              <a:gd name="T5" fmla="*/ 2147483646 h 1049"/>
              <a:gd name="T6" fmla="*/ 2147483646 w 1940"/>
              <a:gd name="T7" fmla="*/ 2147483646 h 1049"/>
              <a:gd name="T8" fmla="*/ 2147483646 w 1940"/>
              <a:gd name="T9" fmla="*/ 2147483646 h 1049"/>
              <a:gd name="T10" fmla="*/ 2147483646 w 1940"/>
              <a:gd name="T11" fmla="*/ 2147483646 h 1049"/>
              <a:gd name="T12" fmla="*/ 2147483646 w 1940"/>
              <a:gd name="T13" fmla="*/ 2147483646 h 1049"/>
              <a:gd name="T14" fmla="*/ 2147483646 w 1940"/>
              <a:gd name="T15" fmla="*/ 2147483646 h 1049"/>
              <a:gd name="T16" fmla="*/ 2147483646 w 1940"/>
              <a:gd name="T17" fmla="*/ 2147483646 h 1049"/>
              <a:gd name="T18" fmla="*/ 2147483646 w 1940"/>
              <a:gd name="T19" fmla="*/ 2147483646 h 1049"/>
              <a:gd name="T20" fmla="*/ 2147483646 w 1940"/>
              <a:gd name="T21" fmla="*/ 2147483646 h 1049"/>
              <a:gd name="T22" fmla="*/ 2147483646 w 1940"/>
              <a:gd name="T23" fmla="*/ 2147483646 h 1049"/>
              <a:gd name="T24" fmla="*/ 2147483646 w 1940"/>
              <a:gd name="T25" fmla="*/ 2147483646 h 1049"/>
              <a:gd name="T26" fmla="*/ 2147483646 w 1940"/>
              <a:gd name="T27" fmla="*/ 2147483646 h 1049"/>
              <a:gd name="T28" fmla="*/ 2147483646 w 1940"/>
              <a:gd name="T29" fmla="*/ 2147483646 h 1049"/>
              <a:gd name="T30" fmla="*/ 2147483646 w 1940"/>
              <a:gd name="T31" fmla="*/ 2147483646 h 10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40"/>
              <a:gd name="T49" fmla="*/ 0 h 1049"/>
              <a:gd name="T50" fmla="*/ 1940 w 1940"/>
              <a:gd name="T51" fmla="*/ 1049 h 104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40" h="1049">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Box 580">
            <a:extLst>
              <a:ext uri="{FF2B5EF4-FFF2-40B4-BE49-F238E27FC236}">
                <a16:creationId xmlns="" xmlns:a16="http://schemas.microsoft.com/office/drawing/2014/main" id="{68F39DC6-82AA-494B-BF8C-3328A3504C38}"/>
              </a:ext>
            </a:extLst>
          </p:cNvPr>
          <p:cNvSpPr txBox="1">
            <a:spLocks noChangeArrowheads="1"/>
          </p:cNvSpPr>
          <p:nvPr/>
        </p:nvSpPr>
        <p:spPr bwMode="auto">
          <a:xfrm>
            <a:off x="7679274" y="1488461"/>
            <a:ext cx="133940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Calibri" panose="020F0502020204030204"/>
                <a:ea typeface="MS PGothic" panose="020B0600070205080204" pitchFamily="34" charset="-128"/>
                <a:cs typeface="Arial" panose="020B0604020202020204" pitchFamily="34" charset="0"/>
              </a:rPr>
              <a:t>mobile network</a:t>
            </a:r>
          </a:p>
        </p:txBody>
      </p:sp>
      <p:sp>
        <p:nvSpPr>
          <p:cNvPr id="17" name="Text Box 580">
            <a:extLst>
              <a:ext uri="{FF2B5EF4-FFF2-40B4-BE49-F238E27FC236}">
                <a16:creationId xmlns="" xmlns:a16="http://schemas.microsoft.com/office/drawing/2014/main" id="{4FAF1075-A726-A74C-A102-E55EF3041A0B}"/>
              </a:ext>
            </a:extLst>
          </p:cNvPr>
          <p:cNvSpPr txBox="1">
            <a:spLocks noChangeArrowheads="1"/>
          </p:cNvSpPr>
          <p:nvPr/>
        </p:nvSpPr>
        <p:spPr bwMode="auto">
          <a:xfrm>
            <a:off x="7330835" y="4191922"/>
            <a:ext cx="1955646" cy="268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Calibri" panose="020F0502020204030204"/>
                <a:ea typeface="MS PGothic" panose="020B0600070205080204" pitchFamily="34" charset="-128"/>
                <a:cs typeface="Arial" panose="020B0604020202020204" pitchFamily="34" charset="0"/>
              </a:rPr>
              <a:t>home network</a:t>
            </a:r>
          </a:p>
        </p:txBody>
      </p:sp>
      <p:sp>
        <p:nvSpPr>
          <p:cNvPr id="19" name="Text Box 580">
            <a:extLst>
              <a:ext uri="{FF2B5EF4-FFF2-40B4-BE49-F238E27FC236}">
                <a16:creationId xmlns="" xmlns:a16="http://schemas.microsoft.com/office/drawing/2014/main" id="{18D63BA9-A80C-3C4E-951E-EC3E6277A653}"/>
              </a:ext>
            </a:extLst>
          </p:cNvPr>
          <p:cNvSpPr txBox="1">
            <a:spLocks noChangeArrowheads="1"/>
          </p:cNvSpPr>
          <p:nvPr/>
        </p:nvSpPr>
        <p:spPr bwMode="auto">
          <a:xfrm>
            <a:off x="7306908" y="5779775"/>
            <a:ext cx="1195135" cy="44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Calibri" panose="020F0502020204030204"/>
                <a:ea typeface="MS PGothic" panose="020B0600070205080204" pitchFamily="34" charset="-128"/>
                <a:cs typeface="Arial" panose="020B0604020202020204" pitchFamily="34" charset="0"/>
              </a:rPr>
              <a:t>enterprise</a:t>
            </a:r>
          </a:p>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Calibri" panose="020F0502020204030204"/>
                <a:ea typeface="MS PGothic" panose="020B0600070205080204" pitchFamily="34" charset="-128"/>
                <a:cs typeface="Arial" panose="020B0604020202020204" pitchFamily="34" charset="0"/>
              </a:rPr>
              <a:t>          network</a:t>
            </a:r>
          </a:p>
        </p:txBody>
      </p:sp>
      <p:sp>
        <p:nvSpPr>
          <p:cNvPr id="20" name="Freeform 19">
            <a:extLst>
              <a:ext uri="{FF2B5EF4-FFF2-40B4-BE49-F238E27FC236}">
                <a16:creationId xmlns="" xmlns:a16="http://schemas.microsoft.com/office/drawing/2014/main" id="{21C1BA4F-9694-604C-B41C-E527BFD0B4FC}"/>
              </a:ext>
            </a:extLst>
          </p:cNvPr>
          <p:cNvSpPr/>
          <p:nvPr/>
        </p:nvSpPr>
        <p:spPr>
          <a:xfrm>
            <a:off x="10222146" y="3179540"/>
            <a:ext cx="1273167" cy="1935748"/>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60355 w 1534770"/>
              <a:gd name="connsiteY0" fmla="*/ 553225 h 1800672"/>
              <a:gd name="connsiteX1" fmla="*/ 3 w 1534770"/>
              <a:gd name="connsiteY1" fmla="*/ 958784 h 1800672"/>
              <a:gd name="connsiteX2" fmla="*/ 367657 w 1534770"/>
              <a:gd name="connsiteY2" fmla="*/ 1526890 h 1800672"/>
              <a:gd name="connsiteX3" fmla="*/ 1186523 w 1534770"/>
              <a:gd name="connsiteY3" fmla="*/ 1794234 h 1800672"/>
              <a:gd name="connsiteX4" fmla="*/ 1520754 w 1534770"/>
              <a:gd name="connsiteY4" fmla="*/ 1276255 h 1800672"/>
              <a:gd name="connsiteX5" fmla="*/ 1468513 w 1534770"/>
              <a:gd name="connsiteY5" fmla="*/ 691440 h 1800672"/>
              <a:gd name="connsiteX6" fmla="*/ 1435794 w 1534770"/>
              <a:gd name="connsiteY6" fmla="*/ 107761 h 1800672"/>
              <a:gd name="connsiteX7" fmla="*/ 839087 w 1534770"/>
              <a:gd name="connsiteY7" fmla="*/ 39789 h 1800672"/>
              <a:gd name="connsiteX8" fmla="*/ 360355 w 1534770"/>
              <a:gd name="connsiteY8" fmla="*/ 553225 h 1800672"/>
              <a:gd name="connsiteX0" fmla="*/ 360355 w 1580585"/>
              <a:gd name="connsiteY0" fmla="*/ 553225 h 1880420"/>
              <a:gd name="connsiteX1" fmla="*/ 3 w 1580585"/>
              <a:gd name="connsiteY1" fmla="*/ 958784 h 1880420"/>
              <a:gd name="connsiteX2" fmla="*/ 367657 w 1580585"/>
              <a:gd name="connsiteY2" fmla="*/ 1526890 h 1880420"/>
              <a:gd name="connsiteX3" fmla="*/ 1186523 w 1580585"/>
              <a:gd name="connsiteY3" fmla="*/ 1794234 h 1880420"/>
              <a:gd name="connsiteX4" fmla="*/ 1570188 w 1580585"/>
              <a:gd name="connsiteY4" fmla="*/ 1785433 h 1880420"/>
              <a:gd name="connsiteX5" fmla="*/ 1468513 w 1580585"/>
              <a:gd name="connsiteY5" fmla="*/ 691440 h 1880420"/>
              <a:gd name="connsiteX6" fmla="*/ 1435794 w 1580585"/>
              <a:gd name="connsiteY6" fmla="*/ 107761 h 1880420"/>
              <a:gd name="connsiteX7" fmla="*/ 839087 w 1580585"/>
              <a:gd name="connsiteY7" fmla="*/ 39789 h 1880420"/>
              <a:gd name="connsiteX8" fmla="*/ 360355 w 1580585"/>
              <a:gd name="connsiteY8" fmla="*/ 553225 h 1880420"/>
              <a:gd name="connsiteX0" fmla="*/ 316588 w 1580732"/>
              <a:gd name="connsiteY0" fmla="*/ 359285 h 1867156"/>
              <a:gd name="connsiteX1" fmla="*/ 150 w 1580732"/>
              <a:gd name="connsiteY1" fmla="*/ 945520 h 1867156"/>
              <a:gd name="connsiteX2" fmla="*/ 367804 w 1580732"/>
              <a:gd name="connsiteY2" fmla="*/ 1513626 h 1867156"/>
              <a:gd name="connsiteX3" fmla="*/ 1186670 w 1580732"/>
              <a:gd name="connsiteY3" fmla="*/ 1780970 h 1867156"/>
              <a:gd name="connsiteX4" fmla="*/ 1570335 w 1580732"/>
              <a:gd name="connsiteY4" fmla="*/ 1772169 h 1867156"/>
              <a:gd name="connsiteX5" fmla="*/ 1468660 w 1580732"/>
              <a:gd name="connsiteY5" fmla="*/ 678176 h 1867156"/>
              <a:gd name="connsiteX6" fmla="*/ 1435941 w 1580732"/>
              <a:gd name="connsiteY6" fmla="*/ 94497 h 1867156"/>
              <a:gd name="connsiteX7" fmla="*/ 839234 w 1580732"/>
              <a:gd name="connsiteY7" fmla="*/ 26525 h 1867156"/>
              <a:gd name="connsiteX8" fmla="*/ 316588 w 1580732"/>
              <a:gd name="connsiteY8" fmla="*/ 359285 h 1867156"/>
              <a:gd name="connsiteX0" fmla="*/ 163575 w 1427719"/>
              <a:gd name="connsiteY0" fmla="*/ 359285 h 1867156"/>
              <a:gd name="connsiteX1" fmla="*/ 836 w 1427719"/>
              <a:gd name="connsiteY1" fmla="*/ 1076921 h 1867156"/>
              <a:gd name="connsiteX2" fmla="*/ 214791 w 1427719"/>
              <a:gd name="connsiteY2" fmla="*/ 1513626 h 1867156"/>
              <a:gd name="connsiteX3" fmla="*/ 1033657 w 1427719"/>
              <a:gd name="connsiteY3" fmla="*/ 1780970 h 1867156"/>
              <a:gd name="connsiteX4" fmla="*/ 1417322 w 1427719"/>
              <a:gd name="connsiteY4" fmla="*/ 1772169 h 1867156"/>
              <a:gd name="connsiteX5" fmla="*/ 1315647 w 1427719"/>
              <a:gd name="connsiteY5" fmla="*/ 678176 h 1867156"/>
              <a:gd name="connsiteX6" fmla="*/ 1282928 w 1427719"/>
              <a:gd name="connsiteY6" fmla="*/ 94497 h 1867156"/>
              <a:gd name="connsiteX7" fmla="*/ 686221 w 1427719"/>
              <a:gd name="connsiteY7" fmla="*/ 26525 h 1867156"/>
              <a:gd name="connsiteX8" fmla="*/ 163575 w 1427719"/>
              <a:gd name="connsiteY8" fmla="*/ 359285 h 1867156"/>
              <a:gd name="connsiteX0" fmla="*/ 163575 w 1426632"/>
              <a:gd name="connsiteY0" fmla="*/ 394322 h 1902193"/>
              <a:gd name="connsiteX1" fmla="*/ 836 w 1426632"/>
              <a:gd name="connsiteY1" fmla="*/ 1111958 h 1902193"/>
              <a:gd name="connsiteX2" fmla="*/ 214791 w 1426632"/>
              <a:gd name="connsiteY2" fmla="*/ 1548663 h 1902193"/>
              <a:gd name="connsiteX3" fmla="*/ 1033657 w 1426632"/>
              <a:gd name="connsiteY3" fmla="*/ 1816007 h 1902193"/>
              <a:gd name="connsiteX4" fmla="*/ 1417322 w 1426632"/>
              <a:gd name="connsiteY4" fmla="*/ 1807206 h 1902193"/>
              <a:gd name="connsiteX5" fmla="*/ 1315647 w 1426632"/>
              <a:gd name="connsiteY5" fmla="*/ 713213 h 1902193"/>
              <a:gd name="connsiteX6" fmla="*/ 1401843 w 1426632"/>
              <a:gd name="connsiteY6" fmla="*/ 63834 h 1902193"/>
              <a:gd name="connsiteX7" fmla="*/ 686221 w 1426632"/>
              <a:gd name="connsiteY7" fmla="*/ 61562 h 1902193"/>
              <a:gd name="connsiteX8" fmla="*/ 163575 w 1426632"/>
              <a:gd name="connsiteY8" fmla="*/ 394322 h 1902193"/>
              <a:gd name="connsiteX0" fmla="*/ 163575 w 1435249"/>
              <a:gd name="connsiteY0" fmla="*/ 394322 h 1885560"/>
              <a:gd name="connsiteX1" fmla="*/ 836 w 1435249"/>
              <a:gd name="connsiteY1" fmla="*/ 1111958 h 1885560"/>
              <a:gd name="connsiteX2" fmla="*/ 214791 w 1435249"/>
              <a:gd name="connsiteY2" fmla="*/ 1548663 h 1885560"/>
              <a:gd name="connsiteX3" fmla="*/ 1033657 w 1435249"/>
              <a:gd name="connsiteY3" fmla="*/ 1816007 h 1885560"/>
              <a:gd name="connsiteX4" fmla="*/ 1417322 w 1435249"/>
              <a:gd name="connsiteY4" fmla="*/ 1807206 h 1885560"/>
              <a:gd name="connsiteX5" fmla="*/ 1375103 w 1435249"/>
              <a:gd name="connsiteY5" fmla="*/ 943164 h 1885560"/>
              <a:gd name="connsiteX6" fmla="*/ 1401843 w 1435249"/>
              <a:gd name="connsiteY6" fmla="*/ 63834 h 1885560"/>
              <a:gd name="connsiteX7" fmla="*/ 686221 w 1435249"/>
              <a:gd name="connsiteY7" fmla="*/ 61562 h 1885560"/>
              <a:gd name="connsiteX8" fmla="*/ 163575 w 1435249"/>
              <a:gd name="connsiteY8" fmla="*/ 394322 h 1885560"/>
              <a:gd name="connsiteX0" fmla="*/ 128947 w 1438213"/>
              <a:gd name="connsiteY0" fmla="*/ 345176 h 1883146"/>
              <a:gd name="connsiteX1" fmla="*/ 3802 w 1438213"/>
              <a:gd name="connsiteY1" fmla="*/ 1109544 h 1883146"/>
              <a:gd name="connsiteX2" fmla="*/ 217757 w 1438213"/>
              <a:gd name="connsiteY2" fmla="*/ 1546249 h 1883146"/>
              <a:gd name="connsiteX3" fmla="*/ 1036623 w 1438213"/>
              <a:gd name="connsiteY3" fmla="*/ 1813593 h 1883146"/>
              <a:gd name="connsiteX4" fmla="*/ 1420288 w 1438213"/>
              <a:gd name="connsiteY4" fmla="*/ 1804792 h 1883146"/>
              <a:gd name="connsiteX5" fmla="*/ 1378069 w 1438213"/>
              <a:gd name="connsiteY5" fmla="*/ 940750 h 1883146"/>
              <a:gd name="connsiteX6" fmla="*/ 1404809 w 1438213"/>
              <a:gd name="connsiteY6" fmla="*/ 61420 h 1883146"/>
              <a:gd name="connsiteX7" fmla="*/ 689187 w 1438213"/>
              <a:gd name="connsiteY7" fmla="*/ 59148 h 1883146"/>
              <a:gd name="connsiteX8" fmla="*/ 128947 w 1438213"/>
              <a:gd name="connsiteY8" fmla="*/ 345176 h 1883146"/>
              <a:gd name="connsiteX0" fmla="*/ 126587 w 1435854"/>
              <a:gd name="connsiteY0" fmla="*/ 353278 h 1891248"/>
              <a:gd name="connsiteX1" fmla="*/ 1442 w 1435854"/>
              <a:gd name="connsiteY1" fmla="*/ 1117646 h 1891248"/>
              <a:gd name="connsiteX2" fmla="*/ 215397 w 1435854"/>
              <a:gd name="connsiteY2" fmla="*/ 1554351 h 1891248"/>
              <a:gd name="connsiteX3" fmla="*/ 1034263 w 1435854"/>
              <a:gd name="connsiteY3" fmla="*/ 1821695 h 1891248"/>
              <a:gd name="connsiteX4" fmla="*/ 1417928 w 1435854"/>
              <a:gd name="connsiteY4" fmla="*/ 1812894 h 1891248"/>
              <a:gd name="connsiteX5" fmla="*/ 1375709 w 1435854"/>
              <a:gd name="connsiteY5" fmla="*/ 948852 h 1891248"/>
              <a:gd name="connsiteX6" fmla="*/ 1402449 w 1435854"/>
              <a:gd name="connsiteY6" fmla="*/ 69522 h 1891248"/>
              <a:gd name="connsiteX7" fmla="*/ 221605 w 1435854"/>
              <a:gd name="connsiteY7" fmla="*/ 47778 h 1891248"/>
              <a:gd name="connsiteX8" fmla="*/ 126587 w 1435854"/>
              <a:gd name="connsiteY8" fmla="*/ 353278 h 1891248"/>
              <a:gd name="connsiteX0" fmla="*/ 35803 w 1453152"/>
              <a:gd name="connsiteY0" fmla="*/ 439993 h 1896181"/>
              <a:gd name="connsiteX1" fmla="*/ 18740 w 1453152"/>
              <a:gd name="connsiteY1" fmla="*/ 1122579 h 1896181"/>
              <a:gd name="connsiteX2" fmla="*/ 232695 w 1453152"/>
              <a:gd name="connsiteY2" fmla="*/ 1559284 h 1896181"/>
              <a:gd name="connsiteX3" fmla="*/ 1051561 w 1453152"/>
              <a:gd name="connsiteY3" fmla="*/ 1826628 h 1896181"/>
              <a:gd name="connsiteX4" fmla="*/ 1435226 w 1453152"/>
              <a:gd name="connsiteY4" fmla="*/ 1817827 h 1896181"/>
              <a:gd name="connsiteX5" fmla="*/ 1393007 w 1453152"/>
              <a:gd name="connsiteY5" fmla="*/ 953785 h 1896181"/>
              <a:gd name="connsiteX6" fmla="*/ 1419747 w 1453152"/>
              <a:gd name="connsiteY6" fmla="*/ 74455 h 1896181"/>
              <a:gd name="connsiteX7" fmla="*/ 238903 w 1453152"/>
              <a:gd name="connsiteY7" fmla="*/ 52711 h 1896181"/>
              <a:gd name="connsiteX8" fmla="*/ 35803 w 1453152"/>
              <a:gd name="connsiteY8" fmla="*/ 439993 h 1896181"/>
              <a:gd name="connsiteX0" fmla="*/ 35803 w 1447873"/>
              <a:gd name="connsiteY0" fmla="*/ 439993 h 1952840"/>
              <a:gd name="connsiteX1" fmla="*/ 18740 w 1447873"/>
              <a:gd name="connsiteY1" fmla="*/ 1122579 h 1952840"/>
              <a:gd name="connsiteX2" fmla="*/ 232695 w 1447873"/>
              <a:gd name="connsiteY2" fmla="*/ 1559284 h 1952840"/>
              <a:gd name="connsiteX3" fmla="*/ 1130848 w 1447873"/>
              <a:gd name="connsiteY3" fmla="*/ 1925181 h 1952840"/>
              <a:gd name="connsiteX4" fmla="*/ 1435226 w 1447873"/>
              <a:gd name="connsiteY4" fmla="*/ 1817827 h 1952840"/>
              <a:gd name="connsiteX5" fmla="*/ 1393007 w 1447873"/>
              <a:gd name="connsiteY5" fmla="*/ 953785 h 1952840"/>
              <a:gd name="connsiteX6" fmla="*/ 1419747 w 1447873"/>
              <a:gd name="connsiteY6" fmla="*/ 74455 h 1952840"/>
              <a:gd name="connsiteX7" fmla="*/ 238903 w 1447873"/>
              <a:gd name="connsiteY7" fmla="*/ 52711 h 1952840"/>
              <a:gd name="connsiteX8" fmla="*/ 35803 w 1447873"/>
              <a:gd name="connsiteY8" fmla="*/ 439993 h 1952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47873" h="1952840">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flip="none" rotWithShape="1">
            <a:gsLst>
              <a:gs pos="0">
                <a:srgbClr val="9CDFF9"/>
              </a:gs>
              <a:gs pos="100000">
                <a:schemeClr val="bg1"/>
              </a:gs>
              <a:gs pos="59000">
                <a:schemeClr val="accent5">
                  <a:lumMod val="20000"/>
                  <a:lumOff val="80000"/>
                </a:schemeClr>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21" name="Group 20">
            <a:extLst>
              <a:ext uri="{FF2B5EF4-FFF2-40B4-BE49-F238E27FC236}">
                <a16:creationId xmlns="" xmlns:a16="http://schemas.microsoft.com/office/drawing/2014/main" id="{09D929D7-3426-7545-8640-DC8E2ED95FB9}"/>
              </a:ext>
            </a:extLst>
          </p:cNvPr>
          <p:cNvGrpSpPr/>
          <p:nvPr/>
        </p:nvGrpSpPr>
        <p:grpSpPr>
          <a:xfrm>
            <a:off x="10837700" y="3928050"/>
            <a:ext cx="687393" cy="721548"/>
            <a:chOff x="5203089" y="1751190"/>
            <a:chExt cx="858331" cy="662414"/>
          </a:xfrm>
        </p:grpSpPr>
        <p:sp>
          <p:nvSpPr>
            <p:cNvPr id="22" name="Freeform 21">
              <a:extLst>
                <a:ext uri="{FF2B5EF4-FFF2-40B4-BE49-F238E27FC236}">
                  <a16:creationId xmlns="" xmlns:a16="http://schemas.microsoft.com/office/drawing/2014/main" id="{32949C6B-70A2-0C41-96B1-4A94F8B7F80B}"/>
                </a:ext>
              </a:extLst>
            </p:cNvPr>
            <p:cNvSpPr/>
            <p:nvPr/>
          </p:nvSpPr>
          <p:spPr>
            <a:xfrm>
              <a:off x="5536769" y="1751190"/>
              <a:ext cx="524651" cy="662124"/>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 name="connsiteX0" fmla="*/ 3618 w 651290"/>
                <a:gd name="connsiteY0" fmla="*/ 593378 h 593378"/>
                <a:gd name="connsiteX1" fmla="*/ 0 w 651290"/>
                <a:gd name="connsiteY1" fmla="*/ 242416 h 593378"/>
                <a:gd name="connsiteX2" fmla="*/ 423338 w 651290"/>
                <a:gd name="connsiteY2" fmla="*/ 101308 h 593378"/>
                <a:gd name="connsiteX3" fmla="*/ 647672 w 651290"/>
                <a:gd name="connsiteY3" fmla="*/ 0 h 593378"/>
                <a:gd name="connsiteX4" fmla="*/ 651290 w 651290"/>
                <a:gd name="connsiteY4" fmla="*/ 593378 h 593378"/>
                <a:gd name="connsiteX5" fmla="*/ 3618 w 651290"/>
                <a:gd name="connsiteY5" fmla="*/ 593378 h 593378"/>
                <a:gd name="connsiteX0" fmla="*/ 3618 w 651290"/>
                <a:gd name="connsiteY0" fmla="*/ 662124 h 662124"/>
                <a:gd name="connsiteX1" fmla="*/ 0 w 651290"/>
                <a:gd name="connsiteY1" fmla="*/ 311162 h 662124"/>
                <a:gd name="connsiteX2" fmla="*/ 376300 w 651290"/>
                <a:gd name="connsiteY2" fmla="*/ 0 h 662124"/>
                <a:gd name="connsiteX3" fmla="*/ 647672 w 651290"/>
                <a:gd name="connsiteY3" fmla="*/ 68746 h 662124"/>
                <a:gd name="connsiteX4" fmla="*/ 651290 w 651290"/>
                <a:gd name="connsiteY4" fmla="*/ 662124 h 662124"/>
                <a:gd name="connsiteX5" fmla="*/ 3618 w 651290"/>
                <a:gd name="connsiteY5" fmla="*/ 662124 h 662124"/>
                <a:gd name="connsiteX0" fmla="*/ 0 w 647672"/>
                <a:gd name="connsiteY0" fmla="*/ 662124 h 662124"/>
                <a:gd name="connsiteX1" fmla="*/ 123021 w 647672"/>
                <a:gd name="connsiteY1" fmla="*/ 83217 h 662124"/>
                <a:gd name="connsiteX2" fmla="*/ 372682 w 647672"/>
                <a:gd name="connsiteY2" fmla="*/ 0 h 662124"/>
                <a:gd name="connsiteX3" fmla="*/ 644054 w 647672"/>
                <a:gd name="connsiteY3" fmla="*/ 68746 h 662124"/>
                <a:gd name="connsiteX4" fmla="*/ 647672 w 647672"/>
                <a:gd name="connsiteY4" fmla="*/ 662124 h 662124"/>
                <a:gd name="connsiteX5" fmla="*/ 0 w 647672"/>
                <a:gd name="connsiteY5" fmla="*/ 662124 h 662124"/>
                <a:gd name="connsiteX0" fmla="*/ 7238 w 524651"/>
                <a:gd name="connsiteY0" fmla="*/ 669360 h 669360"/>
                <a:gd name="connsiteX1" fmla="*/ 0 w 524651"/>
                <a:gd name="connsiteY1" fmla="*/ 83217 h 669360"/>
                <a:gd name="connsiteX2" fmla="*/ 249661 w 524651"/>
                <a:gd name="connsiteY2" fmla="*/ 0 h 669360"/>
                <a:gd name="connsiteX3" fmla="*/ 521033 w 524651"/>
                <a:gd name="connsiteY3" fmla="*/ 68746 h 669360"/>
                <a:gd name="connsiteX4" fmla="*/ 524651 w 524651"/>
                <a:gd name="connsiteY4" fmla="*/ 662124 h 669360"/>
                <a:gd name="connsiteX5" fmla="*/ 7238 w 524651"/>
                <a:gd name="connsiteY5" fmla="*/ 669360 h 669360"/>
                <a:gd name="connsiteX0" fmla="*/ 438 w 528706"/>
                <a:gd name="connsiteY0" fmla="*/ 665742 h 665742"/>
                <a:gd name="connsiteX1" fmla="*/ 4055 w 528706"/>
                <a:gd name="connsiteY1" fmla="*/ 83217 h 665742"/>
                <a:gd name="connsiteX2" fmla="*/ 253716 w 528706"/>
                <a:gd name="connsiteY2" fmla="*/ 0 h 665742"/>
                <a:gd name="connsiteX3" fmla="*/ 525088 w 528706"/>
                <a:gd name="connsiteY3" fmla="*/ 68746 h 665742"/>
                <a:gd name="connsiteX4" fmla="*/ 528706 w 528706"/>
                <a:gd name="connsiteY4" fmla="*/ 662124 h 665742"/>
                <a:gd name="connsiteX5" fmla="*/ 438 w 528706"/>
                <a:gd name="connsiteY5" fmla="*/ 665742 h 665742"/>
                <a:gd name="connsiteX0" fmla="*/ 155 w 546514"/>
                <a:gd name="connsiteY0" fmla="*/ 662124 h 662124"/>
                <a:gd name="connsiteX1" fmla="*/ 21863 w 546514"/>
                <a:gd name="connsiteY1" fmla="*/ 83217 h 662124"/>
                <a:gd name="connsiteX2" fmla="*/ 271524 w 546514"/>
                <a:gd name="connsiteY2" fmla="*/ 0 h 662124"/>
                <a:gd name="connsiteX3" fmla="*/ 542896 w 546514"/>
                <a:gd name="connsiteY3" fmla="*/ 68746 h 662124"/>
                <a:gd name="connsiteX4" fmla="*/ 546514 w 546514"/>
                <a:gd name="connsiteY4" fmla="*/ 662124 h 662124"/>
                <a:gd name="connsiteX5" fmla="*/ 155 w 546514"/>
                <a:gd name="connsiteY5" fmla="*/ 662124 h 662124"/>
                <a:gd name="connsiteX0" fmla="*/ 10856 w 524651"/>
                <a:gd name="connsiteY0" fmla="*/ 658506 h 662124"/>
                <a:gd name="connsiteX1" fmla="*/ 0 w 524651"/>
                <a:gd name="connsiteY1" fmla="*/ 83217 h 662124"/>
                <a:gd name="connsiteX2" fmla="*/ 249661 w 524651"/>
                <a:gd name="connsiteY2" fmla="*/ 0 h 662124"/>
                <a:gd name="connsiteX3" fmla="*/ 521033 w 524651"/>
                <a:gd name="connsiteY3" fmla="*/ 68746 h 662124"/>
                <a:gd name="connsiteX4" fmla="*/ 524651 w 524651"/>
                <a:gd name="connsiteY4" fmla="*/ 662124 h 662124"/>
                <a:gd name="connsiteX5" fmla="*/ 10856 w 524651"/>
                <a:gd name="connsiteY5" fmla="*/ 658506 h 66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651" h="662124">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w="12700">
              <a:solidFill>
                <a:srgbClr val="0000A8"/>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Freeform 22">
              <a:extLst>
                <a:ext uri="{FF2B5EF4-FFF2-40B4-BE49-F238E27FC236}">
                  <a16:creationId xmlns="" xmlns:a16="http://schemas.microsoft.com/office/drawing/2014/main" id="{6A42A8C1-0A52-8944-BCD0-7C3E1000F6A9}"/>
                </a:ext>
              </a:extLst>
            </p:cNvPr>
            <p:cNvSpPr/>
            <p:nvPr/>
          </p:nvSpPr>
          <p:spPr>
            <a:xfrm>
              <a:off x="5203089" y="1921244"/>
              <a:ext cx="651290" cy="492070"/>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290" h="492070">
                  <a:moveTo>
                    <a:pt x="3618" y="492070"/>
                  </a:moveTo>
                  <a:lnTo>
                    <a:pt x="0" y="141108"/>
                  </a:lnTo>
                  <a:lnTo>
                    <a:pt x="423338" y="0"/>
                  </a:lnTo>
                  <a:lnTo>
                    <a:pt x="647672" y="57891"/>
                  </a:lnTo>
                  <a:lnTo>
                    <a:pt x="651290" y="492070"/>
                  </a:lnTo>
                  <a:lnTo>
                    <a:pt x="3618" y="492070"/>
                  </a:lnTo>
                  <a:close/>
                </a:path>
              </a:pathLst>
            </a:custGeom>
            <a:solidFill>
              <a:srgbClr val="E0EBF1"/>
            </a:solidFill>
            <a:ln w="12700">
              <a:solidFill>
                <a:srgbClr val="0000A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4" name="Straight Connector 23">
              <a:extLst>
                <a:ext uri="{FF2B5EF4-FFF2-40B4-BE49-F238E27FC236}">
                  <a16:creationId xmlns="" xmlns:a16="http://schemas.microsoft.com/office/drawing/2014/main" id="{3801E422-A8CB-5D4B-8A53-10BB1CC241B4}"/>
                </a:ext>
              </a:extLst>
            </p:cNvPr>
            <p:cNvCxnSpPr/>
            <p:nvPr/>
          </p:nvCxnSpPr>
          <p:spPr>
            <a:xfrm flipV="1">
              <a:off x="5270526" y="2029553"/>
              <a:ext cx="295249" cy="73468"/>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 xmlns:a16="http://schemas.microsoft.com/office/drawing/2014/main" id="{9A70776E-060B-774C-AF87-577276BCDEDB}"/>
                </a:ext>
              </a:extLst>
            </p:cNvPr>
            <p:cNvCxnSpPr/>
            <p:nvPr/>
          </p:nvCxnSpPr>
          <p:spPr>
            <a:xfrm flipV="1">
              <a:off x="5275406" y="2261710"/>
              <a:ext cx="290369" cy="1675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 xmlns:a16="http://schemas.microsoft.com/office/drawing/2014/main" id="{04F15741-4E5D-2C40-AA55-B8A92FB5641B}"/>
                </a:ext>
              </a:extLst>
            </p:cNvPr>
            <p:cNvCxnSpPr/>
            <p:nvPr/>
          </p:nvCxnSpPr>
          <p:spPr>
            <a:xfrm flipV="1">
              <a:off x="5275406" y="2151772"/>
              <a:ext cx="290369" cy="4840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 xmlns:a16="http://schemas.microsoft.com/office/drawing/2014/main" id="{CC116124-6B0D-0A48-9748-70E0EE10E0B8}"/>
                </a:ext>
              </a:extLst>
            </p:cNvPr>
            <p:cNvCxnSpPr/>
            <p:nvPr/>
          </p:nvCxnSpPr>
          <p:spPr>
            <a:xfrm>
              <a:off x="5270094" y="2354086"/>
              <a:ext cx="295681" cy="0"/>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 xmlns:a16="http://schemas.microsoft.com/office/drawing/2014/main" id="{41A80C21-FB20-4F42-A016-94A2E068D917}"/>
                </a:ext>
              </a:extLst>
            </p:cNvPr>
            <p:cNvCxnSpPr/>
            <p:nvPr/>
          </p:nvCxnSpPr>
          <p:spPr>
            <a:xfrm flipV="1">
              <a:off x="5950242" y="1866900"/>
              <a:ext cx="0" cy="465273"/>
            </a:xfrm>
            <a:prstGeom prst="line">
              <a:avLst/>
            </a:prstGeom>
            <a:ln w="44450">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 xmlns:a16="http://schemas.microsoft.com/office/drawing/2014/main" id="{D96746B7-2DA8-C14F-A27C-643C5FAB1AF2}"/>
                </a:ext>
              </a:extLst>
            </p:cNvPr>
            <p:cNvCxnSpPr/>
            <p:nvPr/>
          </p:nvCxnSpPr>
          <p:spPr>
            <a:xfrm>
              <a:off x="5628589" y="1936750"/>
              <a:ext cx="0" cy="476854"/>
            </a:xfrm>
            <a:prstGeom prst="line">
              <a:avLst/>
            </a:prstGeom>
            <a:ln w="15875">
              <a:solidFill>
                <a:srgbClr val="0000A8"/>
              </a:solidFill>
            </a:ln>
            <a:effectLst/>
          </p:spPr>
          <p:style>
            <a:lnRef idx="2">
              <a:schemeClr val="accent1"/>
            </a:lnRef>
            <a:fillRef idx="0">
              <a:schemeClr val="accent1"/>
            </a:fillRef>
            <a:effectRef idx="1">
              <a:schemeClr val="accent1"/>
            </a:effectRef>
            <a:fontRef idx="minor">
              <a:schemeClr val="tx1"/>
            </a:fontRef>
          </p:style>
        </p:cxnSp>
      </p:grpSp>
      <p:grpSp>
        <p:nvGrpSpPr>
          <p:cNvPr id="30" name="Group 29">
            <a:extLst>
              <a:ext uri="{FF2B5EF4-FFF2-40B4-BE49-F238E27FC236}">
                <a16:creationId xmlns="" xmlns:a16="http://schemas.microsoft.com/office/drawing/2014/main" id="{02066780-DE5E-6740-8BBA-01C995D1619B}"/>
              </a:ext>
            </a:extLst>
          </p:cNvPr>
          <p:cNvGrpSpPr/>
          <p:nvPr/>
        </p:nvGrpSpPr>
        <p:grpSpPr>
          <a:xfrm>
            <a:off x="10771171" y="3194171"/>
            <a:ext cx="594613" cy="648336"/>
            <a:chOff x="5203089" y="1751190"/>
            <a:chExt cx="858331" cy="662414"/>
          </a:xfrm>
        </p:grpSpPr>
        <p:sp>
          <p:nvSpPr>
            <p:cNvPr id="31" name="Freeform 30">
              <a:extLst>
                <a:ext uri="{FF2B5EF4-FFF2-40B4-BE49-F238E27FC236}">
                  <a16:creationId xmlns="" xmlns:a16="http://schemas.microsoft.com/office/drawing/2014/main" id="{F49A9BF7-5D60-2C4D-AF1F-F5F5F46EB76B}"/>
                </a:ext>
              </a:extLst>
            </p:cNvPr>
            <p:cNvSpPr/>
            <p:nvPr/>
          </p:nvSpPr>
          <p:spPr>
            <a:xfrm>
              <a:off x="5536769" y="1751190"/>
              <a:ext cx="524651" cy="662124"/>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 name="connsiteX0" fmla="*/ 3618 w 651290"/>
                <a:gd name="connsiteY0" fmla="*/ 593378 h 593378"/>
                <a:gd name="connsiteX1" fmla="*/ 0 w 651290"/>
                <a:gd name="connsiteY1" fmla="*/ 242416 h 593378"/>
                <a:gd name="connsiteX2" fmla="*/ 423338 w 651290"/>
                <a:gd name="connsiteY2" fmla="*/ 101308 h 593378"/>
                <a:gd name="connsiteX3" fmla="*/ 647672 w 651290"/>
                <a:gd name="connsiteY3" fmla="*/ 0 h 593378"/>
                <a:gd name="connsiteX4" fmla="*/ 651290 w 651290"/>
                <a:gd name="connsiteY4" fmla="*/ 593378 h 593378"/>
                <a:gd name="connsiteX5" fmla="*/ 3618 w 651290"/>
                <a:gd name="connsiteY5" fmla="*/ 593378 h 593378"/>
                <a:gd name="connsiteX0" fmla="*/ 3618 w 651290"/>
                <a:gd name="connsiteY0" fmla="*/ 662124 h 662124"/>
                <a:gd name="connsiteX1" fmla="*/ 0 w 651290"/>
                <a:gd name="connsiteY1" fmla="*/ 311162 h 662124"/>
                <a:gd name="connsiteX2" fmla="*/ 376300 w 651290"/>
                <a:gd name="connsiteY2" fmla="*/ 0 h 662124"/>
                <a:gd name="connsiteX3" fmla="*/ 647672 w 651290"/>
                <a:gd name="connsiteY3" fmla="*/ 68746 h 662124"/>
                <a:gd name="connsiteX4" fmla="*/ 651290 w 651290"/>
                <a:gd name="connsiteY4" fmla="*/ 662124 h 662124"/>
                <a:gd name="connsiteX5" fmla="*/ 3618 w 651290"/>
                <a:gd name="connsiteY5" fmla="*/ 662124 h 662124"/>
                <a:gd name="connsiteX0" fmla="*/ 0 w 647672"/>
                <a:gd name="connsiteY0" fmla="*/ 662124 h 662124"/>
                <a:gd name="connsiteX1" fmla="*/ 123021 w 647672"/>
                <a:gd name="connsiteY1" fmla="*/ 83217 h 662124"/>
                <a:gd name="connsiteX2" fmla="*/ 372682 w 647672"/>
                <a:gd name="connsiteY2" fmla="*/ 0 h 662124"/>
                <a:gd name="connsiteX3" fmla="*/ 644054 w 647672"/>
                <a:gd name="connsiteY3" fmla="*/ 68746 h 662124"/>
                <a:gd name="connsiteX4" fmla="*/ 647672 w 647672"/>
                <a:gd name="connsiteY4" fmla="*/ 662124 h 662124"/>
                <a:gd name="connsiteX5" fmla="*/ 0 w 647672"/>
                <a:gd name="connsiteY5" fmla="*/ 662124 h 662124"/>
                <a:gd name="connsiteX0" fmla="*/ 7238 w 524651"/>
                <a:gd name="connsiteY0" fmla="*/ 669360 h 669360"/>
                <a:gd name="connsiteX1" fmla="*/ 0 w 524651"/>
                <a:gd name="connsiteY1" fmla="*/ 83217 h 669360"/>
                <a:gd name="connsiteX2" fmla="*/ 249661 w 524651"/>
                <a:gd name="connsiteY2" fmla="*/ 0 h 669360"/>
                <a:gd name="connsiteX3" fmla="*/ 521033 w 524651"/>
                <a:gd name="connsiteY3" fmla="*/ 68746 h 669360"/>
                <a:gd name="connsiteX4" fmla="*/ 524651 w 524651"/>
                <a:gd name="connsiteY4" fmla="*/ 662124 h 669360"/>
                <a:gd name="connsiteX5" fmla="*/ 7238 w 524651"/>
                <a:gd name="connsiteY5" fmla="*/ 669360 h 669360"/>
                <a:gd name="connsiteX0" fmla="*/ 438 w 528706"/>
                <a:gd name="connsiteY0" fmla="*/ 665742 h 665742"/>
                <a:gd name="connsiteX1" fmla="*/ 4055 w 528706"/>
                <a:gd name="connsiteY1" fmla="*/ 83217 h 665742"/>
                <a:gd name="connsiteX2" fmla="*/ 253716 w 528706"/>
                <a:gd name="connsiteY2" fmla="*/ 0 h 665742"/>
                <a:gd name="connsiteX3" fmla="*/ 525088 w 528706"/>
                <a:gd name="connsiteY3" fmla="*/ 68746 h 665742"/>
                <a:gd name="connsiteX4" fmla="*/ 528706 w 528706"/>
                <a:gd name="connsiteY4" fmla="*/ 662124 h 665742"/>
                <a:gd name="connsiteX5" fmla="*/ 438 w 528706"/>
                <a:gd name="connsiteY5" fmla="*/ 665742 h 665742"/>
                <a:gd name="connsiteX0" fmla="*/ 155 w 546514"/>
                <a:gd name="connsiteY0" fmla="*/ 662124 h 662124"/>
                <a:gd name="connsiteX1" fmla="*/ 21863 w 546514"/>
                <a:gd name="connsiteY1" fmla="*/ 83217 h 662124"/>
                <a:gd name="connsiteX2" fmla="*/ 271524 w 546514"/>
                <a:gd name="connsiteY2" fmla="*/ 0 h 662124"/>
                <a:gd name="connsiteX3" fmla="*/ 542896 w 546514"/>
                <a:gd name="connsiteY3" fmla="*/ 68746 h 662124"/>
                <a:gd name="connsiteX4" fmla="*/ 546514 w 546514"/>
                <a:gd name="connsiteY4" fmla="*/ 662124 h 662124"/>
                <a:gd name="connsiteX5" fmla="*/ 155 w 546514"/>
                <a:gd name="connsiteY5" fmla="*/ 662124 h 662124"/>
                <a:gd name="connsiteX0" fmla="*/ 10856 w 524651"/>
                <a:gd name="connsiteY0" fmla="*/ 658506 h 662124"/>
                <a:gd name="connsiteX1" fmla="*/ 0 w 524651"/>
                <a:gd name="connsiteY1" fmla="*/ 83217 h 662124"/>
                <a:gd name="connsiteX2" fmla="*/ 249661 w 524651"/>
                <a:gd name="connsiteY2" fmla="*/ 0 h 662124"/>
                <a:gd name="connsiteX3" fmla="*/ 521033 w 524651"/>
                <a:gd name="connsiteY3" fmla="*/ 68746 h 662124"/>
                <a:gd name="connsiteX4" fmla="*/ 524651 w 524651"/>
                <a:gd name="connsiteY4" fmla="*/ 662124 h 662124"/>
                <a:gd name="connsiteX5" fmla="*/ 10856 w 524651"/>
                <a:gd name="connsiteY5" fmla="*/ 658506 h 66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651" h="662124">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w="12700">
              <a:solidFill>
                <a:srgbClr val="0000A8"/>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Freeform 31">
              <a:extLst>
                <a:ext uri="{FF2B5EF4-FFF2-40B4-BE49-F238E27FC236}">
                  <a16:creationId xmlns="" xmlns:a16="http://schemas.microsoft.com/office/drawing/2014/main" id="{F8935E55-D83F-F74C-A0C3-358E8FF3E7CE}"/>
                </a:ext>
              </a:extLst>
            </p:cNvPr>
            <p:cNvSpPr/>
            <p:nvPr/>
          </p:nvSpPr>
          <p:spPr>
            <a:xfrm>
              <a:off x="5203089" y="1921244"/>
              <a:ext cx="651290" cy="492070"/>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290" h="492070">
                  <a:moveTo>
                    <a:pt x="3618" y="492070"/>
                  </a:moveTo>
                  <a:lnTo>
                    <a:pt x="0" y="141108"/>
                  </a:lnTo>
                  <a:lnTo>
                    <a:pt x="423338" y="0"/>
                  </a:lnTo>
                  <a:lnTo>
                    <a:pt x="647672" y="57891"/>
                  </a:lnTo>
                  <a:lnTo>
                    <a:pt x="651290" y="492070"/>
                  </a:lnTo>
                  <a:lnTo>
                    <a:pt x="3618" y="492070"/>
                  </a:lnTo>
                  <a:close/>
                </a:path>
              </a:pathLst>
            </a:custGeom>
            <a:solidFill>
              <a:srgbClr val="E0EBF1"/>
            </a:solidFill>
            <a:ln w="12700">
              <a:solidFill>
                <a:srgbClr val="0000A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3" name="Straight Connector 32">
              <a:extLst>
                <a:ext uri="{FF2B5EF4-FFF2-40B4-BE49-F238E27FC236}">
                  <a16:creationId xmlns="" xmlns:a16="http://schemas.microsoft.com/office/drawing/2014/main" id="{3FFB49DC-1122-2D42-9C83-51C0E0469DF6}"/>
                </a:ext>
              </a:extLst>
            </p:cNvPr>
            <p:cNvCxnSpPr/>
            <p:nvPr/>
          </p:nvCxnSpPr>
          <p:spPr>
            <a:xfrm flipV="1">
              <a:off x="5270526" y="2029553"/>
              <a:ext cx="295249" cy="73468"/>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 xmlns:a16="http://schemas.microsoft.com/office/drawing/2014/main" id="{FB4DFA1B-BDC0-0547-BA3C-F5988DF09577}"/>
                </a:ext>
              </a:extLst>
            </p:cNvPr>
            <p:cNvCxnSpPr/>
            <p:nvPr/>
          </p:nvCxnSpPr>
          <p:spPr>
            <a:xfrm flipV="1">
              <a:off x="5275406" y="2261710"/>
              <a:ext cx="290369" cy="1675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 xmlns:a16="http://schemas.microsoft.com/office/drawing/2014/main" id="{734898AC-622F-264A-9A7D-E5817715A6AD}"/>
                </a:ext>
              </a:extLst>
            </p:cNvPr>
            <p:cNvCxnSpPr/>
            <p:nvPr/>
          </p:nvCxnSpPr>
          <p:spPr>
            <a:xfrm flipV="1">
              <a:off x="5275406" y="2151772"/>
              <a:ext cx="290369" cy="4840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 xmlns:a16="http://schemas.microsoft.com/office/drawing/2014/main" id="{B01C8AF5-125A-4746-96BD-BF09BC7DDE9B}"/>
                </a:ext>
              </a:extLst>
            </p:cNvPr>
            <p:cNvCxnSpPr/>
            <p:nvPr/>
          </p:nvCxnSpPr>
          <p:spPr>
            <a:xfrm>
              <a:off x="5270094" y="2354086"/>
              <a:ext cx="295681" cy="0"/>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 xmlns:a16="http://schemas.microsoft.com/office/drawing/2014/main" id="{53662089-AD1C-A64B-9B48-0369C502239D}"/>
                </a:ext>
              </a:extLst>
            </p:cNvPr>
            <p:cNvCxnSpPr/>
            <p:nvPr/>
          </p:nvCxnSpPr>
          <p:spPr>
            <a:xfrm flipV="1">
              <a:off x="5950242" y="1866900"/>
              <a:ext cx="0" cy="465273"/>
            </a:xfrm>
            <a:prstGeom prst="line">
              <a:avLst/>
            </a:prstGeom>
            <a:ln w="44450">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 xmlns:a16="http://schemas.microsoft.com/office/drawing/2014/main" id="{B0D9A8F3-9F56-D642-96B2-51A352E9864D}"/>
                </a:ext>
              </a:extLst>
            </p:cNvPr>
            <p:cNvCxnSpPr/>
            <p:nvPr/>
          </p:nvCxnSpPr>
          <p:spPr>
            <a:xfrm>
              <a:off x="5628589" y="1936750"/>
              <a:ext cx="0" cy="476854"/>
            </a:xfrm>
            <a:prstGeom prst="line">
              <a:avLst/>
            </a:prstGeom>
            <a:ln w="15875">
              <a:solidFill>
                <a:srgbClr val="0000A8"/>
              </a:solidFill>
            </a:ln>
            <a:effectLst/>
          </p:spPr>
          <p:style>
            <a:lnRef idx="2">
              <a:schemeClr val="accent1"/>
            </a:lnRef>
            <a:fillRef idx="0">
              <a:schemeClr val="accent1"/>
            </a:fillRef>
            <a:effectRef idx="1">
              <a:schemeClr val="accent1"/>
            </a:effectRef>
            <a:fontRef idx="minor">
              <a:schemeClr val="tx1"/>
            </a:fontRef>
          </p:style>
        </p:cxnSp>
      </p:grpSp>
      <p:sp>
        <p:nvSpPr>
          <p:cNvPr id="39" name="Freeform 38">
            <a:extLst>
              <a:ext uri="{FF2B5EF4-FFF2-40B4-BE49-F238E27FC236}">
                <a16:creationId xmlns="" xmlns:a16="http://schemas.microsoft.com/office/drawing/2014/main" id="{717B1C14-4D36-EF4F-A926-BBBD98456BEE}"/>
              </a:ext>
            </a:extLst>
          </p:cNvPr>
          <p:cNvSpPr/>
          <p:nvPr/>
        </p:nvSpPr>
        <p:spPr>
          <a:xfrm>
            <a:off x="9540813" y="1782042"/>
            <a:ext cx="1497864" cy="1386455"/>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60355 w 1494463"/>
              <a:gd name="connsiteY0" fmla="*/ 534641 h 1775651"/>
              <a:gd name="connsiteX1" fmla="*/ 3 w 1494463"/>
              <a:gd name="connsiteY1" fmla="*/ 940200 h 1775651"/>
              <a:gd name="connsiteX2" fmla="*/ 367657 w 1494463"/>
              <a:gd name="connsiteY2" fmla="*/ 1508306 h 1775651"/>
              <a:gd name="connsiteX3" fmla="*/ 1186523 w 1494463"/>
              <a:gd name="connsiteY3" fmla="*/ 1775650 h 1775651"/>
              <a:gd name="connsiteX4" fmla="*/ 1467465 w 1494463"/>
              <a:gd name="connsiteY4" fmla="*/ 1510813 h 1775651"/>
              <a:gd name="connsiteX5" fmla="*/ 1468513 w 1494463"/>
              <a:gd name="connsiteY5" fmla="*/ 672856 h 1775651"/>
              <a:gd name="connsiteX6" fmla="*/ 1336927 w 1494463"/>
              <a:gd name="connsiteY6" fmla="*/ 154877 h 1775651"/>
              <a:gd name="connsiteX7" fmla="*/ 839087 w 1494463"/>
              <a:gd name="connsiteY7" fmla="*/ 21205 h 1775651"/>
              <a:gd name="connsiteX8" fmla="*/ 360355 w 1494463"/>
              <a:gd name="connsiteY8" fmla="*/ 534641 h 1775651"/>
              <a:gd name="connsiteX0" fmla="*/ 360355 w 1491064"/>
              <a:gd name="connsiteY0" fmla="*/ 552327 h 1793337"/>
              <a:gd name="connsiteX1" fmla="*/ 3 w 1491064"/>
              <a:gd name="connsiteY1" fmla="*/ 957886 h 1793337"/>
              <a:gd name="connsiteX2" fmla="*/ 367657 w 1491064"/>
              <a:gd name="connsiteY2" fmla="*/ 1525992 h 1793337"/>
              <a:gd name="connsiteX3" fmla="*/ 1186523 w 1491064"/>
              <a:gd name="connsiteY3" fmla="*/ 1793336 h 1793337"/>
              <a:gd name="connsiteX4" fmla="*/ 1467465 w 1491064"/>
              <a:gd name="connsiteY4" fmla="*/ 1528499 h 1793337"/>
              <a:gd name="connsiteX5" fmla="*/ 1468513 w 1491064"/>
              <a:gd name="connsiteY5" fmla="*/ 690542 h 1793337"/>
              <a:gd name="connsiteX6" fmla="*/ 1407977 w 1491064"/>
              <a:gd name="connsiteY6" fmla="*/ 109278 h 1793337"/>
              <a:gd name="connsiteX7" fmla="*/ 839087 w 1491064"/>
              <a:gd name="connsiteY7" fmla="*/ 38891 h 1793337"/>
              <a:gd name="connsiteX8" fmla="*/ 360355 w 1491064"/>
              <a:gd name="connsiteY8" fmla="*/ 552327 h 1793337"/>
              <a:gd name="connsiteX0" fmla="*/ 360355 w 1502818"/>
              <a:gd name="connsiteY0" fmla="*/ 552327 h 1612281"/>
              <a:gd name="connsiteX1" fmla="*/ 3 w 1502818"/>
              <a:gd name="connsiteY1" fmla="*/ 957886 h 1612281"/>
              <a:gd name="connsiteX2" fmla="*/ 367657 w 1502818"/>
              <a:gd name="connsiteY2" fmla="*/ 1525992 h 1612281"/>
              <a:gd name="connsiteX3" fmla="*/ 1026659 w 1502818"/>
              <a:gd name="connsiteY3" fmla="*/ 1582385 h 1612281"/>
              <a:gd name="connsiteX4" fmla="*/ 1467465 w 1502818"/>
              <a:gd name="connsiteY4" fmla="*/ 1528499 h 1612281"/>
              <a:gd name="connsiteX5" fmla="*/ 1468513 w 1502818"/>
              <a:gd name="connsiteY5" fmla="*/ 690542 h 1612281"/>
              <a:gd name="connsiteX6" fmla="*/ 1407977 w 1502818"/>
              <a:gd name="connsiteY6" fmla="*/ 109278 h 1612281"/>
              <a:gd name="connsiteX7" fmla="*/ 839087 w 1502818"/>
              <a:gd name="connsiteY7" fmla="*/ 38891 h 1612281"/>
              <a:gd name="connsiteX8" fmla="*/ 360355 w 1502818"/>
              <a:gd name="connsiteY8" fmla="*/ 552327 h 1612281"/>
              <a:gd name="connsiteX0" fmla="*/ 360384 w 1502847"/>
              <a:gd name="connsiteY0" fmla="*/ 552327 h 1803602"/>
              <a:gd name="connsiteX1" fmla="*/ 32 w 1502847"/>
              <a:gd name="connsiteY1" fmla="*/ 957886 h 1803602"/>
              <a:gd name="connsiteX2" fmla="*/ 385448 w 1502847"/>
              <a:gd name="connsiteY2" fmla="*/ 1779134 h 1803602"/>
              <a:gd name="connsiteX3" fmla="*/ 1026688 w 1502847"/>
              <a:gd name="connsiteY3" fmla="*/ 1582385 h 1803602"/>
              <a:gd name="connsiteX4" fmla="*/ 1467494 w 1502847"/>
              <a:gd name="connsiteY4" fmla="*/ 1528499 h 1803602"/>
              <a:gd name="connsiteX5" fmla="*/ 1468542 w 1502847"/>
              <a:gd name="connsiteY5" fmla="*/ 690542 h 1803602"/>
              <a:gd name="connsiteX6" fmla="*/ 1408006 w 1502847"/>
              <a:gd name="connsiteY6" fmla="*/ 109278 h 1803602"/>
              <a:gd name="connsiteX7" fmla="*/ 839116 w 1502847"/>
              <a:gd name="connsiteY7" fmla="*/ 38891 h 1803602"/>
              <a:gd name="connsiteX8" fmla="*/ 360384 w 1502847"/>
              <a:gd name="connsiteY8" fmla="*/ 552327 h 1803602"/>
              <a:gd name="connsiteX0" fmla="*/ 360384 w 1502847"/>
              <a:gd name="connsiteY0" fmla="*/ 552327 h 1826319"/>
              <a:gd name="connsiteX1" fmla="*/ 32 w 1502847"/>
              <a:gd name="connsiteY1" fmla="*/ 957886 h 1826319"/>
              <a:gd name="connsiteX2" fmla="*/ 385448 w 1502847"/>
              <a:gd name="connsiteY2" fmla="*/ 1779134 h 1826319"/>
              <a:gd name="connsiteX3" fmla="*/ 1026688 w 1502847"/>
              <a:gd name="connsiteY3" fmla="*/ 1582385 h 1826319"/>
              <a:gd name="connsiteX4" fmla="*/ 1467494 w 1502847"/>
              <a:gd name="connsiteY4" fmla="*/ 1528499 h 1826319"/>
              <a:gd name="connsiteX5" fmla="*/ 1468542 w 1502847"/>
              <a:gd name="connsiteY5" fmla="*/ 690542 h 1826319"/>
              <a:gd name="connsiteX6" fmla="*/ 1408006 w 1502847"/>
              <a:gd name="connsiteY6" fmla="*/ 109278 h 1826319"/>
              <a:gd name="connsiteX7" fmla="*/ 839116 w 1502847"/>
              <a:gd name="connsiteY7" fmla="*/ 38891 h 1826319"/>
              <a:gd name="connsiteX8" fmla="*/ 360384 w 1502847"/>
              <a:gd name="connsiteY8" fmla="*/ 552327 h 1826319"/>
              <a:gd name="connsiteX0" fmla="*/ 289852 w 1503366"/>
              <a:gd name="connsiteY0" fmla="*/ 461730 h 1820101"/>
              <a:gd name="connsiteX1" fmla="*/ 551 w 1503366"/>
              <a:gd name="connsiteY1" fmla="*/ 951668 h 1820101"/>
              <a:gd name="connsiteX2" fmla="*/ 385967 w 1503366"/>
              <a:gd name="connsiteY2" fmla="*/ 1772916 h 1820101"/>
              <a:gd name="connsiteX3" fmla="*/ 1027207 w 1503366"/>
              <a:gd name="connsiteY3" fmla="*/ 1576167 h 1820101"/>
              <a:gd name="connsiteX4" fmla="*/ 1468013 w 1503366"/>
              <a:gd name="connsiteY4" fmla="*/ 1522281 h 1820101"/>
              <a:gd name="connsiteX5" fmla="*/ 1469061 w 1503366"/>
              <a:gd name="connsiteY5" fmla="*/ 684324 h 1820101"/>
              <a:gd name="connsiteX6" fmla="*/ 1408525 w 1503366"/>
              <a:gd name="connsiteY6" fmla="*/ 103060 h 1820101"/>
              <a:gd name="connsiteX7" fmla="*/ 839635 w 1503366"/>
              <a:gd name="connsiteY7" fmla="*/ 32673 h 1820101"/>
              <a:gd name="connsiteX8" fmla="*/ 289852 w 1503366"/>
              <a:gd name="connsiteY8" fmla="*/ 461730 h 1820101"/>
              <a:gd name="connsiteX0" fmla="*/ 293376 w 1506890"/>
              <a:gd name="connsiteY0" fmla="*/ 461730 h 1820101"/>
              <a:gd name="connsiteX1" fmla="*/ 4075 w 1506890"/>
              <a:gd name="connsiteY1" fmla="*/ 951668 h 1820101"/>
              <a:gd name="connsiteX2" fmla="*/ 389491 w 1506890"/>
              <a:gd name="connsiteY2" fmla="*/ 1772916 h 1820101"/>
              <a:gd name="connsiteX3" fmla="*/ 1030731 w 1506890"/>
              <a:gd name="connsiteY3" fmla="*/ 1576167 h 1820101"/>
              <a:gd name="connsiteX4" fmla="*/ 1471537 w 1506890"/>
              <a:gd name="connsiteY4" fmla="*/ 1522281 h 1820101"/>
              <a:gd name="connsiteX5" fmla="*/ 1472585 w 1506890"/>
              <a:gd name="connsiteY5" fmla="*/ 684324 h 1820101"/>
              <a:gd name="connsiteX6" fmla="*/ 1412049 w 1506890"/>
              <a:gd name="connsiteY6" fmla="*/ 103060 h 1820101"/>
              <a:gd name="connsiteX7" fmla="*/ 843159 w 1506890"/>
              <a:gd name="connsiteY7" fmla="*/ 32673 h 1820101"/>
              <a:gd name="connsiteX8" fmla="*/ 293376 w 1506890"/>
              <a:gd name="connsiteY8" fmla="*/ 461730 h 1820101"/>
              <a:gd name="connsiteX0" fmla="*/ 203955 w 1545103"/>
              <a:gd name="connsiteY0" fmla="*/ 206126 h 1802639"/>
              <a:gd name="connsiteX1" fmla="*/ 42288 w 1545103"/>
              <a:gd name="connsiteY1" fmla="*/ 934206 h 1802639"/>
              <a:gd name="connsiteX2" fmla="*/ 427704 w 1545103"/>
              <a:gd name="connsiteY2" fmla="*/ 1755454 h 1802639"/>
              <a:gd name="connsiteX3" fmla="*/ 1068944 w 1545103"/>
              <a:gd name="connsiteY3" fmla="*/ 1558705 h 1802639"/>
              <a:gd name="connsiteX4" fmla="*/ 1509750 w 1545103"/>
              <a:gd name="connsiteY4" fmla="*/ 1504819 h 1802639"/>
              <a:gd name="connsiteX5" fmla="*/ 1510798 w 1545103"/>
              <a:gd name="connsiteY5" fmla="*/ 666862 h 1802639"/>
              <a:gd name="connsiteX6" fmla="*/ 1450262 w 1545103"/>
              <a:gd name="connsiteY6" fmla="*/ 85598 h 1802639"/>
              <a:gd name="connsiteX7" fmla="*/ 881372 w 1545103"/>
              <a:gd name="connsiteY7" fmla="*/ 15211 h 1802639"/>
              <a:gd name="connsiteX8" fmla="*/ 203955 w 1545103"/>
              <a:gd name="connsiteY8" fmla="*/ 206126 h 1802639"/>
              <a:gd name="connsiteX0" fmla="*/ 147252 w 1634267"/>
              <a:gd name="connsiteY0" fmla="*/ 113266 h 1796376"/>
              <a:gd name="connsiteX1" fmla="*/ 131452 w 1634267"/>
              <a:gd name="connsiteY1" fmla="*/ 927943 h 1796376"/>
              <a:gd name="connsiteX2" fmla="*/ 516868 w 1634267"/>
              <a:gd name="connsiteY2" fmla="*/ 1749191 h 1796376"/>
              <a:gd name="connsiteX3" fmla="*/ 1158108 w 1634267"/>
              <a:gd name="connsiteY3" fmla="*/ 1552442 h 1796376"/>
              <a:gd name="connsiteX4" fmla="*/ 1598914 w 1634267"/>
              <a:gd name="connsiteY4" fmla="*/ 1498556 h 1796376"/>
              <a:gd name="connsiteX5" fmla="*/ 1599962 w 1634267"/>
              <a:gd name="connsiteY5" fmla="*/ 660599 h 1796376"/>
              <a:gd name="connsiteX6" fmla="*/ 1539426 w 1634267"/>
              <a:gd name="connsiteY6" fmla="*/ 79335 h 1796376"/>
              <a:gd name="connsiteX7" fmla="*/ 970536 w 1634267"/>
              <a:gd name="connsiteY7" fmla="*/ 8948 h 1796376"/>
              <a:gd name="connsiteX8" fmla="*/ 147252 w 1634267"/>
              <a:gd name="connsiteY8" fmla="*/ 113266 h 179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34267" h="1796376">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flip="none" rotWithShape="1">
            <a:gsLst>
              <a:gs pos="0">
                <a:srgbClr val="9CDFF9"/>
              </a:gs>
              <a:gs pos="100000">
                <a:schemeClr val="bg1"/>
              </a:gs>
              <a:gs pos="57000">
                <a:schemeClr val="accent5">
                  <a:lumMod val="20000"/>
                  <a:lumOff val="80000"/>
                </a:schemeClr>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TextBox 39">
            <a:extLst>
              <a:ext uri="{FF2B5EF4-FFF2-40B4-BE49-F238E27FC236}">
                <a16:creationId xmlns="" xmlns:a16="http://schemas.microsoft.com/office/drawing/2014/main" id="{E13F2107-1C9A-0C41-B24A-0671CC60D47A}"/>
              </a:ext>
            </a:extLst>
          </p:cNvPr>
          <p:cNvSpPr txBox="1"/>
          <p:nvPr/>
        </p:nvSpPr>
        <p:spPr>
          <a:xfrm>
            <a:off x="9427201" y="1851195"/>
            <a:ext cx="1725088" cy="286232"/>
          </a:xfrm>
          <a:prstGeom prst="rect">
            <a:avLst/>
          </a:prstGeom>
          <a:noFill/>
        </p:spPr>
        <p:txBody>
          <a:bodyPr wrap="non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national or global ISP</a:t>
            </a:r>
          </a:p>
        </p:txBody>
      </p:sp>
      <p:sp>
        <p:nvSpPr>
          <p:cNvPr id="41" name="Rectangle 40">
            <a:extLst>
              <a:ext uri="{FF2B5EF4-FFF2-40B4-BE49-F238E27FC236}">
                <a16:creationId xmlns="" xmlns:a16="http://schemas.microsoft.com/office/drawing/2014/main" id="{4E6D405D-F88D-A643-A8DA-87BCB5348C5C}"/>
              </a:ext>
            </a:extLst>
          </p:cNvPr>
          <p:cNvSpPr/>
          <p:nvPr/>
        </p:nvSpPr>
        <p:spPr>
          <a:xfrm>
            <a:off x="9279068" y="3677908"/>
            <a:ext cx="305749" cy="197847"/>
          </a:xfrm>
          <a:prstGeom prst="rect">
            <a:avLst/>
          </a:prstGeom>
          <a:solidFill>
            <a:srgbClr val="9CD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2" name="TextBox 41">
            <a:extLst>
              <a:ext uri="{FF2B5EF4-FFF2-40B4-BE49-F238E27FC236}">
                <a16:creationId xmlns="" xmlns:a16="http://schemas.microsoft.com/office/drawing/2014/main" id="{ED05228A-100C-D643-BB8E-545E51741FBA}"/>
              </a:ext>
            </a:extLst>
          </p:cNvPr>
          <p:cNvSpPr txBox="1"/>
          <p:nvPr/>
        </p:nvSpPr>
        <p:spPr>
          <a:xfrm>
            <a:off x="8766162" y="3447919"/>
            <a:ext cx="1040639" cy="480131"/>
          </a:xfrm>
          <a:prstGeom prst="rect">
            <a:avLst/>
          </a:prstGeom>
          <a:noFill/>
        </p:spPr>
        <p:txBody>
          <a:bodyPr wrap="squar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local or regional ISP</a:t>
            </a:r>
          </a:p>
        </p:txBody>
      </p:sp>
      <p:sp>
        <p:nvSpPr>
          <p:cNvPr id="43" name="TextBox 42">
            <a:extLst>
              <a:ext uri="{FF2B5EF4-FFF2-40B4-BE49-F238E27FC236}">
                <a16:creationId xmlns="" xmlns:a16="http://schemas.microsoft.com/office/drawing/2014/main" id="{795F625F-E4CA-A14C-BDB7-680FDFE6EE1F}"/>
              </a:ext>
            </a:extLst>
          </p:cNvPr>
          <p:cNvSpPr txBox="1"/>
          <p:nvPr/>
        </p:nvSpPr>
        <p:spPr>
          <a:xfrm>
            <a:off x="10917767" y="4677937"/>
            <a:ext cx="813043" cy="383182"/>
          </a:xfrm>
          <a:prstGeom prst="rect">
            <a:avLst/>
          </a:prstGeom>
          <a:noFill/>
        </p:spPr>
        <p:txBody>
          <a:bodyPr wrap="non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rPr>
              <a:t>datacenter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rPr>
              <a:t>network</a:t>
            </a:r>
          </a:p>
        </p:txBody>
      </p:sp>
      <p:sp>
        <p:nvSpPr>
          <p:cNvPr id="44" name="TextBox 43">
            <a:extLst>
              <a:ext uri="{FF2B5EF4-FFF2-40B4-BE49-F238E27FC236}">
                <a16:creationId xmlns="" xmlns:a16="http://schemas.microsoft.com/office/drawing/2014/main" id="{75188F4C-A928-8F4F-9205-FD6C4D77CC8D}"/>
              </a:ext>
            </a:extLst>
          </p:cNvPr>
          <p:cNvSpPr txBox="1"/>
          <p:nvPr/>
        </p:nvSpPr>
        <p:spPr>
          <a:xfrm>
            <a:off x="10063018" y="4228248"/>
            <a:ext cx="843051" cy="674031"/>
          </a:xfrm>
          <a:prstGeom prst="rect">
            <a:avLst/>
          </a:prstGeom>
          <a:noFill/>
        </p:spPr>
        <p:txBody>
          <a:bodyPr wrap="non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content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provider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network</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45" name="Straight Connector 44">
            <a:extLst>
              <a:ext uri="{FF2B5EF4-FFF2-40B4-BE49-F238E27FC236}">
                <a16:creationId xmlns="" xmlns:a16="http://schemas.microsoft.com/office/drawing/2014/main" id="{959284F2-2C3E-6B49-83BE-150EADA93824}"/>
              </a:ext>
            </a:extLst>
          </p:cNvPr>
          <p:cNvCxnSpPr>
            <a:cxnSpLocks/>
          </p:cNvCxnSpPr>
          <p:nvPr/>
        </p:nvCxnSpPr>
        <p:spPr>
          <a:xfrm flipH="1" flipV="1">
            <a:off x="10559920" y="3580125"/>
            <a:ext cx="412964" cy="637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 xmlns:a16="http://schemas.microsoft.com/office/drawing/2014/main" id="{91AEFAB6-4248-8846-A79A-BF9D6164DE76}"/>
              </a:ext>
            </a:extLst>
          </p:cNvPr>
          <p:cNvCxnSpPr>
            <a:cxnSpLocks/>
          </p:cNvCxnSpPr>
          <p:nvPr/>
        </p:nvCxnSpPr>
        <p:spPr>
          <a:xfrm flipH="1" flipV="1">
            <a:off x="10660835" y="3640684"/>
            <a:ext cx="345866" cy="7389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 xmlns:a16="http://schemas.microsoft.com/office/drawing/2014/main" id="{ED0D3269-0EC2-2640-AC07-B881868275F8}"/>
              </a:ext>
            </a:extLst>
          </p:cNvPr>
          <p:cNvCxnSpPr>
            <a:cxnSpLocks/>
          </p:cNvCxnSpPr>
          <p:nvPr/>
        </p:nvCxnSpPr>
        <p:spPr>
          <a:xfrm flipV="1">
            <a:off x="10636897" y="3633421"/>
            <a:ext cx="335987" cy="39534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 xmlns:a16="http://schemas.microsoft.com/office/drawing/2014/main" id="{F63C34A0-4725-C44D-9514-4F74B2157D8C}"/>
              </a:ext>
            </a:extLst>
          </p:cNvPr>
          <p:cNvCxnSpPr>
            <a:cxnSpLocks/>
          </p:cNvCxnSpPr>
          <p:nvPr/>
        </p:nvCxnSpPr>
        <p:spPr>
          <a:xfrm flipH="1" flipV="1">
            <a:off x="10570774" y="3594896"/>
            <a:ext cx="1" cy="4857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 xmlns:a16="http://schemas.microsoft.com/office/drawing/2014/main" id="{DD0311E5-76D3-2C44-A6A8-22CB01ADCF02}"/>
              </a:ext>
            </a:extLst>
          </p:cNvPr>
          <p:cNvCxnSpPr>
            <a:cxnSpLocks/>
          </p:cNvCxnSpPr>
          <p:nvPr/>
        </p:nvCxnSpPr>
        <p:spPr>
          <a:xfrm flipH="1" flipV="1">
            <a:off x="10550620" y="4071642"/>
            <a:ext cx="508543" cy="34864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 xmlns:a16="http://schemas.microsoft.com/office/drawing/2014/main" id="{1939BF82-EFED-E140-BFC2-23D3688C2CB7}"/>
              </a:ext>
            </a:extLst>
          </p:cNvPr>
          <p:cNvCxnSpPr>
            <a:cxnSpLocks/>
          </p:cNvCxnSpPr>
          <p:nvPr/>
        </p:nvCxnSpPr>
        <p:spPr>
          <a:xfrm flipH="1">
            <a:off x="9895195" y="4087742"/>
            <a:ext cx="6554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 xmlns:a16="http://schemas.microsoft.com/office/drawing/2014/main" id="{56E47AF2-94A8-0243-8795-936020048815}"/>
              </a:ext>
            </a:extLst>
          </p:cNvPr>
          <p:cNvCxnSpPr>
            <a:cxnSpLocks/>
          </p:cNvCxnSpPr>
          <p:nvPr/>
        </p:nvCxnSpPr>
        <p:spPr>
          <a:xfrm flipH="1">
            <a:off x="9219616" y="4087742"/>
            <a:ext cx="6554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 xmlns:a16="http://schemas.microsoft.com/office/drawing/2014/main" id="{AD648A8C-238E-7045-A29E-EDD4DA54C3A4}"/>
              </a:ext>
            </a:extLst>
          </p:cNvPr>
          <p:cNvCxnSpPr>
            <a:cxnSpLocks/>
          </p:cNvCxnSpPr>
          <p:nvPr/>
        </p:nvCxnSpPr>
        <p:spPr>
          <a:xfrm flipH="1">
            <a:off x="9276868" y="3507672"/>
            <a:ext cx="382424" cy="5170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 xmlns:a16="http://schemas.microsoft.com/office/drawing/2014/main" id="{1F8AD327-3BC9-7D46-A7E7-D0F90B60A252}"/>
              </a:ext>
            </a:extLst>
          </p:cNvPr>
          <p:cNvCxnSpPr>
            <a:cxnSpLocks/>
          </p:cNvCxnSpPr>
          <p:nvPr/>
        </p:nvCxnSpPr>
        <p:spPr>
          <a:xfrm>
            <a:off x="9733069" y="3507672"/>
            <a:ext cx="0" cy="54029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 xmlns:a16="http://schemas.microsoft.com/office/drawing/2014/main" id="{217C26C3-84F1-C149-AC22-6F1EB6629DA9}"/>
              </a:ext>
            </a:extLst>
          </p:cNvPr>
          <p:cNvCxnSpPr/>
          <p:nvPr/>
        </p:nvCxnSpPr>
        <p:spPr>
          <a:xfrm>
            <a:off x="10137668" y="2754692"/>
            <a:ext cx="488174" cy="8393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 xmlns:a16="http://schemas.microsoft.com/office/drawing/2014/main" id="{E0F05EFE-FD3D-3C4D-8F4F-0AC6B112D1A2}"/>
              </a:ext>
            </a:extLst>
          </p:cNvPr>
          <p:cNvCxnSpPr>
            <a:cxnSpLocks/>
          </p:cNvCxnSpPr>
          <p:nvPr/>
        </p:nvCxnSpPr>
        <p:spPr>
          <a:xfrm flipH="1">
            <a:off x="9798719" y="2695013"/>
            <a:ext cx="380432" cy="694807"/>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56" name="Group 55">
            <a:extLst>
              <a:ext uri="{FF2B5EF4-FFF2-40B4-BE49-F238E27FC236}">
                <a16:creationId xmlns="" xmlns:a16="http://schemas.microsoft.com/office/drawing/2014/main" id="{CCC39A38-643E-1841-84E4-48B68DB2ED03}"/>
              </a:ext>
            </a:extLst>
          </p:cNvPr>
          <p:cNvGrpSpPr/>
          <p:nvPr/>
        </p:nvGrpSpPr>
        <p:grpSpPr>
          <a:xfrm>
            <a:off x="7562238" y="2127325"/>
            <a:ext cx="3578867" cy="3640283"/>
            <a:chOff x="7562238" y="2127325"/>
            <a:chExt cx="3578867" cy="3640283"/>
          </a:xfrm>
        </p:grpSpPr>
        <p:grpSp>
          <p:nvGrpSpPr>
            <p:cNvPr id="57" name="Group 56">
              <a:extLst>
                <a:ext uri="{FF2B5EF4-FFF2-40B4-BE49-F238E27FC236}">
                  <a16:creationId xmlns="" xmlns:a16="http://schemas.microsoft.com/office/drawing/2014/main" id="{479EF77B-B7F5-D441-A37D-7AC14D43B519}"/>
                </a:ext>
              </a:extLst>
            </p:cNvPr>
            <p:cNvGrpSpPr/>
            <p:nvPr/>
          </p:nvGrpSpPr>
          <p:grpSpPr>
            <a:xfrm>
              <a:off x="7857253" y="2127325"/>
              <a:ext cx="3283852" cy="3640283"/>
              <a:chOff x="7881336" y="2104198"/>
              <a:chExt cx="3283852" cy="3640283"/>
            </a:xfrm>
          </p:grpSpPr>
          <p:sp>
            <p:nvSpPr>
              <p:cNvPr id="62" name="Line 428">
                <a:extLst>
                  <a:ext uri="{FF2B5EF4-FFF2-40B4-BE49-F238E27FC236}">
                    <a16:creationId xmlns="" xmlns:a16="http://schemas.microsoft.com/office/drawing/2014/main" id="{16F1973E-A8F0-6E4E-9510-49D75998F4A8}"/>
                  </a:ext>
                </a:extLst>
              </p:cNvPr>
              <p:cNvSpPr>
                <a:spLocks noChangeShapeType="1"/>
              </p:cNvSpPr>
              <p:nvPr/>
            </p:nvSpPr>
            <p:spPr bwMode="auto">
              <a:xfrm rot="16200000" flipV="1">
                <a:off x="9813692" y="5228612"/>
                <a:ext cx="388062" cy="75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Line 430">
                <a:extLst>
                  <a:ext uri="{FF2B5EF4-FFF2-40B4-BE49-F238E27FC236}">
                    <a16:creationId xmlns="" xmlns:a16="http://schemas.microsoft.com/office/drawing/2014/main" id="{CAB72423-2D43-1046-869C-9EDAEA5E40C1}"/>
                  </a:ext>
                </a:extLst>
              </p:cNvPr>
              <p:cNvSpPr>
                <a:spLocks noChangeShapeType="1"/>
              </p:cNvSpPr>
              <p:nvPr/>
            </p:nvSpPr>
            <p:spPr bwMode="auto">
              <a:xfrm rot="16200000">
                <a:off x="10234009" y="5382159"/>
                <a:ext cx="0" cy="114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Line 431">
                <a:extLst>
                  <a:ext uri="{FF2B5EF4-FFF2-40B4-BE49-F238E27FC236}">
                    <a16:creationId xmlns="" xmlns:a16="http://schemas.microsoft.com/office/drawing/2014/main" id="{99BD1088-D56F-3A42-8E44-483A32BEDA49}"/>
                  </a:ext>
                </a:extLst>
              </p:cNvPr>
              <p:cNvSpPr>
                <a:spLocks noChangeShapeType="1"/>
              </p:cNvSpPr>
              <p:nvPr/>
            </p:nvSpPr>
            <p:spPr bwMode="auto">
              <a:xfrm>
                <a:off x="9457042" y="4815390"/>
                <a:ext cx="524483" cy="2615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Line 432">
                <a:extLst>
                  <a:ext uri="{FF2B5EF4-FFF2-40B4-BE49-F238E27FC236}">
                    <a16:creationId xmlns="" xmlns:a16="http://schemas.microsoft.com/office/drawing/2014/main" id="{8A75CF99-7455-B74F-8BAD-3AD43E03F473}"/>
                  </a:ext>
                </a:extLst>
              </p:cNvPr>
              <p:cNvSpPr>
                <a:spLocks noChangeShapeType="1"/>
              </p:cNvSpPr>
              <p:nvPr/>
            </p:nvSpPr>
            <p:spPr bwMode="auto">
              <a:xfrm flipV="1">
                <a:off x="8874149" y="4815390"/>
                <a:ext cx="569255" cy="24626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Line 433">
                <a:extLst>
                  <a:ext uri="{FF2B5EF4-FFF2-40B4-BE49-F238E27FC236}">
                    <a16:creationId xmlns="" xmlns:a16="http://schemas.microsoft.com/office/drawing/2014/main" id="{FC542B29-675E-3D46-80C8-75565CBAE29A}"/>
                  </a:ext>
                </a:extLst>
              </p:cNvPr>
              <p:cNvSpPr>
                <a:spLocks noChangeShapeType="1"/>
              </p:cNvSpPr>
              <p:nvPr/>
            </p:nvSpPr>
            <p:spPr bwMode="auto">
              <a:xfrm flipV="1">
                <a:off x="8845827" y="5085749"/>
                <a:ext cx="103050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7" name="Line 435">
                <a:extLst>
                  <a:ext uri="{FF2B5EF4-FFF2-40B4-BE49-F238E27FC236}">
                    <a16:creationId xmlns="" xmlns:a16="http://schemas.microsoft.com/office/drawing/2014/main" id="{2B974C3D-5280-D849-8D04-7FDDEF66CF86}"/>
                  </a:ext>
                </a:extLst>
              </p:cNvPr>
              <p:cNvSpPr>
                <a:spLocks noChangeShapeType="1"/>
              </p:cNvSpPr>
              <p:nvPr/>
            </p:nvSpPr>
            <p:spPr bwMode="auto">
              <a:xfrm>
                <a:off x="8234290" y="5094207"/>
                <a:ext cx="226800" cy="127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8" name="Line 436">
                <a:extLst>
                  <a:ext uri="{FF2B5EF4-FFF2-40B4-BE49-F238E27FC236}">
                    <a16:creationId xmlns="" xmlns:a16="http://schemas.microsoft.com/office/drawing/2014/main" id="{05391238-AE6D-D14C-8C1F-CD07E40328C7}"/>
                  </a:ext>
                </a:extLst>
              </p:cNvPr>
              <p:cNvSpPr>
                <a:spLocks noChangeShapeType="1"/>
              </p:cNvSpPr>
              <p:nvPr/>
            </p:nvSpPr>
            <p:spPr bwMode="auto">
              <a:xfrm flipV="1">
                <a:off x="7972450" y="5267343"/>
                <a:ext cx="412750" cy="127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 name="Line 439">
                <a:extLst>
                  <a:ext uri="{FF2B5EF4-FFF2-40B4-BE49-F238E27FC236}">
                    <a16:creationId xmlns="" xmlns:a16="http://schemas.microsoft.com/office/drawing/2014/main" id="{F0B33890-F38E-9948-851E-64C7E965F08B}"/>
                  </a:ext>
                </a:extLst>
              </p:cNvPr>
              <p:cNvSpPr>
                <a:spLocks noChangeShapeType="1"/>
              </p:cNvSpPr>
              <p:nvPr/>
            </p:nvSpPr>
            <p:spPr bwMode="auto">
              <a:xfrm flipH="1">
                <a:off x="8397900" y="5259125"/>
                <a:ext cx="68080" cy="2939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 name="Line 440">
                <a:extLst>
                  <a:ext uri="{FF2B5EF4-FFF2-40B4-BE49-F238E27FC236}">
                    <a16:creationId xmlns="" xmlns:a16="http://schemas.microsoft.com/office/drawing/2014/main" id="{A6F6A7F9-E45C-124D-AC6C-F4101DAE4B5F}"/>
                  </a:ext>
                </a:extLst>
              </p:cNvPr>
              <p:cNvSpPr>
                <a:spLocks noChangeShapeType="1"/>
              </p:cNvSpPr>
              <p:nvPr/>
            </p:nvSpPr>
            <p:spPr bwMode="auto">
              <a:xfrm flipH="1" flipV="1">
                <a:off x="8512814" y="5284804"/>
                <a:ext cx="280374" cy="2698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 name="Line 441">
                <a:extLst>
                  <a:ext uri="{FF2B5EF4-FFF2-40B4-BE49-F238E27FC236}">
                    <a16:creationId xmlns="" xmlns:a16="http://schemas.microsoft.com/office/drawing/2014/main" id="{AD8346D7-6C40-1348-A196-CC99EDB76C75}"/>
                  </a:ext>
                </a:extLst>
              </p:cNvPr>
              <p:cNvSpPr>
                <a:spLocks noChangeShapeType="1"/>
              </p:cNvSpPr>
              <p:nvPr/>
            </p:nvSpPr>
            <p:spPr bwMode="auto">
              <a:xfrm>
                <a:off x="8512814" y="5234921"/>
                <a:ext cx="914184" cy="4686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Line 443">
                <a:extLst>
                  <a:ext uri="{FF2B5EF4-FFF2-40B4-BE49-F238E27FC236}">
                    <a16:creationId xmlns="" xmlns:a16="http://schemas.microsoft.com/office/drawing/2014/main" id="{E2DA8AD7-F617-354E-B5AE-47F97541A8FA}"/>
                  </a:ext>
                </a:extLst>
              </p:cNvPr>
              <p:cNvSpPr>
                <a:spLocks noChangeShapeType="1"/>
              </p:cNvSpPr>
              <p:nvPr/>
            </p:nvSpPr>
            <p:spPr bwMode="auto">
              <a:xfrm>
                <a:off x="8271861" y="3806843"/>
                <a:ext cx="0" cy="1317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3" name="Line 449">
                <a:extLst>
                  <a:ext uri="{FF2B5EF4-FFF2-40B4-BE49-F238E27FC236}">
                    <a16:creationId xmlns="" xmlns:a16="http://schemas.microsoft.com/office/drawing/2014/main" id="{E873DD89-2DB7-304C-ADED-170F1F4E1A6A}"/>
                  </a:ext>
                </a:extLst>
              </p:cNvPr>
              <p:cNvSpPr>
                <a:spLocks noChangeShapeType="1"/>
              </p:cNvSpPr>
              <p:nvPr/>
            </p:nvSpPr>
            <p:spPr bwMode="auto">
              <a:xfrm flipV="1">
                <a:off x="7881336" y="4017980"/>
                <a:ext cx="168275" cy="3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4" name="Line 428">
                <a:extLst>
                  <a:ext uri="{FF2B5EF4-FFF2-40B4-BE49-F238E27FC236}">
                    <a16:creationId xmlns="" xmlns:a16="http://schemas.microsoft.com/office/drawing/2014/main" id="{56AC483A-3972-5540-9E9F-AE1FE256604E}"/>
                  </a:ext>
                </a:extLst>
              </p:cNvPr>
              <p:cNvSpPr>
                <a:spLocks noChangeShapeType="1"/>
              </p:cNvSpPr>
              <p:nvPr/>
            </p:nvSpPr>
            <p:spPr bwMode="auto">
              <a:xfrm rot="16200000" flipV="1">
                <a:off x="9909628" y="5560344"/>
                <a:ext cx="366793" cy="148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5" name="Line 440">
                <a:extLst>
                  <a:ext uri="{FF2B5EF4-FFF2-40B4-BE49-F238E27FC236}">
                    <a16:creationId xmlns="" xmlns:a16="http://schemas.microsoft.com/office/drawing/2014/main" id="{B0224379-0B0C-1343-B0E2-E62DFA482C03}"/>
                  </a:ext>
                </a:extLst>
              </p:cNvPr>
              <p:cNvSpPr>
                <a:spLocks noChangeShapeType="1"/>
              </p:cNvSpPr>
              <p:nvPr/>
            </p:nvSpPr>
            <p:spPr bwMode="auto">
              <a:xfrm flipV="1">
                <a:off x="8483508" y="5013435"/>
                <a:ext cx="404236" cy="2077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76" name="Straight Connector 75">
                <a:extLst>
                  <a:ext uri="{FF2B5EF4-FFF2-40B4-BE49-F238E27FC236}">
                    <a16:creationId xmlns="" xmlns:a16="http://schemas.microsoft.com/office/drawing/2014/main" id="{1DFBDA95-16CE-D146-A4C5-C45EDEC8D34E}"/>
                  </a:ext>
                </a:extLst>
              </p:cNvPr>
              <p:cNvCxnSpPr/>
              <p:nvPr/>
            </p:nvCxnSpPr>
            <p:spPr>
              <a:xfrm flipH="1">
                <a:off x="10124718" y="2146305"/>
                <a:ext cx="761467" cy="577355"/>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7" name="Straight Connector 76">
                <a:extLst>
                  <a:ext uri="{FF2B5EF4-FFF2-40B4-BE49-F238E27FC236}">
                    <a16:creationId xmlns="" xmlns:a16="http://schemas.microsoft.com/office/drawing/2014/main" id="{A282E722-916E-234E-AC0B-E2B36A0049E1}"/>
                  </a:ext>
                </a:extLst>
              </p:cNvPr>
              <p:cNvCxnSpPr/>
              <p:nvPr/>
            </p:nvCxnSpPr>
            <p:spPr>
              <a:xfrm flipH="1">
                <a:off x="10124718" y="2245186"/>
                <a:ext cx="3970" cy="51846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 xmlns:a16="http://schemas.microsoft.com/office/drawing/2014/main" id="{F691F242-AF67-1B42-8D8E-F09C1EB27D39}"/>
                  </a:ext>
                </a:extLst>
              </p:cNvPr>
              <p:cNvCxnSpPr/>
              <p:nvPr/>
            </p:nvCxnSpPr>
            <p:spPr>
              <a:xfrm flipH="1">
                <a:off x="10696218" y="2177379"/>
                <a:ext cx="149360" cy="51846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 xmlns:a16="http://schemas.microsoft.com/office/drawing/2014/main" id="{EFE49F46-6C78-A640-A53B-1F2DCAE49B5E}"/>
                  </a:ext>
                </a:extLst>
              </p:cNvPr>
              <p:cNvCxnSpPr/>
              <p:nvPr/>
            </p:nvCxnSpPr>
            <p:spPr>
              <a:xfrm flipH="1">
                <a:off x="10166249" y="2695840"/>
                <a:ext cx="574283" cy="2782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 xmlns:a16="http://schemas.microsoft.com/office/drawing/2014/main" id="{81454C82-BE7E-874F-AA28-09F795395B3E}"/>
                  </a:ext>
                </a:extLst>
              </p:cNvPr>
              <p:cNvCxnSpPr/>
              <p:nvPr/>
            </p:nvCxnSpPr>
            <p:spPr>
              <a:xfrm flipH="1">
                <a:off x="10093625" y="2146305"/>
                <a:ext cx="788589" cy="9888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1" name="Straight Connector 80">
                <a:extLst>
                  <a:ext uri="{FF2B5EF4-FFF2-40B4-BE49-F238E27FC236}">
                    <a16:creationId xmlns="" xmlns:a16="http://schemas.microsoft.com/office/drawing/2014/main" id="{42F00AE0-2163-514F-B52E-CFE0592CCF07}"/>
                  </a:ext>
                </a:extLst>
              </p:cNvPr>
              <p:cNvCxnSpPr/>
              <p:nvPr/>
            </p:nvCxnSpPr>
            <p:spPr>
              <a:xfrm flipH="1">
                <a:off x="10886186" y="2104198"/>
                <a:ext cx="279002" cy="42107"/>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 xmlns:a16="http://schemas.microsoft.com/office/drawing/2014/main" id="{9E38317B-7455-F04C-9FB3-A47169171585}"/>
                  </a:ext>
                </a:extLst>
              </p:cNvPr>
              <p:cNvCxnSpPr/>
              <p:nvPr/>
            </p:nvCxnSpPr>
            <p:spPr>
              <a:xfrm flipH="1" flipV="1">
                <a:off x="10706077" y="2695840"/>
                <a:ext cx="353541" cy="67807"/>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3" name="Straight Connector 82">
                <a:extLst>
                  <a:ext uri="{FF2B5EF4-FFF2-40B4-BE49-F238E27FC236}">
                    <a16:creationId xmlns="" xmlns:a16="http://schemas.microsoft.com/office/drawing/2014/main" id="{18CD097C-75DA-B84B-B03E-371F3044C3BB}"/>
                  </a:ext>
                </a:extLst>
              </p:cNvPr>
              <p:cNvCxnSpPr/>
              <p:nvPr/>
            </p:nvCxnSpPr>
            <p:spPr>
              <a:xfrm flipH="1">
                <a:off x="8793306" y="2245186"/>
                <a:ext cx="1300319" cy="606622"/>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4" name="Line 541">
                <a:extLst>
                  <a:ext uri="{FF2B5EF4-FFF2-40B4-BE49-F238E27FC236}">
                    <a16:creationId xmlns="" xmlns:a16="http://schemas.microsoft.com/office/drawing/2014/main" id="{3EE4D6D5-1F58-604E-926E-B12AF198F926}"/>
                  </a:ext>
                </a:extLst>
              </p:cNvPr>
              <p:cNvSpPr>
                <a:spLocks noChangeShapeType="1"/>
              </p:cNvSpPr>
              <p:nvPr/>
            </p:nvSpPr>
            <p:spPr bwMode="auto">
              <a:xfrm flipV="1">
                <a:off x="9402788" y="4090252"/>
                <a:ext cx="429324" cy="70560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5" name="Line 424">
                <a:extLst>
                  <a:ext uri="{FF2B5EF4-FFF2-40B4-BE49-F238E27FC236}">
                    <a16:creationId xmlns="" xmlns:a16="http://schemas.microsoft.com/office/drawing/2014/main" id="{69D11C97-9A2A-6F4A-BEC2-192440539BA8}"/>
                  </a:ext>
                </a:extLst>
              </p:cNvPr>
              <p:cNvSpPr>
                <a:spLocks noChangeShapeType="1"/>
              </p:cNvSpPr>
              <p:nvPr/>
            </p:nvSpPr>
            <p:spPr bwMode="auto">
              <a:xfrm flipV="1">
                <a:off x="8268637" y="4024329"/>
                <a:ext cx="969051" cy="3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pic>
          <p:nvPicPr>
            <p:cNvPr id="58" name="Picture 778" descr="antenna_radiation_stylized">
              <a:extLst>
                <a:ext uri="{FF2B5EF4-FFF2-40B4-BE49-F238E27FC236}">
                  <a16:creationId xmlns="" xmlns:a16="http://schemas.microsoft.com/office/drawing/2014/main" id="{AE641E33-5C90-9C48-B6C0-B2DA38E6B4B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62238" y="3813930"/>
              <a:ext cx="506412" cy="106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 name="Picture 781" descr="antenna_radiation_stylized">
              <a:extLst>
                <a:ext uri="{FF2B5EF4-FFF2-40B4-BE49-F238E27FC236}">
                  <a16:creationId xmlns="" xmlns:a16="http://schemas.microsoft.com/office/drawing/2014/main" id="{58D0D77F-41BF-B141-99CC-7444770200B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42073" y="5480938"/>
              <a:ext cx="452014" cy="95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 name="Picture 799" descr="cell_tower_radiation copy">
              <a:extLst>
                <a:ext uri="{FF2B5EF4-FFF2-40B4-BE49-F238E27FC236}">
                  <a16:creationId xmlns="" xmlns:a16="http://schemas.microsoft.com/office/drawing/2014/main" id="{B93FCB1A-5588-5743-82CC-8E52ADEAD1E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80866" y="2158167"/>
              <a:ext cx="457200" cy="33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 name="Oval 800">
              <a:extLst>
                <a:ext uri="{FF2B5EF4-FFF2-40B4-BE49-F238E27FC236}">
                  <a16:creationId xmlns="" xmlns:a16="http://schemas.microsoft.com/office/drawing/2014/main" id="{029C7FDD-ABE9-EB40-A1C5-64FF9B2F936D}"/>
                </a:ext>
              </a:extLst>
            </p:cNvPr>
            <p:cNvSpPr>
              <a:spLocks noChangeArrowheads="1"/>
            </p:cNvSpPr>
            <p:nvPr/>
          </p:nvSpPr>
          <p:spPr bwMode="auto">
            <a:xfrm>
              <a:off x="8174541" y="2292995"/>
              <a:ext cx="52388" cy="49485"/>
            </a:xfrm>
            <a:prstGeom prst="ellipse">
              <a:avLst/>
            </a:prstGeom>
            <a:solidFill>
              <a:schemeClr val="tx2"/>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86" name="Line 426">
            <a:extLst>
              <a:ext uri="{FF2B5EF4-FFF2-40B4-BE49-F238E27FC236}">
                <a16:creationId xmlns="" xmlns:a16="http://schemas.microsoft.com/office/drawing/2014/main" id="{390C81B6-E64F-6D4C-8D06-8F1804B7F591}"/>
              </a:ext>
            </a:extLst>
          </p:cNvPr>
          <p:cNvSpPr>
            <a:spLocks noChangeShapeType="1"/>
          </p:cNvSpPr>
          <p:nvPr/>
        </p:nvSpPr>
        <p:spPr bwMode="auto">
          <a:xfrm>
            <a:off x="8207860" y="2700359"/>
            <a:ext cx="227964" cy="1743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87" name="Group 783">
            <a:extLst>
              <a:ext uri="{FF2B5EF4-FFF2-40B4-BE49-F238E27FC236}">
                <a16:creationId xmlns="" xmlns:a16="http://schemas.microsoft.com/office/drawing/2014/main" id="{D14ED3CD-0929-5445-B9CD-FC1AEB08F0F0}"/>
              </a:ext>
            </a:extLst>
          </p:cNvPr>
          <p:cNvGrpSpPr>
            <a:grpSpLocks/>
          </p:cNvGrpSpPr>
          <p:nvPr/>
        </p:nvGrpSpPr>
        <p:grpSpPr bwMode="auto">
          <a:xfrm>
            <a:off x="8050698" y="2309376"/>
            <a:ext cx="298450" cy="464008"/>
            <a:chOff x="3130" y="3288"/>
            <a:chExt cx="410" cy="742"/>
          </a:xfrm>
        </p:grpSpPr>
        <p:sp>
          <p:nvSpPr>
            <p:cNvPr id="88" name="Line 270">
              <a:extLst>
                <a:ext uri="{FF2B5EF4-FFF2-40B4-BE49-F238E27FC236}">
                  <a16:creationId xmlns="" xmlns:a16="http://schemas.microsoft.com/office/drawing/2014/main" id="{7ABD4004-114C-724F-BAC3-6F9DA6DE1F0C}"/>
                </a:ext>
              </a:extLst>
            </p:cNvPr>
            <p:cNvSpPr>
              <a:spLocks noChangeShapeType="1"/>
            </p:cNvSpPr>
            <p:nvPr/>
          </p:nvSpPr>
          <p:spPr bwMode="auto">
            <a:xfrm flipH="1">
              <a:off x="3130" y="3288"/>
              <a:ext cx="205" cy="6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9" name="Line 271">
              <a:extLst>
                <a:ext uri="{FF2B5EF4-FFF2-40B4-BE49-F238E27FC236}">
                  <a16:creationId xmlns="" xmlns:a16="http://schemas.microsoft.com/office/drawing/2014/main" id="{1A244344-E514-B64F-9963-6369BD9BE1B3}"/>
                </a:ext>
              </a:extLst>
            </p:cNvPr>
            <p:cNvSpPr>
              <a:spLocks noChangeShapeType="1"/>
            </p:cNvSpPr>
            <p:nvPr/>
          </p:nvSpPr>
          <p:spPr bwMode="auto">
            <a:xfrm>
              <a:off x="3335" y="3288"/>
              <a:ext cx="205" cy="6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0" name="Line 272">
              <a:extLst>
                <a:ext uri="{FF2B5EF4-FFF2-40B4-BE49-F238E27FC236}">
                  <a16:creationId xmlns="" xmlns:a16="http://schemas.microsoft.com/office/drawing/2014/main" id="{EB3A4111-A6F1-154E-9274-6BFFCDBAB6AB}"/>
                </a:ext>
              </a:extLst>
            </p:cNvPr>
            <p:cNvSpPr>
              <a:spLocks noChangeShapeType="1"/>
            </p:cNvSpPr>
            <p:nvPr/>
          </p:nvSpPr>
          <p:spPr bwMode="auto">
            <a:xfrm>
              <a:off x="3130"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1" name="Line 273">
              <a:extLst>
                <a:ext uri="{FF2B5EF4-FFF2-40B4-BE49-F238E27FC236}">
                  <a16:creationId xmlns="" xmlns:a16="http://schemas.microsoft.com/office/drawing/2014/main" id="{714583CC-4366-B448-8BCD-BEB3688ECA74}"/>
                </a:ext>
              </a:extLst>
            </p:cNvPr>
            <p:cNvSpPr>
              <a:spLocks noChangeShapeType="1"/>
            </p:cNvSpPr>
            <p:nvPr/>
          </p:nvSpPr>
          <p:spPr bwMode="auto">
            <a:xfrm flipH="1">
              <a:off x="3335"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2" name="Line 274">
              <a:extLst>
                <a:ext uri="{FF2B5EF4-FFF2-40B4-BE49-F238E27FC236}">
                  <a16:creationId xmlns="" xmlns:a16="http://schemas.microsoft.com/office/drawing/2014/main" id="{06696B02-1354-964A-892D-7D1A072DD376}"/>
                </a:ext>
              </a:extLst>
            </p:cNvPr>
            <p:cNvSpPr>
              <a:spLocks noChangeShapeType="1"/>
            </p:cNvSpPr>
            <p:nvPr/>
          </p:nvSpPr>
          <p:spPr bwMode="auto">
            <a:xfrm>
              <a:off x="3335" y="3303"/>
              <a:ext cx="0" cy="7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3" name="Line 275">
              <a:extLst>
                <a:ext uri="{FF2B5EF4-FFF2-40B4-BE49-F238E27FC236}">
                  <a16:creationId xmlns="" xmlns:a16="http://schemas.microsoft.com/office/drawing/2014/main" id="{C744D6E3-66B2-4349-A4C7-A96CCC727200}"/>
                </a:ext>
              </a:extLst>
            </p:cNvPr>
            <p:cNvSpPr>
              <a:spLocks noChangeShapeType="1"/>
            </p:cNvSpPr>
            <p:nvPr/>
          </p:nvSpPr>
          <p:spPr bwMode="auto">
            <a:xfrm flipV="1">
              <a:off x="3130" y="3888"/>
              <a:ext cx="205" cy="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4" name="Line 276">
              <a:extLst>
                <a:ext uri="{FF2B5EF4-FFF2-40B4-BE49-F238E27FC236}">
                  <a16:creationId xmlns="" xmlns:a16="http://schemas.microsoft.com/office/drawing/2014/main" id="{9AD49573-21B8-594C-A124-75FF6787F57A}"/>
                </a:ext>
              </a:extLst>
            </p:cNvPr>
            <p:cNvSpPr>
              <a:spLocks noChangeShapeType="1"/>
            </p:cNvSpPr>
            <p:nvPr/>
          </p:nvSpPr>
          <p:spPr bwMode="auto">
            <a:xfrm flipH="1" flipV="1">
              <a:off x="3335" y="3888"/>
              <a:ext cx="205" cy="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5" name="Line 277">
              <a:extLst>
                <a:ext uri="{FF2B5EF4-FFF2-40B4-BE49-F238E27FC236}">
                  <a16:creationId xmlns="" xmlns:a16="http://schemas.microsoft.com/office/drawing/2014/main" id="{F5B9977B-7FCA-934E-8672-B6E02820BAA5}"/>
                </a:ext>
              </a:extLst>
            </p:cNvPr>
            <p:cNvSpPr>
              <a:spLocks noChangeShapeType="1"/>
            </p:cNvSpPr>
            <p:nvPr/>
          </p:nvSpPr>
          <p:spPr bwMode="auto">
            <a:xfrm>
              <a:off x="3217" y="3668"/>
              <a:ext cx="118"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6" name="Line 278">
              <a:extLst>
                <a:ext uri="{FF2B5EF4-FFF2-40B4-BE49-F238E27FC236}">
                  <a16:creationId xmlns="" xmlns:a16="http://schemas.microsoft.com/office/drawing/2014/main" id="{90BBE456-8113-E140-9697-13DE1099C425}"/>
                </a:ext>
              </a:extLst>
            </p:cNvPr>
            <p:cNvSpPr>
              <a:spLocks noChangeShapeType="1"/>
            </p:cNvSpPr>
            <p:nvPr/>
          </p:nvSpPr>
          <p:spPr bwMode="auto">
            <a:xfrm flipV="1">
              <a:off x="3335" y="3668"/>
              <a:ext cx="124"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7" name="Line 279">
              <a:extLst>
                <a:ext uri="{FF2B5EF4-FFF2-40B4-BE49-F238E27FC236}">
                  <a16:creationId xmlns="" xmlns:a16="http://schemas.microsoft.com/office/drawing/2014/main" id="{8B179862-B59B-0340-81D5-D6460EDA625B}"/>
                </a:ext>
              </a:extLst>
            </p:cNvPr>
            <p:cNvSpPr>
              <a:spLocks noChangeShapeType="1"/>
            </p:cNvSpPr>
            <p:nvPr/>
          </p:nvSpPr>
          <p:spPr bwMode="auto">
            <a:xfrm>
              <a:off x="3178" y="3766"/>
              <a:ext cx="152" cy="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8" name="Line 280">
              <a:extLst>
                <a:ext uri="{FF2B5EF4-FFF2-40B4-BE49-F238E27FC236}">
                  <a16:creationId xmlns="" xmlns:a16="http://schemas.microsoft.com/office/drawing/2014/main" id="{5E3E4AF0-3A1E-634F-B106-0E1BAE932630}"/>
                </a:ext>
              </a:extLst>
            </p:cNvPr>
            <p:cNvSpPr>
              <a:spLocks noChangeShapeType="1"/>
            </p:cNvSpPr>
            <p:nvPr/>
          </p:nvSpPr>
          <p:spPr bwMode="auto">
            <a:xfrm flipV="1">
              <a:off x="3335" y="3781"/>
              <a:ext cx="153" cy="6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9" name="Line 281">
              <a:extLst>
                <a:ext uri="{FF2B5EF4-FFF2-40B4-BE49-F238E27FC236}">
                  <a16:creationId xmlns="" xmlns:a16="http://schemas.microsoft.com/office/drawing/2014/main" id="{51EBD3A2-D943-F443-A868-FD6059B0D77A}"/>
                </a:ext>
              </a:extLst>
            </p:cNvPr>
            <p:cNvSpPr>
              <a:spLocks noChangeShapeType="1"/>
            </p:cNvSpPr>
            <p:nvPr/>
          </p:nvSpPr>
          <p:spPr bwMode="auto">
            <a:xfrm flipV="1">
              <a:off x="3335" y="3567"/>
              <a:ext cx="78" cy="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0" name="Line 282">
              <a:extLst>
                <a:ext uri="{FF2B5EF4-FFF2-40B4-BE49-F238E27FC236}">
                  <a16:creationId xmlns="" xmlns:a16="http://schemas.microsoft.com/office/drawing/2014/main" id="{CE35DACD-3834-3A4F-BF5D-05FD16494C16}"/>
                </a:ext>
              </a:extLst>
            </p:cNvPr>
            <p:cNvSpPr>
              <a:spLocks noChangeShapeType="1"/>
            </p:cNvSpPr>
            <p:nvPr/>
          </p:nvSpPr>
          <p:spPr bwMode="auto">
            <a:xfrm flipV="1">
              <a:off x="3335" y="3428"/>
              <a:ext cx="49" cy="2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1" name="Line 283">
              <a:extLst>
                <a:ext uri="{FF2B5EF4-FFF2-40B4-BE49-F238E27FC236}">
                  <a16:creationId xmlns="" xmlns:a16="http://schemas.microsoft.com/office/drawing/2014/main" id="{F225C514-F00F-374D-A3A6-0E00BBF2ABD0}"/>
                </a:ext>
              </a:extLst>
            </p:cNvPr>
            <p:cNvSpPr>
              <a:spLocks noChangeShapeType="1"/>
            </p:cNvSpPr>
            <p:nvPr/>
          </p:nvSpPr>
          <p:spPr bwMode="auto">
            <a:xfrm>
              <a:off x="3247" y="3558"/>
              <a:ext cx="9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2" name="Line 284">
              <a:extLst>
                <a:ext uri="{FF2B5EF4-FFF2-40B4-BE49-F238E27FC236}">
                  <a16:creationId xmlns="" xmlns:a16="http://schemas.microsoft.com/office/drawing/2014/main" id="{5AB5EE34-E853-4349-982D-7BA8A0223AA8}"/>
                </a:ext>
              </a:extLst>
            </p:cNvPr>
            <p:cNvSpPr>
              <a:spLocks noChangeShapeType="1"/>
            </p:cNvSpPr>
            <p:nvPr/>
          </p:nvSpPr>
          <p:spPr bwMode="auto">
            <a:xfrm>
              <a:off x="3289" y="3422"/>
              <a:ext cx="5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pic>
        <p:nvPicPr>
          <p:cNvPr id="103" name="Picture 777" descr="access_point_stylized_small">
            <a:extLst>
              <a:ext uri="{FF2B5EF4-FFF2-40B4-BE49-F238E27FC236}">
                <a16:creationId xmlns="" xmlns:a16="http://schemas.microsoft.com/office/drawing/2014/main" id="{B5B19229-5990-4C46-B116-F6E2FC9344A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13882" y="3861899"/>
            <a:ext cx="370169" cy="306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 name="Picture 780" descr="access_point_stylized_small">
            <a:extLst>
              <a:ext uri="{FF2B5EF4-FFF2-40B4-BE49-F238E27FC236}">
                <a16:creationId xmlns="" xmlns:a16="http://schemas.microsoft.com/office/drawing/2014/main" id="{615B9139-7B73-FE46-A7A9-D06CDC313A8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290610" y="5524232"/>
            <a:ext cx="380935" cy="317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5" name="Group 104">
            <a:extLst>
              <a:ext uri="{FF2B5EF4-FFF2-40B4-BE49-F238E27FC236}">
                <a16:creationId xmlns="" xmlns:a16="http://schemas.microsoft.com/office/drawing/2014/main" id="{EEFE641A-589B-7942-BC31-34CA4265ECA8}"/>
              </a:ext>
            </a:extLst>
          </p:cNvPr>
          <p:cNvGrpSpPr/>
          <p:nvPr/>
        </p:nvGrpSpPr>
        <p:grpSpPr>
          <a:xfrm>
            <a:off x="9783558" y="4989983"/>
            <a:ext cx="393760" cy="218578"/>
            <a:chOff x="7493876" y="2774731"/>
            <a:chExt cx="1481958" cy="894622"/>
          </a:xfrm>
        </p:grpSpPr>
        <p:sp>
          <p:nvSpPr>
            <p:cNvPr id="106" name="Freeform 105">
              <a:extLst>
                <a:ext uri="{FF2B5EF4-FFF2-40B4-BE49-F238E27FC236}">
                  <a16:creationId xmlns="" xmlns:a16="http://schemas.microsoft.com/office/drawing/2014/main" id="{236DE3EE-811C-674F-9142-302E5E9C5593}"/>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07" name="Oval 106">
              <a:extLst>
                <a:ext uri="{FF2B5EF4-FFF2-40B4-BE49-F238E27FC236}">
                  <a16:creationId xmlns="" xmlns:a16="http://schemas.microsoft.com/office/drawing/2014/main" id="{1800B155-CF25-D24C-9B92-B08AAAB8313B}"/>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08" name="Group 107">
              <a:extLst>
                <a:ext uri="{FF2B5EF4-FFF2-40B4-BE49-F238E27FC236}">
                  <a16:creationId xmlns="" xmlns:a16="http://schemas.microsoft.com/office/drawing/2014/main" id="{B0AEF1A2-025A-BC41-A84F-2DC3E058332F}"/>
                </a:ext>
              </a:extLst>
            </p:cNvPr>
            <p:cNvGrpSpPr/>
            <p:nvPr/>
          </p:nvGrpSpPr>
          <p:grpSpPr>
            <a:xfrm>
              <a:off x="7713663" y="2848339"/>
              <a:ext cx="1042107" cy="425543"/>
              <a:chOff x="7786941" y="2884917"/>
              <a:chExt cx="897649" cy="353919"/>
            </a:xfrm>
          </p:grpSpPr>
          <p:sp>
            <p:nvSpPr>
              <p:cNvPr id="109" name="Freeform 108">
                <a:extLst>
                  <a:ext uri="{FF2B5EF4-FFF2-40B4-BE49-F238E27FC236}">
                    <a16:creationId xmlns="" xmlns:a16="http://schemas.microsoft.com/office/drawing/2014/main" id="{8D3F6F1A-FE14-8948-A78A-73AA88A44A7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0" name="Freeform 109">
                <a:extLst>
                  <a:ext uri="{FF2B5EF4-FFF2-40B4-BE49-F238E27FC236}">
                    <a16:creationId xmlns="" xmlns:a16="http://schemas.microsoft.com/office/drawing/2014/main" id="{B90EE21A-C2A8-0D42-B6A5-6C7D12BEBF0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1" name="Freeform 110">
                <a:extLst>
                  <a:ext uri="{FF2B5EF4-FFF2-40B4-BE49-F238E27FC236}">
                    <a16:creationId xmlns="" xmlns:a16="http://schemas.microsoft.com/office/drawing/2014/main" id="{8A5097ED-FFBF-4544-860B-3817BA811B2C}"/>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2" name="Freeform 111">
                <a:extLst>
                  <a:ext uri="{FF2B5EF4-FFF2-40B4-BE49-F238E27FC236}">
                    <a16:creationId xmlns="" xmlns:a16="http://schemas.microsoft.com/office/drawing/2014/main" id="{6DF62723-77FE-9247-98F5-987E793C56FB}"/>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13" name="Group 112">
            <a:extLst>
              <a:ext uri="{FF2B5EF4-FFF2-40B4-BE49-F238E27FC236}">
                <a16:creationId xmlns="" xmlns:a16="http://schemas.microsoft.com/office/drawing/2014/main" id="{827C4B55-0BAE-0949-8777-F3099C171813}"/>
              </a:ext>
            </a:extLst>
          </p:cNvPr>
          <p:cNvGrpSpPr/>
          <p:nvPr/>
        </p:nvGrpSpPr>
        <p:grpSpPr>
          <a:xfrm>
            <a:off x="9849365" y="5339037"/>
            <a:ext cx="309740" cy="190838"/>
            <a:chOff x="3668110" y="2448910"/>
            <a:chExt cx="3794234" cy="2165130"/>
          </a:xfrm>
        </p:grpSpPr>
        <p:sp>
          <p:nvSpPr>
            <p:cNvPr id="114" name="Rectangle 113">
              <a:extLst>
                <a:ext uri="{FF2B5EF4-FFF2-40B4-BE49-F238E27FC236}">
                  <a16:creationId xmlns="" xmlns:a16="http://schemas.microsoft.com/office/drawing/2014/main" id="{CEC32CAA-AFF2-A34D-8E74-D6E2F0308798}"/>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5" name="Freeform 114">
              <a:extLst>
                <a:ext uri="{FF2B5EF4-FFF2-40B4-BE49-F238E27FC236}">
                  <a16:creationId xmlns="" xmlns:a16="http://schemas.microsoft.com/office/drawing/2014/main" id="{A1675819-8BAA-AB4F-BBAA-A405C6E76216}"/>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16" name="Group 115">
              <a:extLst>
                <a:ext uri="{FF2B5EF4-FFF2-40B4-BE49-F238E27FC236}">
                  <a16:creationId xmlns="" xmlns:a16="http://schemas.microsoft.com/office/drawing/2014/main" id="{73F9E373-4875-744C-970D-E5EB77A5E340}"/>
                </a:ext>
              </a:extLst>
            </p:cNvPr>
            <p:cNvGrpSpPr/>
            <p:nvPr/>
          </p:nvGrpSpPr>
          <p:grpSpPr>
            <a:xfrm>
              <a:off x="3941378" y="2603243"/>
              <a:ext cx="3202061" cy="1066110"/>
              <a:chOff x="7939341" y="3037317"/>
              <a:chExt cx="897649" cy="353919"/>
            </a:xfrm>
          </p:grpSpPr>
          <p:sp>
            <p:nvSpPr>
              <p:cNvPr id="117" name="Freeform 116">
                <a:extLst>
                  <a:ext uri="{FF2B5EF4-FFF2-40B4-BE49-F238E27FC236}">
                    <a16:creationId xmlns="" xmlns:a16="http://schemas.microsoft.com/office/drawing/2014/main" id="{FFDA189D-222C-1443-856D-7A608CA88C95}"/>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8" name="Freeform 117">
                <a:extLst>
                  <a:ext uri="{FF2B5EF4-FFF2-40B4-BE49-F238E27FC236}">
                    <a16:creationId xmlns="" xmlns:a16="http://schemas.microsoft.com/office/drawing/2014/main" id="{642BB264-137D-E643-AE9B-8AA6D9E21B0C}"/>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9" name="Freeform 118">
                <a:extLst>
                  <a:ext uri="{FF2B5EF4-FFF2-40B4-BE49-F238E27FC236}">
                    <a16:creationId xmlns="" xmlns:a16="http://schemas.microsoft.com/office/drawing/2014/main" id="{786FF02A-1562-3745-ABB9-0D40C7DEF61E}"/>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0" name="Freeform 119">
                <a:extLst>
                  <a:ext uri="{FF2B5EF4-FFF2-40B4-BE49-F238E27FC236}">
                    <a16:creationId xmlns="" xmlns:a16="http://schemas.microsoft.com/office/drawing/2014/main" id="{DEC12CCB-8331-9F49-BF6A-94DF11B7CB19}"/>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21" name="Group 120">
            <a:extLst>
              <a:ext uri="{FF2B5EF4-FFF2-40B4-BE49-F238E27FC236}">
                <a16:creationId xmlns="" xmlns:a16="http://schemas.microsoft.com/office/drawing/2014/main" id="{9932E1A1-9866-4149-B71C-D56584CCE488}"/>
              </a:ext>
            </a:extLst>
          </p:cNvPr>
          <p:cNvGrpSpPr/>
          <p:nvPr/>
        </p:nvGrpSpPr>
        <p:grpSpPr>
          <a:xfrm>
            <a:off x="8676619" y="4967420"/>
            <a:ext cx="393760" cy="218578"/>
            <a:chOff x="7493876" y="2774731"/>
            <a:chExt cx="1481958" cy="894622"/>
          </a:xfrm>
        </p:grpSpPr>
        <p:sp>
          <p:nvSpPr>
            <p:cNvPr id="122" name="Freeform 121">
              <a:extLst>
                <a:ext uri="{FF2B5EF4-FFF2-40B4-BE49-F238E27FC236}">
                  <a16:creationId xmlns="" xmlns:a16="http://schemas.microsoft.com/office/drawing/2014/main" id="{A60DF978-36B3-2D47-A16A-0D97C01CAFE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23" name="Oval 122">
              <a:extLst>
                <a:ext uri="{FF2B5EF4-FFF2-40B4-BE49-F238E27FC236}">
                  <a16:creationId xmlns="" xmlns:a16="http://schemas.microsoft.com/office/drawing/2014/main" id="{8656B286-5B4C-0D4F-9AF0-6A6CFC0099D8}"/>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24" name="Group 123">
              <a:extLst>
                <a:ext uri="{FF2B5EF4-FFF2-40B4-BE49-F238E27FC236}">
                  <a16:creationId xmlns="" xmlns:a16="http://schemas.microsoft.com/office/drawing/2014/main" id="{CE4349E7-CC12-8D4C-8CFA-829CDA082037}"/>
                </a:ext>
              </a:extLst>
            </p:cNvPr>
            <p:cNvGrpSpPr/>
            <p:nvPr/>
          </p:nvGrpSpPr>
          <p:grpSpPr>
            <a:xfrm>
              <a:off x="7713663" y="2848339"/>
              <a:ext cx="1042107" cy="425543"/>
              <a:chOff x="7786941" y="2884917"/>
              <a:chExt cx="897649" cy="353919"/>
            </a:xfrm>
          </p:grpSpPr>
          <p:sp>
            <p:nvSpPr>
              <p:cNvPr id="125" name="Freeform 124">
                <a:extLst>
                  <a:ext uri="{FF2B5EF4-FFF2-40B4-BE49-F238E27FC236}">
                    <a16:creationId xmlns="" xmlns:a16="http://schemas.microsoft.com/office/drawing/2014/main" id="{AD86C2F1-D4F0-7948-9E05-62E1C42CC8F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6" name="Freeform 125">
                <a:extLst>
                  <a:ext uri="{FF2B5EF4-FFF2-40B4-BE49-F238E27FC236}">
                    <a16:creationId xmlns="" xmlns:a16="http://schemas.microsoft.com/office/drawing/2014/main" id="{6224715B-0FC5-9E49-B361-2A29A286F3CE}"/>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7" name="Freeform 126">
                <a:extLst>
                  <a:ext uri="{FF2B5EF4-FFF2-40B4-BE49-F238E27FC236}">
                    <a16:creationId xmlns="" xmlns:a16="http://schemas.microsoft.com/office/drawing/2014/main" id="{7CA2DA9C-2B13-214E-ACD2-0EA76BA8301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8" name="Freeform 127">
                <a:extLst>
                  <a:ext uri="{FF2B5EF4-FFF2-40B4-BE49-F238E27FC236}">
                    <a16:creationId xmlns="" xmlns:a16="http://schemas.microsoft.com/office/drawing/2014/main" id="{8C4A6B5C-46E6-5E4D-96C8-1C3F87F03876}"/>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29" name="Group 128">
            <a:extLst>
              <a:ext uri="{FF2B5EF4-FFF2-40B4-BE49-F238E27FC236}">
                <a16:creationId xmlns="" xmlns:a16="http://schemas.microsoft.com/office/drawing/2014/main" id="{0E1D7EA0-6DA2-8D43-8279-78C750CFC172}"/>
              </a:ext>
            </a:extLst>
          </p:cNvPr>
          <p:cNvGrpSpPr/>
          <p:nvPr/>
        </p:nvGrpSpPr>
        <p:grpSpPr>
          <a:xfrm>
            <a:off x="8311520" y="5194433"/>
            <a:ext cx="309740" cy="190838"/>
            <a:chOff x="3668110" y="2448910"/>
            <a:chExt cx="3794234" cy="2165130"/>
          </a:xfrm>
        </p:grpSpPr>
        <p:sp>
          <p:nvSpPr>
            <p:cNvPr id="130" name="Rectangle 129">
              <a:extLst>
                <a:ext uri="{FF2B5EF4-FFF2-40B4-BE49-F238E27FC236}">
                  <a16:creationId xmlns="" xmlns:a16="http://schemas.microsoft.com/office/drawing/2014/main" id="{3632348E-CBF0-8F4E-B1C0-FA5E7B140362}"/>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1" name="Freeform 130">
              <a:extLst>
                <a:ext uri="{FF2B5EF4-FFF2-40B4-BE49-F238E27FC236}">
                  <a16:creationId xmlns="" xmlns:a16="http://schemas.microsoft.com/office/drawing/2014/main" id="{9E6F91D8-1A83-2A42-AC0B-AD8F10B7EF35}"/>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32" name="Group 131">
              <a:extLst>
                <a:ext uri="{FF2B5EF4-FFF2-40B4-BE49-F238E27FC236}">
                  <a16:creationId xmlns="" xmlns:a16="http://schemas.microsoft.com/office/drawing/2014/main" id="{941E3EF0-51B2-C349-B41E-2A6C5F46D905}"/>
                </a:ext>
              </a:extLst>
            </p:cNvPr>
            <p:cNvGrpSpPr/>
            <p:nvPr/>
          </p:nvGrpSpPr>
          <p:grpSpPr>
            <a:xfrm>
              <a:off x="3941378" y="2603243"/>
              <a:ext cx="3202061" cy="1066110"/>
              <a:chOff x="7939341" y="3037317"/>
              <a:chExt cx="897649" cy="353919"/>
            </a:xfrm>
          </p:grpSpPr>
          <p:sp>
            <p:nvSpPr>
              <p:cNvPr id="133" name="Freeform 132">
                <a:extLst>
                  <a:ext uri="{FF2B5EF4-FFF2-40B4-BE49-F238E27FC236}">
                    <a16:creationId xmlns="" xmlns:a16="http://schemas.microsoft.com/office/drawing/2014/main" id="{C7403B7C-7FA1-3F40-B91E-B9311B3831C3}"/>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4" name="Freeform 133">
                <a:extLst>
                  <a:ext uri="{FF2B5EF4-FFF2-40B4-BE49-F238E27FC236}">
                    <a16:creationId xmlns="" xmlns:a16="http://schemas.microsoft.com/office/drawing/2014/main" id="{2456F695-074E-CC4D-8221-531E7EA3A74D}"/>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5" name="Freeform 134">
                <a:extLst>
                  <a:ext uri="{FF2B5EF4-FFF2-40B4-BE49-F238E27FC236}">
                    <a16:creationId xmlns="" xmlns:a16="http://schemas.microsoft.com/office/drawing/2014/main" id="{224A04C3-C296-1C4B-BBD4-CDE7083CB1D5}"/>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6" name="Freeform 135">
                <a:extLst>
                  <a:ext uri="{FF2B5EF4-FFF2-40B4-BE49-F238E27FC236}">
                    <a16:creationId xmlns="" xmlns:a16="http://schemas.microsoft.com/office/drawing/2014/main" id="{5BBAC641-21BF-8B45-BB54-F143F77A1556}"/>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37" name="Group 136">
            <a:extLst>
              <a:ext uri="{FF2B5EF4-FFF2-40B4-BE49-F238E27FC236}">
                <a16:creationId xmlns="" xmlns:a16="http://schemas.microsoft.com/office/drawing/2014/main" id="{93BC347E-C394-3042-B2F7-B3F23FAEAB95}"/>
              </a:ext>
            </a:extLst>
          </p:cNvPr>
          <p:cNvGrpSpPr/>
          <p:nvPr/>
        </p:nvGrpSpPr>
        <p:grpSpPr>
          <a:xfrm>
            <a:off x="8439827" y="2812309"/>
            <a:ext cx="353678" cy="168275"/>
            <a:chOff x="7493876" y="2774731"/>
            <a:chExt cx="1481958" cy="894622"/>
          </a:xfrm>
        </p:grpSpPr>
        <p:sp>
          <p:nvSpPr>
            <p:cNvPr id="138" name="Freeform 137">
              <a:extLst>
                <a:ext uri="{FF2B5EF4-FFF2-40B4-BE49-F238E27FC236}">
                  <a16:creationId xmlns="" xmlns:a16="http://schemas.microsoft.com/office/drawing/2014/main" id="{E2A87F28-E662-7843-88D6-0813EE7C9C7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39" name="Oval 138">
              <a:extLst>
                <a:ext uri="{FF2B5EF4-FFF2-40B4-BE49-F238E27FC236}">
                  <a16:creationId xmlns="" xmlns:a16="http://schemas.microsoft.com/office/drawing/2014/main" id="{7F5A88D5-7F33-C641-91D0-89A14D0320A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40" name="Group 139">
              <a:extLst>
                <a:ext uri="{FF2B5EF4-FFF2-40B4-BE49-F238E27FC236}">
                  <a16:creationId xmlns="" xmlns:a16="http://schemas.microsoft.com/office/drawing/2014/main" id="{F27C385B-C23A-9D47-A881-792955281F4B}"/>
                </a:ext>
              </a:extLst>
            </p:cNvPr>
            <p:cNvGrpSpPr/>
            <p:nvPr/>
          </p:nvGrpSpPr>
          <p:grpSpPr>
            <a:xfrm>
              <a:off x="7713663" y="2848339"/>
              <a:ext cx="1042107" cy="425543"/>
              <a:chOff x="7786941" y="2884917"/>
              <a:chExt cx="897649" cy="353919"/>
            </a:xfrm>
          </p:grpSpPr>
          <p:sp>
            <p:nvSpPr>
              <p:cNvPr id="141" name="Freeform 140">
                <a:extLst>
                  <a:ext uri="{FF2B5EF4-FFF2-40B4-BE49-F238E27FC236}">
                    <a16:creationId xmlns="" xmlns:a16="http://schemas.microsoft.com/office/drawing/2014/main" id="{1AAAA0E5-7CFA-D644-ADAB-E7BF68F3D3B3}"/>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2" name="Freeform 141">
                <a:extLst>
                  <a:ext uri="{FF2B5EF4-FFF2-40B4-BE49-F238E27FC236}">
                    <a16:creationId xmlns="" xmlns:a16="http://schemas.microsoft.com/office/drawing/2014/main" id="{751DAA20-67FB-F046-A058-83AEFE0E26C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3" name="Freeform 142">
                <a:extLst>
                  <a:ext uri="{FF2B5EF4-FFF2-40B4-BE49-F238E27FC236}">
                    <a16:creationId xmlns="" xmlns:a16="http://schemas.microsoft.com/office/drawing/2014/main" id="{0C03FD79-9BD7-DD42-AC59-6C4F96612AC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4" name="Freeform 143">
                <a:extLst>
                  <a:ext uri="{FF2B5EF4-FFF2-40B4-BE49-F238E27FC236}">
                    <a16:creationId xmlns="" xmlns:a16="http://schemas.microsoft.com/office/drawing/2014/main" id="{A4610651-9548-304A-8A63-B930DF62228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45" name="Group 144">
            <a:extLst>
              <a:ext uri="{FF2B5EF4-FFF2-40B4-BE49-F238E27FC236}">
                <a16:creationId xmlns="" xmlns:a16="http://schemas.microsoft.com/office/drawing/2014/main" id="{8ECEC947-F5C8-414B-A56E-EBE5DFFEDB1C}"/>
              </a:ext>
            </a:extLst>
          </p:cNvPr>
          <p:cNvGrpSpPr/>
          <p:nvPr/>
        </p:nvGrpSpPr>
        <p:grpSpPr>
          <a:xfrm>
            <a:off x="8050070" y="3965994"/>
            <a:ext cx="354986" cy="175668"/>
            <a:chOff x="7493876" y="2774731"/>
            <a:chExt cx="1481958" cy="894622"/>
          </a:xfrm>
        </p:grpSpPr>
        <p:sp>
          <p:nvSpPr>
            <p:cNvPr id="146" name="Freeform 145">
              <a:extLst>
                <a:ext uri="{FF2B5EF4-FFF2-40B4-BE49-F238E27FC236}">
                  <a16:creationId xmlns="" xmlns:a16="http://schemas.microsoft.com/office/drawing/2014/main" id="{86294923-1C02-5240-95DE-EA2186392E2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47" name="Oval 146">
              <a:extLst>
                <a:ext uri="{FF2B5EF4-FFF2-40B4-BE49-F238E27FC236}">
                  <a16:creationId xmlns="" xmlns:a16="http://schemas.microsoft.com/office/drawing/2014/main" id="{2AB3674D-1CCE-274D-BF8E-CEFECF766B32}"/>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48" name="Group 147">
              <a:extLst>
                <a:ext uri="{FF2B5EF4-FFF2-40B4-BE49-F238E27FC236}">
                  <a16:creationId xmlns="" xmlns:a16="http://schemas.microsoft.com/office/drawing/2014/main" id="{86166535-C584-C14C-9137-7498CC96E8FD}"/>
                </a:ext>
              </a:extLst>
            </p:cNvPr>
            <p:cNvGrpSpPr/>
            <p:nvPr/>
          </p:nvGrpSpPr>
          <p:grpSpPr>
            <a:xfrm>
              <a:off x="7713663" y="2848339"/>
              <a:ext cx="1042107" cy="425543"/>
              <a:chOff x="7786941" y="2884917"/>
              <a:chExt cx="897649" cy="353919"/>
            </a:xfrm>
          </p:grpSpPr>
          <p:sp>
            <p:nvSpPr>
              <p:cNvPr id="149" name="Freeform 148">
                <a:extLst>
                  <a:ext uri="{FF2B5EF4-FFF2-40B4-BE49-F238E27FC236}">
                    <a16:creationId xmlns="" xmlns:a16="http://schemas.microsoft.com/office/drawing/2014/main" id="{17514CA1-86B8-BA44-B4A0-0CEB1F62C26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0" name="Freeform 149">
                <a:extLst>
                  <a:ext uri="{FF2B5EF4-FFF2-40B4-BE49-F238E27FC236}">
                    <a16:creationId xmlns="" xmlns:a16="http://schemas.microsoft.com/office/drawing/2014/main" id="{8D28E726-BB5D-5644-9E9D-DEEB2E0B1FFC}"/>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1" name="Freeform 150">
                <a:extLst>
                  <a:ext uri="{FF2B5EF4-FFF2-40B4-BE49-F238E27FC236}">
                    <a16:creationId xmlns="" xmlns:a16="http://schemas.microsoft.com/office/drawing/2014/main" id="{BDE8E149-5BA9-CB4C-9AC6-1EED7308D871}"/>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2" name="Freeform 151">
                <a:extLst>
                  <a:ext uri="{FF2B5EF4-FFF2-40B4-BE49-F238E27FC236}">
                    <a16:creationId xmlns="" xmlns:a16="http://schemas.microsoft.com/office/drawing/2014/main" id="{BAF1B228-D777-8846-8B1B-6476F6C2AA6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53" name="Group 152">
            <a:extLst>
              <a:ext uri="{FF2B5EF4-FFF2-40B4-BE49-F238E27FC236}">
                <a16:creationId xmlns="" xmlns:a16="http://schemas.microsoft.com/office/drawing/2014/main" id="{419BFD2C-DE5F-0C45-B636-6597FE43775F}"/>
              </a:ext>
            </a:extLst>
          </p:cNvPr>
          <p:cNvGrpSpPr/>
          <p:nvPr/>
        </p:nvGrpSpPr>
        <p:grpSpPr>
          <a:xfrm>
            <a:off x="10884085" y="3601365"/>
            <a:ext cx="170989" cy="97052"/>
            <a:chOff x="7493876" y="2774731"/>
            <a:chExt cx="1481958" cy="894622"/>
          </a:xfrm>
        </p:grpSpPr>
        <p:sp>
          <p:nvSpPr>
            <p:cNvPr id="154" name="Freeform 153">
              <a:extLst>
                <a:ext uri="{FF2B5EF4-FFF2-40B4-BE49-F238E27FC236}">
                  <a16:creationId xmlns="" xmlns:a16="http://schemas.microsoft.com/office/drawing/2014/main" id="{58D0A013-957C-4B4E-8B83-D6592094AC1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55" name="Oval 154">
              <a:extLst>
                <a:ext uri="{FF2B5EF4-FFF2-40B4-BE49-F238E27FC236}">
                  <a16:creationId xmlns="" xmlns:a16="http://schemas.microsoft.com/office/drawing/2014/main" id="{F7DC0323-148A-714F-A6FC-9ADB6FB12895}"/>
                </a:ext>
              </a:extLst>
            </p:cNvPr>
            <p:cNvSpPr/>
            <p:nvPr/>
          </p:nvSpPr>
          <p:spPr>
            <a:xfrm>
              <a:off x="7494729" y="2774731"/>
              <a:ext cx="1480163" cy="579140"/>
            </a:xfrm>
            <a:prstGeom prst="ellipse">
              <a:avLst/>
            </a:prstGeom>
            <a:solidFill>
              <a:srgbClr val="B8C2C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56" name="Group 155">
              <a:extLst>
                <a:ext uri="{FF2B5EF4-FFF2-40B4-BE49-F238E27FC236}">
                  <a16:creationId xmlns="" xmlns:a16="http://schemas.microsoft.com/office/drawing/2014/main" id="{2B6897F2-F6E6-A049-A1D9-17378B713B31}"/>
                </a:ext>
              </a:extLst>
            </p:cNvPr>
            <p:cNvGrpSpPr/>
            <p:nvPr/>
          </p:nvGrpSpPr>
          <p:grpSpPr>
            <a:xfrm>
              <a:off x="7713663" y="2848339"/>
              <a:ext cx="1042107" cy="425543"/>
              <a:chOff x="7786941" y="2884917"/>
              <a:chExt cx="897649" cy="353919"/>
            </a:xfrm>
          </p:grpSpPr>
          <p:sp>
            <p:nvSpPr>
              <p:cNvPr id="157" name="Freeform 156">
                <a:extLst>
                  <a:ext uri="{FF2B5EF4-FFF2-40B4-BE49-F238E27FC236}">
                    <a16:creationId xmlns="" xmlns:a16="http://schemas.microsoft.com/office/drawing/2014/main" id="{0F6ACC7A-4B31-AF42-A472-F972FEE8139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8" name="Freeform 157">
                <a:extLst>
                  <a:ext uri="{FF2B5EF4-FFF2-40B4-BE49-F238E27FC236}">
                    <a16:creationId xmlns="" xmlns:a16="http://schemas.microsoft.com/office/drawing/2014/main" id="{0CE6B10E-CA3E-D444-AB50-17DAB7CAD2C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9" name="Freeform 158">
                <a:extLst>
                  <a:ext uri="{FF2B5EF4-FFF2-40B4-BE49-F238E27FC236}">
                    <a16:creationId xmlns="" xmlns:a16="http://schemas.microsoft.com/office/drawing/2014/main" id="{E3B2228D-5BAA-EC47-BEFB-CB31458923DB}"/>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0" name="Freeform 159">
                <a:extLst>
                  <a:ext uri="{FF2B5EF4-FFF2-40B4-BE49-F238E27FC236}">
                    <a16:creationId xmlns="" xmlns:a16="http://schemas.microsoft.com/office/drawing/2014/main" id="{B7729E0C-173F-C14A-AEF0-A4EC382A5215}"/>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61" name="Group 160">
            <a:extLst>
              <a:ext uri="{FF2B5EF4-FFF2-40B4-BE49-F238E27FC236}">
                <a16:creationId xmlns="" xmlns:a16="http://schemas.microsoft.com/office/drawing/2014/main" id="{0F65CB9E-D1E1-5348-9E59-69DA1CEF2123}"/>
              </a:ext>
            </a:extLst>
          </p:cNvPr>
          <p:cNvGrpSpPr/>
          <p:nvPr/>
        </p:nvGrpSpPr>
        <p:grpSpPr>
          <a:xfrm>
            <a:off x="10410609" y="3496138"/>
            <a:ext cx="353678" cy="198344"/>
            <a:chOff x="7493876" y="2774731"/>
            <a:chExt cx="1481958" cy="894622"/>
          </a:xfrm>
        </p:grpSpPr>
        <p:sp>
          <p:nvSpPr>
            <p:cNvPr id="162" name="Freeform 161">
              <a:extLst>
                <a:ext uri="{FF2B5EF4-FFF2-40B4-BE49-F238E27FC236}">
                  <a16:creationId xmlns="" xmlns:a16="http://schemas.microsoft.com/office/drawing/2014/main" id="{21DBEC0A-03A5-5849-AD80-43903CE8F98A}"/>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63" name="Oval 162">
              <a:extLst>
                <a:ext uri="{FF2B5EF4-FFF2-40B4-BE49-F238E27FC236}">
                  <a16:creationId xmlns="" xmlns:a16="http://schemas.microsoft.com/office/drawing/2014/main" id="{093155A2-B6DA-E04B-931F-EAE90D03294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64" name="Group 163">
              <a:extLst>
                <a:ext uri="{FF2B5EF4-FFF2-40B4-BE49-F238E27FC236}">
                  <a16:creationId xmlns="" xmlns:a16="http://schemas.microsoft.com/office/drawing/2014/main" id="{3931AF15-7062-194D-9D41-4344D0DE6CAC}"/>
                </a:ext>
              </a:extLst>
            </p:cNvPr>
            <p:cNvGrpSpPr/>
            <p:nvPr/>
          </p:nvGrpSpPr>
          <p:grpSpPr>
            <a:xfrm>
              <a:off x="7713663" y="2848339"/>
              <a:ext cx="1042107" cy="425543"/>
              <a:chOff x="7786941" y="2884917"/>
              <a:chExt cx="897649" cy="353919"/>
            </a:xfrm>
          </p:grpSpPr>
          <p:sp>
            <p:nvSpPr>
              <p:cNvPr id="165" name="Freeform 164">
                <a:extLst>
                  <a:ext uri="{FF2B5EF4-FFF2-40B4-BE49-F238E27FC236}">
                    <a16:creationId xmlns="" xmlns:a16="http://schemas.microsoft.com/office/drawing/2014/main" id="{FDC26AF1-24F2-5D45-AB87-61683E4E252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6" name="Freeform 165">
                <a:extLst>
                  <a:ext uri="{FF2B5EF4-FFF2-40B4-BE49-F238E27FC236}">
                    <a16:creationId xmlns="" xmlns:a16="http://schemas.microsoft.com/office/drawing/2014/main" id="{4EC90C20-8D53-0646-9F93-F00306B71CA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7" name="Freeform 166">
                <a:extLst>
                  <a:ext uri="{FF2B5EF4-FFF2-40B4-BE49-F238E27FC236}">
                    <a16:creationId xmlns="" xmlns:a16="http://schemas.microsoft.com/office/drawing/2014/main" id="{49493643-4525-FD45-A56C-AE765396C567}"/>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8" name="Freeform 167">
                <a:extLst>
                  <a:ext uri="{FF2B5EF4-FFF2-40B4-BE49-F238E27FC236}">
                    <a16:creationId xmlns="" xmlns:a16="http://schemas.microsoft.com/office/drawing/2014/main" id="{0824CC9D-76C8-2749-A791-F65C4F3ACA43}"/>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69" name="Group 168">
            <a:extLst>
              <a:ext uri="{FF2B5EF4-FFF2-40B4-BE49-F238E27FC236}">
                <a16:creationId xmlns="" xmlns:a16="http://schemas.microsoft.com/office/drawing/2014/main" id="{CFBE87F9-CE91-5943-9D77-D8B9227384AC}"/>
              </a:ext>
            </a:extLst>
          </p:cNvPr>
          <p:cNvGrpSpPr/>
          <p:nvPr/>
        </p:nvGrpSpPr>
        <p:grpSpPr>
          <a:xfrm>
            <a:off x="9948724" y="2202292"/>
            <a:ext cx="353678" cy="198344"/>
            <a:chOff x="7493876" y="2774731"/>
            <a:chExt cx="1481958" cy="894622"/>
          </a:xfrm>
        </p:grpSpPr>
        <p:sp>
          <p:nvSpPr>
            <p:cNvPr id="170" name="Freeform 169">
              <a:extLst>
                <a:ext uri="{FF2B5EF4-FFF2-40B4-BE49-F238E27FC236}">
                  <a16:creationId xmlns="" xmlns:a16="http://schemas.microsoft.com/office/drawing/2014/main" id="{4F167397-FDB8-4A4D-A599-63F4111F1811}"/>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71" name="Oval 170">
              <a:extLst>
                <a:ext uri="{FF2B5EF4-FFF2-40B4-BE49-F238E27FC236}">
                  <a16:creationId xmlns="" xmlns:a16="http://schemas.microsoft.com/office/drawing/2014/main" id="{08DCFDBA-4FB5-AE49-968D-A9F0C84D1CA6}"/>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72" name="Group 171">
              <a:extLst>
                <a:ext uri="{FF2B5EF4-FFF2-40B4-BE49-F238E27FC236}">
                  <a16:creationId xmlns="" xmlns:a16="http://schemas.microsoft.com/office/drawing/2014/main" id="{185146B5-C4CC-CF42-8938-46F3C689B49E}"/>
                </a:ext>
              </a:extLst>
            </p:cNvPr>
            <p:cNvGrpSpPr/>
            <p:nvPr/>
          </p:nvGrpSpPr>
          <p:grpSpPr>
            <a:xfrm>
              <a:off x="7713663" y="2848339"/>
              <a:ext cx="1042107" cy="425543"/>
              <a:chOff x="7786941" y="2884917"/>
              <a:chExt cx="897649" cy="353919"/>
            </a:xfrm>
          </p:grpSpPr>
          <p:sp>
            <p:nvSpPr>
              <p:cNvPr id="173" name="Freeform 172">
                <a:extLst>
                  <a:ext uri="{FF2B5EF4-FFF2-40B4-BE49-F238E27FC236}">
                    <a16:creationId xmlns="" xmlns:a16="http://schemas.microsoft.com/office/drawing/2014/main" id="{A7227274-32EF-074A-9791-2B53B212E4B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4" name="Freeform 173">
                <a:extLst>
                  <a:ext uri="{FF2B5EF4-FFF2-40B4-BE49-F238E27FC236}">
                    <a16:creationId xmlns="" xmlns:a16="http://schemas.microsoft.com/office/drawing/2014/main" id="{201B35B0-4270-0A43-B1CB-1EA6DEBA0A34}"/>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5" name="Freeform 174">
                <a:extLst>
                  <a:ext uri="{FF2B5EF4-FFF2-40B4-BE49-F238E27FC236}">
                    <a16:creationId xmlns="" xmlns:a16="http://schemas.microsoft.com/office/drawing/2014/main" id="{F7956E94-C156-C749-894C-3962EFA64DC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6" name="Freeform 175">
                <a:extLst>
                  <a:ext uri="{FF2B5EF4-FFF2-40B4-BE49-F238E27FC236}">
                    <a16:creationId xmlns="" xmlns:a16="http://schemas.microsoft.com/office/drawing/2014/main" id="{30545111-AB10-544C-A7FB-8905D7E84A0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77" name="Group 176">
            <a:extLst>
              <a:ext uri="{FF2B5EF4-FFF2-40B4-BE49-F238E27FC236}">
                <a16:creationId xmlns="" xmlns:a16="http://schemas.microsoft.com/office/drawing/2014/main" id="{6D2B1BF7-15E3-B642-B1ED-14A585EC5A4E}"/>
              </a:ext>
            </a:extLst>
          </p:cNvPr>
          <p:cNvGrpSpPr/>
          <p:nvPr/>
        </p:nvGrpSpPr>
        <p:grpSpPr>
          <a:xfrm>
            <a:off x="10527214" y="2613367"/>
            <a:ext cx="353678" cy="198344"/>
            <a:chOff x="7493876" y="2774731"/>
            <a:chExt cx="1481958" cy="894622"/>
          </a:xfrm>
        </p:grpSpPr>
        <p:sp>
          <p:nvSpPr>
            <p:cNvPr id="178" name="Freeform 177">
              <a:extLst>
                <a:ext uri="{FF2B5EF4-FFF2-40B4-BE49-F238E27FC236}">
                  <a16:creationId xmlns="" xmlns:a16="http://schemas.microsoft.com/office/drawing/2014/main" id="{FC3BC896-EAF3-B44C-A223-0B61ADD448AF}"/>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79" name="Oval 178">
              <a:extLst>
                <a:ext uri="{FF2B5EF4-FFF2-40B4-BE49-F238E27FC236}">
                  <a16:creationId xmlns="" xmlns:a16="http://schemas.microsoft.com/office/drawing/2014/main" id="{A1FDE8F7-458E-F043-99FF-74BB3A94040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80" name="Group 179">
              <a:extLst>
                <a:ext uri="{FF2B5EF4-FFF2-40B4-BE49-F238E27FC236}">
                  <a16:creationId xmlns="" xmlns:a16="http://schemas.microsoft.com/office/drawing/2014/main" id="{FF87486C-C62D-A04E-BD6D-5E7B286D0987}"/>
                </a:ext>
              </a:extLst>
            </p:cNvPr>
            <p:cNvGrpSpPr/>
            <p:nvPr/>
          </p:nvGrpSpPr>
          <p:grpSpPr>
            <a:xfrm>
              <a:off x="7713663" y="2848339"/>
              <a:ext cx="1042107" cy="425543"/>
              <a:chOff x="7786941" y="2884917"/>
              <a:chExt cx="897649" cy="353919"/>
            </a:xfrm>
          </p:grpSpPr>
          <p:sp>
            <p:nvSpPr>
              <p:cNvPr id="181" name="Freeform 180">
                <a:extLst>
                  <a:ext uri="{FF2B5EF4-FFF2-40B4-BE49-F238E27FC236}">
                    <a16:creationId xmlns="" xmlns:a16="http://schemas.microsoft.com/office/drawing/2014/main" id="{DEDB6C40-CF6A-E547-8BC1-635D2DC438F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2" name="Freeform 181">
                <a:extLst>
                  <a:ext uri="{FF2B5EF4-FFF2-40B4-BE49-F238E27FC236}">
                    <a16:creationId xmlns="" xmlns:a16="http://schemas.microsoft.com/office/drawing/2014/main" id="{B7776C1D-06CD-5245-AF82-92665409A00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3" name="Freeform 182">
                <a:extLst>
                  <a:ext uri="{FF2B5EF4-FFF2-40B4-BE49-F238E27FC236}">
                    <a16:creationId xmlns="" xmlns:a16="http://schemas.microsoft.com/office/drawing/2014/main" id="{2D893366-435F-C043-8ADD-35A96EC80B1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4" name="Freeform 183">
                <a:extLst>
                  <a:ext uri="{FF2B5EF4-FFF2-40B4-BE49-F238E27FC236}">
                    <a16:creationId xmlns="" xmlns:a16="http://schemas.microsoft.com/office/drawing/2014/main" id="{5246B375-EFFF-874C-BA50-6516A502F0C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85" name="Group 184">
            <a:extLst>
              <a:ext uri="{FF2B5EF4-FFF2-40B4-BE49-F238E27FC236}">
                <a16:creationId xmlns="" xmlns:a16="http://schemas.microsoft.com/office/drawing/2014/main" id="{F0711763-C567-4040-ABFB-F5C34597A154}"/>
              </a:ext>
            </a:extLst>
          </p:cNvPr>
          <p:cNvGrpSpPr/>
          <p:nvPr/>
        </p:nvGrpSpPr>
        <p:grpSpPr>
          <a:xfrm>
            <a:off x="10643825" y="2107963"/>
            <a:ext cx="353678" cy="198344"/>
            <a:chOff x="7493876" y="2774731"/>
            <a:chExt cx="1481958" cy="894622"/>
          </a:xfrm>
        </p:grpSpPr>
        <p:sp>
          <p:nvSpPr>
            <p:cNvPr id="186" name="Freeform 185">
              <a:extLst>
                <a:ext uri="{FF2B5EF4-FFF2-40B4-BE49-F238E27FC236}">
                  <a16:creationId xmlns="" xmlns:a16="http://schemas.microsoft.com/office/drawing/2014/main" id="{7F38627D-7A2B-A841-8C69-850F7253A2D4}"/>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87" name="Oval 186">
              <a:extLst>
                <a:ext uri="{FF2B5EF4-FFF2-40B4-BE49-F238E27FC236}">
                  <a16:creationId xmlns="" xmlns:a16="http://schemas.microsoft.com/office/drawing/2014/main" id="{8FB71122-C2F0-3B40-A94F-7E95B02A39D4}"/>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88" name="Group 187">
              <a:extLst>
                <a:ext uri="{FF2B5EF4-FFF2-40B4-BE49-F238E27FC236}">
                  <a16:creationId xmlns="" xmlns:a16="http://schemas.microsoft.com/office/drawing/2014/main" id="{3A5D9C3E-2D7E-A54F-9A93-7708DD147DB1}"/>
                </a:ext>
              </a:extLst>
            </p:cNvPr>
            <p:cNvGrpSpPr/>
            <p:nvPr/>
          </p:nvGrpSpPr>
          <p:grpSpPr>
            <a:xfrm>
              <a:off x="7713663" y="2848339"/>
              <a:ext cx="1042107" cy="425543"/>
              <a:chOff x="7786941" y="2884917"/>
              <a:chExt cx="897649" cy="353919"/>
            </a:xfrm>
          </p:grpSpPr>
          <p:sp>
            <p:nvSpPr>
              <p:cNvPr id="189" name="Freeform 188">
                <a:extLst>
                  <a:ext uri="{FF2B5EF4-FFF2-40B4-BE49-F238E27FC236}">
                    <a16:creationId xmlns="" xmlns:a16="http://schemas.microsoft.com/office/drawing/2014/main" id="{2B3C3A91-863F-E54F-BCBF-83530898F04D}"/>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0" name="Freeform 189">
                <a:extLst>
                  <a:ext uri="{FF2B5EF4-FFF2-40B4-BE49-F238E27FC236}">
                    <a16:creationId xmlns="" xmlns:a16="http://schemas.microsoft.com/office/drawing/2014/main" id="{E03CE2E4-33A0-7443-968B-028BF2FEAFC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1" name="Freeform 190">
                <a:extLst>
                  <a:ext uri="{FF2B5EF4-FFF2-40B4-BE49-F238E27FC236}">
                    <a16:creationId xmlns="" xmlns:a16="http://schemas.microsoft.com/office/drawing/2014/main" id="{92376DD9-E3A6-0B4A-97CB-7FDA6023E448}"/>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2" name="Freeform 191">
                <a:extLst>
                  <a:ext uri="{FF2B5EF4-FFF2-40B4-BE49-F238E27FC236}">
                    <a16:creationId xmlns="" xmlns:a16="http://schemas.microsoft.com/office/drawing/2014/main" id="{18E42DD9-0888-4A41-A186-22087D773FC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93" name="Group 192">
            <a:extLst>
              <a:ext uri="{FF2B5EF4-FFF2-40B4-BE49-F238E27FC236}">
                <a16:creationId xmlns="" xmlns:a16="http://schemas.microsoft.com/office/drawing/2014/main" id="{E38FF4C3-D0A2-D548-89C0-C35D3E53032F}"/>
              </a:ext>
            </a:extLst>
          </p:cNvPr>
          <p:cNvGrpSpPr/>
          <p:nvPr/>
        </p:nvGrpSpPr>
        <p:grpSpPr>
          <a:xfrm>
            <a:off x="9098788" y="3956624"/>
            <a:ext cx="367224" cy="240304"/>
            <a:chOff x="7493876" y="2774731"/>
            <a:chExt cx="1481958" cy="894622"/>
          </a:xfrm>
        </p:grpSpPr>
        <p:sp>
          <p:nvSpPr>
            <p:cNvPr id="194" name="Freeform 193">
              <a:extLst>
                <a:ext uri="{FF2B5EF4-FFF2-40B4-BE49-F238E27FC236}">
                  <a16:creationId xmlns="" xmlns:a16="http://schemas.microsoft.com/office/drawing/2014/main" id="{027716F5-6A2D-404B-ADB2-50CDACB0206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95" name="Oval 194">
              <a:extLst>
                <a:ext uri="{FF2B5EF4-FFF2-40B4-BE49-F238E27FC236}">
                  <a16:creationId xmlns="" xmlns:a16="http://schemas.microsoft.com/office/drawing/2014/main" id="{C3297389-072E-FE41-B64F-4D54440AB368}"/>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96" name="Group 195">
              <a:extLst>
                <a:ext uri="{FF2B5EF4-FFF2-40B4-BE49-F238E27FC236}">
                  <a16:creationId xmlns="" xmlns:a16="http://schemas.microsoft.com/office/drawing/2014/main" id="{36323224-311B-EE47-BE36-F2BE4EA6BC7F}"/>
                </a:ext>
              </a:extLst>
            </p:cNvPr>
            <p:cNvGrpSpPr/>
            <p:nvPr/>
          </p:nvGrpSpPr>
          <p:grpSpPr>
            <a:xfrm>
              <a:off x="7713663" y="2848339"/>
              <a:ext cx="1042107" cy="425543"/>
              <a:chOff x="7786941" y="2884917"/>
              <a:chExt cx="897649" cy="353919"/>
            </a:xfrm>
          </p:grpSpPr>
          <p:sp>
            <p:nvSpPr>
              <p:cNvPr id="197" name="Freeform 196">
                <a:extLst>
                  <a:ext uri="{FF2B5EF4-FFF2-40B4-BE49-F238E27FC236}">
                    <a16:creationId xmlns="" xmlns:a16="http://schemas.microsoft.com/office/drawing/2014/main" id="{BD802D6F-DAFD-DC41-83D1-DF0F4A2A794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8" name="Freeform 197">
                <a:extLst>
                  <a:ext uri="{FF2B5EF4-FFF2-40B4-BE49-F238E27FC236}">
                    <a16:creationId xmlns="" xmlns:a16="http://schemas.microsoft.com/office/drawing/2014/main" id="{2CE211BA-1FF8-2548-A6C8-5CD1E12C3E1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9" name="Freeform 198">
                <a:extLst>
                  <a:ext uri="{FF2B5EF4-FFF2-40B4-BE49-F238E27FC236}">
                    <a16:creationId xmlns="" xmlns:a16="http://schemas.microsoft.com/office/drawing/2014/main" id="{D363DDD6-C621-F146-B8DA-4A9DDE186BE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0" name="Freeform 199">
                <a:extLst>
                  <a:ext uri="{FF2B5EF4-FFF2-40B4-BE49-F238E27FC236}">
                    <a16:creationId xmlns="" xmlns:a16="http://schemas.microsoft.com/office/drawing/2014/main" id="{BB3402A2-EE9C-A240-899D-8BDF14CF432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01" name="Group 200">
            <a:extLst>
              <a:ext uri="{FF2B5EF4-FFF2-40B4-BE49-F238E27FC236}">
                <a16:creationId xmlns="" xmlns:a16="http://schemas.microsoft.com/office/drawing/2014/main" id="{F6C05161-17CC-4047-8DD1-B9901ECF6386}"/>
              </a:ext>
            </a:extLst>
          </p:cNvPr>
          <p:cNvGrpSpPr/>
          <p:nvPr/>
        </p:nvGrpSpPr>
        <p:grpSpPr>
          <a:xfrm>
            <a:off x="9980126" y="2661565"/>
            <a:ext cx="353678" cy="198344"/>
            <a:chOff x="7493876" y="2774731"/>
            <a:chExt cx="1481958" cy="894622"/>
          </a:xfrm>
        </p:grpSpPr>
        <p:sp>
          <p:nvSpPr>
            <p:cNvPr id="202" name="Freeform 201">
              <a:extLst>
                <a:ext uri="{FF2B5EF4-FFF2-40B4-BE49-F238E27FC236}">
                  <a16:creationId xmlns="" xmlns:a16="http://schemas.microsoft.com/office/drawing/2014/main" id="{947827F3-EDEA-7A42-9B1D-083327F8DECB}"/>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03" name="Oval 202">
              <a:extLst>
                <a:ext uri="{FF2B5EF4-FFF2-40B4-BE49-F238E27FC236}">
                  <a16:creationId xmlns="" xmlns:a16="http://schemas.microsoft.com/office/drawing/2014/main" id="{34CC4598-569C-8B40-92BA-1D2FBE3E50FD}"/>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04" name="Group 203">
              <a:extLst>
                <a:ext uri="{FF2B5EF4-FFF2-40B4-BE49-F238E27FC236}">
                  <a16:creationId xmlns="" xmlns:a16="http://schemas.microsoft.com/office/drawing/2014/main" id="{FC8B6594-03D2-024C-9EA4-C0C60D628F1D}"/>
                </a:ext>
              </a:extLst>
            </p:cNvPr>
            <p:cNvGrpSpPr/>
            <p:nvPr/>
          </p:nvGrpSpPr>
          <p:grpSpPr>
            <a:xfrm>
              <a:off x="7713663" y="2848339"/>
              <a:ext cx="1042107" cy="425543"/>
              <a:chOff x="7786941" y="2884917"/>
              <a:chExt cx="897649" cy="353919"/>
            </a:xfrm>
          </p:grpSpPr>
          <p:sp>
            <p:nvSpPr>
              <p:cNvPr id="205" name="Freeform 204">
                <a:extLst>
                  <a:ext uri="{FF2B5EF4-FFF2-40B4-BE49-F238E27FC236}">
                    <a16:creationId xmlns="" xmlns:a16="http://schemas.microsoft.com/office/drawing/2014/main" id="{1FDE0324-11E3-5145-88E9-DE61B49F2A3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6" name="Freeform 205">
                <a:extLst>
                  <a:ext uri="{FF2B5EF4-FFF2-40B4-BE49-F238E27FC236}">
                    <a16:creationId xmlns="" xmlns:a16="http://schemas.microsoft.com/office/drawing/2014/main" id="{C131568C-F5A3-DB44-94E2-7B887CDB2644}"/>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7" name="Freeform 206">
                <a:extLst>
                  <a:ext uri="{FF2B5EF4-FFF2-40B4-BE49-F238E27FC236}">
                    <a16:creationId xmlns="" xmlns:a16="http://schemas.microsoft.com/office/drawing/2014/main" id="{A7EDAE1E-6998-2048-ADF9-12AD17B25B3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8" name="Freeform 207">
                <a:extLst>
                  <a:ext uri="{FF2B5EF4-FFF2-40B4-BE49-F238E27FC236}">
                    <a16:creationId xmlns="" xmlns:a16="http://schemas.microsoft.com/office/drawing/2014/main" id="{8FC26428-BCB7-1047-B128-BD12A87F81FA}"/>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09" name="Group 208">
            <a:extLst>
              <a:ext uri="{FF2B5EF4-FFF2-40B4-BE49-F238E27FC236}">
                <a16:creationId xmlns="" xmlns:a16="http://schemas.microsoft.com/office/drawing/2014/main" id="{198EE3F8-E7C6-7742-BDAE-10EEB3BA9601}"/>
              </a:ext>
            </a:extLst>
          </p:cNvPr>
          <p:cNvGrpSpPr/>
          <p:nvPr/>
        </p:nvGrpSpPr>
        <p:grpSpPr>
          <a:xfrm>
            <a:off x="9497138" y="3394032"/>
            <a:ext cx="367224" cy="240304"/>
            <a:chOff x="7493876" y="2774731"/>
            <a:chExt cx="1481958" cy="894622"/>
          </a:xfrm>
        </p:grpSpPr>
        <p:sp>
          <p:nvSpPr>
            <p:cNvPr id="210" name="Freeform 209">
              <a:extLst>
                <a:ext uri="{FF2B5EF4-FFF2-40B4-BE49-F238E27FC236}">
                  <a16:creationId xmlns="" xmlns:a16="http://schemas.microsoft.com/office/drawing/2014/main" id="{7A2B8EB1-241A-C04E-9EA1-495DCDBCB17E}"/>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11" name="Oval 210">
              <a:extLst>
                <a:ext uri="{FF2B5EF4-FFF2-40B4-BE49-F238E27FC236}">
                  <a16:creationId xmlns="" xmlns:a16="http://schemas.microsoft.com/office/drawing/2014/main" id="{0B3245D7-5441-9648-A36A-661C2ACB5721}"/>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12" name="Group 211">
              <a:extLst>
                <a:ext uri="{FF2B5EF4-FFF2-40B4-BE49-F238E27FC236}">
                  <a16:creationId xmlns="" xmlns:a16="http://schemas.microsoft.com/office/drawing/2014/main" id="{86F28103-141B-154E-A362-409B3111D184}"/>
                </a:ext>
              </a:extLst>
            </p:cNvPr>
            <p:cNvGrpSpPr/>
            <p:nvPr/>
          </p:nvGrpSpPr>
          <p:grpSpPr>
            <a:xfrm>
              <a:off x="7713663" y="2848339"/>
              <a:ext cx="1042107" cy="425543"/>
              <a:chOff x="7786941" y="2884917"/>
              <a:chExt cx="897649" cy="353919"/>
            </a:xfrm>
          </p:grpSpPr>
          <p:sp>
            <p:nvSpPr>
              <p:cNvPr id="213" name="Freeform 212">
                <a:extLst>
                  <a:ext uri="{FF2B5EF4-FFF2-40B4-BE49-F238E27FC236}">
                    <a16:creationId xmlns="" xmlns:a16="http://schemas.microsoft.com/office/drawing/2014/main" id="{2F7A2BEC-77A9-6D41-8098-B64A792EA0B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4" name="Freeform 213">
                <a:extLst>
                  <a:ext uri="{FF2B5EF4-FFF2-40B4-BE49-F238E27FC236}">
                    <a16:creationId xmlns="" xmlns:a16="http://schemas.microsoft.com/office/drawing/2014/main" id="{7DED57CD-47F8-9D45-9600-A0BEEC97682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5" name="Freeform 214">
                <a:extLst>
                  <a:ext uri="{FF2B5EF4-FFF2-40B4-BE49-F238E27FC236}">
                    <a16:creationId xmlns="" xmlns:a16="http://schemas.microsoft.com/office/drawing/2014/main" id="{210D30D1-E5F0-E44B-A795-D0F4E795F9A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6" name="Freeform 215">
                <a:extLst>
                  <a:ext uri="{FF2B5EF4-FFF2-40B4-BE49-F238E27FC236}">
                    <a16:creationId xmlns="" xmlns:a16="http://schemas.microsoft.com/office/drawing/2014/main" id="{AC7488D5-7B56-8944-802F-C2691C36232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17" name="Group 216">
            <a:extLst>
              <a:ext uri="{FF2B5EF4-FFF2-40B4-BE49-F238E27FC236}">
                <a16:creationId xmlns="" xmlns:a16="http://schemas.microsoft.com/office/drawing/2014/main" id="{5123C752-3FFB-E84D-9E48-DBC9A9F48F37}"/>
              </a:ext>
            </a:extLst>
          </p:cNvPr>
          <p:cNvGrpSpPr/>
          <p:nvPr/>
        </p:nvGrpSpPr>
        <p:grpSpPr>
          <a:xfrm>
            <a:off x="9601554" y="3999763"/>
            <a:ext cx="367224" cy="240304"/>
            <a:chOff x="7493876" y="2774731"/>
            <a:chExt cx="1481958" cy="894622"/>
          </a:xfrm>
        </p:grpSpPr>
        <p:sp>
          <p:nvSpPr>
            <p:cNvPr id="218" name="Freeform 217">
              <a:extLst>
                <a:ext uri="{FF2B5EF4-FFF2-40B4-BE49-F238E27FC236}">
                  <a16:creationId xmlns="" xmlns:a16="http://schemas.microsoft.com/office/drawing/2014/main" id="{D524F684-301C-7542-A0A4-37573182739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19" name="Oval 218">
              <a:extLst>
                <a:ext uri="{FF2B5EF4-FFF2-40B4-BE49-F238E27FC236}">
                  <a16:creationId xmlns="" xmlns:a16="http://schemas.microsoft.com/office/drawing/2014/main" id="{9BF20040-D9C8-B74E-BC0D-F15797752EA9}"/>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20" name="Group 219">
              <a:extLst>
                <a:ext uri="{FF2B5EF4-FFF2-40B4-BE49-F238E27FC236}">
                  <a16:creationId xmlns="" xmlns:a16="http://schemas.microsoft.com/office/drawing/2014/main" id="{79553B03-2EF0-1445-BD4E-875D98E58492}"/>
                </a:ext>
              </a:extLst>
            </p:cNvPr>
            <p:cNvGrpSpPr/>
            <p:nvPr/>
          </p:nvGrpSpPr>
          <p:grpSpPr>
            <a:xfrm>
              <a:off x="7713663" y="2848339"/>
              <a:ext cx="1042107" cy="425543"/>
              <a:chOff x="7786941" y="2884917"/>
              <a:chExt cx="897649" cy="353919"/>
            </a:xfrm>
          </p:grpSpPr>
          <p:sp>
            <p:nvSpPr>
              <p:cNvPr id="221" name="Freeform 220">
                <a:extLst>
                  <a:ext uri="{FF2B5EF4-FFF2-40B4-BE49-F238E27FC236}">
                    <a16:creationId xmlns="" xmlns:a16="http://schemas.microsoft.com/office/drawing/2014/main" id="{DAB927EA-DECF-FE4A-BE5D-802F016FB194}"/>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2" name="Freeform 221">
                <a:extLst>
                  <a:ext uri="{FF2B5EF4-FFF2-40B4-BE49-F238E27FC236}">
                    <a16:creationId xmlns="" xmlns:a16="http://schemas.microsoft.com/office/drawing/2014/main" id="{8F1EA0F6-ACA7-C443-A514-F770A383688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3" name="Freeform 222">
                <a:extLst>
                  <a:ext uri="{FF2B5EF4-FFF2-40B4-BE49-F238E27FC236}">
                    <a16:creationId xmlns="" xmlns:a16="http://schemas.microsoft.com/office/drawing/2014/main" id="{2414339B-8AC7-2444-AC70-285A203D116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4" name="Freeform 223">
                <a:extLst>
                  <a:ext uri="{FF2B5EF4-FFF2-40B4-BE49-F238E27FC236}">
                    <a16:creationId xmlns="" xmlns:a16="http://schemas.microsoft.com/office/drawing/2014/main" id="{AEF6DCDC-2F65-B349-B551-DC3FACF6D577}"/>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25" name="Group 224">
            <a:extLst>
              <a:ext uri="{FF2B5EF4-FFF2-40B4-BE49-F238E27FC236}">
                <a16:creationId xmlns="" xmlns:a16="http://schemas.microsoft.com/office/drawing/2014/main" id="{9F5D0807-95F5-B242-9940-2134E3CE864D}"/>
              </a:ext>
            </a:extLst>
          </p:cNvPr>
          <p:cNvGrpSpPr/>
          <p:nvPr/>
        </p:nvGrpSpPr>
        <p:grpSpPr>
          <a:xfrm>
            <a:off x="10375259" y="3992325"/>
            <a:ext cx="353678" cy="198344"/>
            <a:chOff x="7493876" y="2774731"/>
            <a:chExt cx="1481958" cy="894622"/>
          </a:xfrm>
        </p:grpSpPr>
        <p:sp>
          <p:nvSpPr>
            <p:cNvPr id="226" name="Freeform 225">
              <a:extLst>
                <a:ext uri="{FF2B5EF4-FFF2-40B4-BE49-F238E27FC236}">
                  <a16:creationId xmlns="" xmlns:a16="http://schemas.microsoft.com/office/drawing/2014/main" id="{65E7C622-0E2D-F247-B71E-DB43805F13C1}"/>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27" name="Oval 226">
              <a:extLst>
                <a:ext uri="{FF2B5EF4-FFF2-40B4-BE49-F238E27FC236}">
                  <a16:creationId xmlns="" xmlns:a16="http://schemas.microsoft.com/office/drawing/2014/main" id="{E1DDDBA8-9328-FF4B-A036-4A8C314BC34A}"/>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28" name="Group 227">
              <a:extLst>
                <a:ext uri="{FF2B5EF4-FFF2-40B4-BE49-F238E27FC236}">
                  <a16:creationId xmlns="" xmlns:a16="http://schemas.microsoft.com/office/drawing/2014/main" id="{FE4053D3-C37C-B247-AABC-ACB5431A3328}"/>
                </a:ext>
              </a:extLst>
            </p:cNvPr>
            <p:cNvGrpSpPr/>
            <p:nvPr/>
          </p:nvGrpSpPr>
          <p:grpSpPr>
            <a:xfrm>
              <a:off x="7713663" y="2848339"/>
              <a:ext cx="1042107" cy="425543"/>
              <a:chOff x="7786941" y="2884917"/>
              <a:chExt cx="897649" cy="353919"/>
            </a:xfrm>
          </p:grpSpPr>
          <p:sp>
            <p:nvSpPr>
              <p:cNvPr id="229" name="Freeform 228">
                <a:extLst>
                  <a:ext uri="{FF2B5EF4-FFF2-40B4-BE49-F238E27FC236}">
                    <a16:creationId xmlns="" xmlns:a16="http://schemas.microsoft.com/office/drawing/2014/main" id="{9B8C5BFF-F366-864D-9DDD-AD0F594855F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0" name="Freeform 229">
                <a:extLst>
                  <a:ext uri="{FF2B5EF4-FFF2-40B4-BE49-F238E27FC236}">
                    <a16:creationId xmlns="" xmlns:a16="http://schemas.microsoft.com/office/drawing/2014/main" id="{E52E2636-7B29-8B4F-A9E7-0A019FB1233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1" name="Freeform 230">
                <a:extLst>
                  <a:ext uri="{FF2B5EF4-FFF2-40B4-BE49-F238E27FC236}">
                    <a16:creationId xmlns="" xmlns:a16="http://schemas.microsoft.com/office/drawing/2014/main" id="{81B96CBC-D09D-8A44-A7F4-460A6FE268A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2" name="Freeform 231">
                <a:extLst>
                  <a:ext uri="{FF2B5EF4-FFF2-40B4-BE49-F238E27FC236}">
                    <a16:creationId xmlns="" xmlns:a16="http://schemas.microsoft.com/office/drawing/2014/main" id="{AB72586A-2BC3-AD40-8068-98E191DFFEF1}"/>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33" name="Group 232">
            <a:extLst>
              <a:ext uri="{FF2B5EF4-FFF2-40B4-BE49-F238E27FC236}">
                <a16:creationId xmlns="" xmlns:a16="http://schemas.microsoft.com/office/drawing/2014/main" id="{A8973B1E-A991-8E45-9FF7-7AF7F179E328}"/>
              </a:ext>
            </a:extLst>
          </p:cNvPr>
          <p:cNvGrpSpPr/>
          <p:nvPr/>
        </p:nvGrpSpPr>
        <p:grpSpPr>
          <a:xfrm>
            <a:off x="9247893" y="4775686"/>
            <a:ext cx="393760" cy="218578"/>
            <a:chOff x="7493876" y="2774731"/>
            <a:chExt cx="1481958" cy="894622"/>
          </a:xfrm>
        </p:grpSpPr>
        <p:sp>
          <p:nvSpPr>
            <p:cNvPr id="234" name="Freeform 233">
              <a:extLst>
                <a:ext uri="{FF2B5EF4-FFF2-40B4-BE49-F238E27FC236}">
                  <a16:creationId xmlns="" xmlns:a16="http://schemas.microsoft.com/office/drawing/2014/main" id="{5A098E30-A66F-FA4D-9EE8-C0C83DE6D50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35" name="Oval 234">
              <a:extLst>
                <a:ext uri="{FF2B5EF4-FFF2-40B4-BE49-F238E27FC236}">
                  <a16:creationId xmlns="" xmlns:a16="http://schemas.microsoft.com/office/drawing/2014/main" id="{051367D4-C1D9-AF45-9A24-031126A6294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36" name="Group 235">
              <a:extLst>
                <a:ext uri="{FF2B5EF4-FFF2-40B4-BE49-F238E27FC236}">
                  <a16:creationId xmlns="" xmlns:a16="http://schemas.microsoft.com/office/drawing/2014/main" id="{8C4167F2-26A6-0A41-9F23-581BB1D6E53B}"/>
                </a:ext>
              </a:extLst>
            </p:cNvPr>
            <p:cNvGrpSpPr/>
            <p:nvPr/>
          </p:nvGrpSpPr>
          <p:grpSpPr>
            <a:xfrm>
              <a:off x="7713663" y="2848339"/>
              <a:ext cx="1042107" cy="425543"/>
              <a:chOff x="7786941" y="2884917"/>
              <a:chExt cx="897649" cy="353919"/>
            </a:xfrm>
          </p:grpSpPr>
          <p:sp>
            <p:nvSpPr>
              <p:cNvPr id="237" name="Freeform 236">
                <a:extLst>
                  <a:ext uri="{FF2B5EF4-FFF2-40B4-BE49-F238E27FC236}">
                    <a16:creationId xmlns="" xmlns:a16="http://schemas.microsoft.com/office/drawing/2014/main" id="{8AABD328-91C1-C94D-8CB5-66F9CC0DC00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8" name="Freeform 237">
                <a:extLst>
                  <a:ext uri="{FF2B5EF4-FFF2-40B4-BE49-F238E27FC236}">
                    <a16:creationId xmlns="" xmlns:a16="http://schemas.microsoft.com/office/drawing/2014/main" id="{23CBCA43-9398-E043-A20B-00567B73DB89}"/>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9" name="Freeform 238">
                <a:extLst>
                  <a:ext uri="{FF2B5EF4-FFF2-40B4-BE49-F238E27FC236}">
                    <a16:creationId xmlns="" xmlns:a16="http://schemas.microsoft.com/office/drawing/2014/main" id="{06C3D6EF-A0CB-F34C-9C57-9FA040350289}"/>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0" name="Freeform 239">
                <a:extLst>
                  <a:ext uri="{FF2B5EF4-FFF2-40B4-BE49-F238E27FC236}">
                    <a16:creationId xmlns="" xmlns:a16="http://schemas.microsoft.com/office/drawing/2014/main" id="{66D08B47-1DCF-994C-84EE-6C7E588A1D2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41" name="Group 240">
            <a:extLst>
              <a:ext uri="{FF2B5EF4-FFF2-40B4-BE49-F238E27FC236}">
                <a16:creationId xmlns="" xmlns:a16="http://schemas.microsoft.com/office/drawing/2014/main" id="{23665DDF-4A56-E24C-9D9B-557EA2031298}"/>
              </a:ext>
            </a:extLst>
          </p:cNvPr>
          <p:cNvGrpSpPr/>
          <p:nvPr/>
        </p:nvGrpSpPr>
        <p:grpSpPr>
          <a:xfrm>
            <a:off x="10925982" y="4369125"/>
            <a:ext cx="228295" cy="120400"/>
            <a:chOff x="7493876" y="2774731"/>
            <a:chExt cx="1481958" cy="894622"/>
          </a:xfrm>
        </p:grpSpPr>
        <p:sp>
          <p:nvSpPr>
            <p:cNvPr id="242" name="Freeform 241">
              <a:extLst>
                <a:ext uri="{FF2B5EF4-FFF2-40B4-BE49-F238E27FC236}">
                  <a16:creationId xmlns="" xmlns:a16="http://schemas.microsoft.com/office/drawing/2014/main" id="{31441261-7107-C940-87CC-EC4FA053449C}"/>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43" name="Oval 242">
              <a:extLst>
                <a:ext uri="{FF2B5EF4-FFF2-40B4-BE49-F238E27FC236}">
                  <a16:creationId xmlns="" xmlns:a16="http://schemas.microsoft.com/office/drawing/2014/main" id="{5F5B546A-49AB-9042-B43E-5F11C688F25E}"/>
                </a:ext>
              </a:extLst>
            </p:cNvPr>
            <p:cNvSpPr/>
            <p:nvPr/>
          </p:nvSpPr>
          <p:spPr>
            <a:xfrm>
              <a:off x="7494729" y="2774731"/>
              <a:ext cx="1480163" cy="579140"/>
            </a:xfrm>
            <a:prstGeom prst="ellipse">
              <a:avLst/>
            </a:prstGeom>
            <a:solidFill>
              <a:srgbClr val="B8C2C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44" name="Group 243">
              <a:extLst>
                <a:ext uri="{FF2B5EF4-FFF2-40B4-BE49-F238E27FC236}">
                  <a16:creationId xmlns="" xmlns:a16="http://schemas.microsoft.com/office/drawing/2014/main" id="{E8DF2468-3557-AD4F-8E6A-2FD993E8CF5C}"/>
                </a:ext>
              </a:extLst>
            </p:cNvPr>
            <p:cNvGrpSpPr/>
            <p:nvPr/>
          </p:nvGrpSpPr>
          <p:grpSpPr>
            <a:xfrm>
              <a:off x="7713663" y="2848339"/>
              <a:ext cx="1042107" cy="425543"/>
              <a:chOff x="7786941" y="2884917"/>
              <a:chExt cx="897649" cy="353919"/>
            </a:xfrm>
          </p:grpSpPr>
          <p:sp>
            <p:nvSpPr>
              <p:cNvPr id="245" name="Freeform 244">
                <a:extLst>
                  <a:ext uri="{FF2B5EF4-FFF2-40B4-BE49-F238E27FC236}">
                    <a16:creationId xmlns="" xmlns:a16="http://schemas.microsoft.com/office/drawing/2014/main" id="{9E3ADAA4-12C2-404E-917C-5A2F54CCDF6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6" name="Freeform 245">
                <a:extLst>
                  <a:ext uri="{FF2B5EF4-FFF2-40B4-BE49-F238E27FC236}">
                    <a16:creationId xmlns="" xmlns:a16="http://schemas.microsoft.com/office/drawing/2014/main" id="{7A728ED3-C05E-B44A-9C86-A753D22F76A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7" name="Freeform 246">
                <a:extLst>
                  <a:ext uri="{FF2B5EF4-FFF2-40B4-BE49-F238E27FC236}">
                    <a16:creationId xmlns="" xmlns:a16="http://schemas.microsoft.com/office/drawing/2014/main" id="{63D4F443-59AA-0D4F-BA7D-32F6068E799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8" name="Freeform 247">
                <a:extLst>
                  <a:ext uri="{FF2B5EF4-FFF2-40B4-BE49-F238E27FC236}">
                    <a16:creationId xmlns="" xmlns:a16="http://schemas.microsoft.com/office/drawing/2014/main" id="{205AEAD2-2A18-2D4A-91B3-368B52FA7C58}"/>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49" name="Group 248">
            <a:extLst>
              <a:ext uri="{FF2B5EF4-FFF2-40B4-BE49-F238E27FC236}">
                <a16:creationId xmlns="" xmlns:a16="http://schemas.microsoft.com/office/drawing/2014/main" id="{931C36A9-E761-0148-9032-D81ACCB48A29}"/>
              </a:ext>
            </a:extLst>
          </p:cNvPr>
          <p:cNvGrpSpPr/>
          <p:nvPr/>
        </p:nvGrpSpPr>
        <p:grpSpPr>
          <a:xfrm>
            <a:off x="7439074" y="2356613"/>
            <a:ext cx="534987" cy="407988"/>
            <a:chOff x="7432700" y="2327293"/>
            <a:chExt cx="534987" cy="407988"/>
          </a:xfrm>
        </p:grpSpPr>
        <p:pic>
          <p:nvPicPr>
            <p:cNvPr id="250" name="Picture 1017" descr="antenna_stylized">
              <a:extLst>
                <a:ext uri="{FF2B5EF4-FFF2-40B4-BE49-F238E27FC236}">
                  <a16:creationId xmlns="" xmlns:a16="http://schemas.microsoft.com/office/drawing/2014/main" id="{A1B3AFF0-514E-1142-A2F6-8BE3FF21744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432700" y="2327293"/>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1" name="Picture 1018" descr="laptop_keyboard">
              <a:extLst>
                <a:ext uri="{FF2B5EF4-FFF2-40B4-BE49-F238E27FC236}">
                  <a16:creationId xmlns="" xmlns:a16="http://schemas.microsoft.com/office/drawing/2014/main" id="{F72A8B16-D68A-BE43-A9DC-2099F128817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rot="109064" flipH="1">
              <a:off x="7458407" y="2575770"/>
              <a:ext cx="437221" cy="159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2" name="Freeform 1019">
              <a:extLst>
                <a:ext uri="{FF2B5EF4-FFF2-40B4-BE49-F238E27FC236}">
                  <a16:creationId xmlns="" xmlns:a16="http://schemas.microsoft.com/office/drawing/2014/main" id="{8BD550C1-DB66-1D43-B0FF-2194D6CE59D3}"/>
                </a:ext>
              </a:extLst>
            </p:cNvPr>
            <p:cNvSpPr>
              <a:spLocks/>
            </p:cNvSpPr>
            <p:nvPr/>
          </p:nvSpPr>
          <p:spPr bwMode="auto">
            <a:xfrm>
              <a:off x="7603304" y="2420984"/>
              <a:ext cx="351919" cy="208167"/>
            </a:xfrm>
            <a:custGeom>
              <a:avLst/>
              <a:gdLst>
                <a:gd name="T0" fmla="*/ 775798119 w 2982"/>
                <a:gd name="T1" fmla="*/ 0 h 2442"/>
                <a:gd name="T2" fmla="*/ 0 w 2982"/>
                <a:gd name="T3" fmla="*/ 211226083 h 2442"/>
                <a:gd name="T4" fmla="*/ 2147483646 w 2982"/>
                <a:gd name="T5" fmla="*/ 263880059 h 2442"/>
                <a:gd name="T6" fmla="*/ 2147483646 w 2982"/>
                <a:gd name="T7" fmla="*/ 52653891 h 2442"/>
                <a:gd name="T8" fmla="*/ 775798119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53" name="Picture 1020" descr="screen">
              <a:extLst>
                <a:ext uri="{FF2B5EF4-FFF2-40B4-BE49-F238E27FC236}">
                  <a16:creationId xmlns="" xmlns:a16="http://schemas.microsoft.com/office/drawing/2014/main" id="{5B7A4293-9090-2C47-A5F9-1484B3E8E43A}"/>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620637" y="2426338"/>
              <a:ext cx="319785" cy="18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4" name="Freeform 1021">
              <a:extLst>
                <a:ext uri="{FF2B5EF4-FFF2-40B4-BE49-F238E27FC236}">
                  <a16:creationId xmlns="" xmlns:a16="http://schemas.microsoft.com/office/drawing/2014/main" id="{66A9E8A3-089D-144F-8C74-780D0252320C}"/>
                </a:ext>
              </a:extLst>
            </p:cNvPr>
            <p:cNvSpPr>
              <a:spLocks/>
            </p:cNvSpPr>
            <p:nvPr/>
          </p:nvSpPr>
          <p:spPr bwMode="auto">
            <a:xfrm>
              <a:off x="7667378" y="2414843"/>
              <a:ext cx="298167" cy="38736"/>
            </a:xfrm>
            <a:custGeom>
              <a:avLst/>
              <a:gdLst>
                <a:gd name="T0" fmla="*/ 193616298 w 2528"/>
                <a:gd name="T1" fmla="*/ 0 h 455"/>
                <a:gd name="T2" fmla="*/ 2147483646 w 2528"/>
                <a:gd name="T3" fmla="*/ 52445139 h 455"/>
                <a:gd name="T4" fmla="*/ 2147483646 w 2528"/>
                <a:gd name="T5" fmla="*/ 52445139 h 455"/>
                <a:gd name="T6" fmla="*/ 0 w 2528"/>
                <a:gd name="T7" fmla="*/ 52445139 h 455"/>
                <a:gd name="T8" fmla="*/ 193616298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5" name="Freeform 1022">
              <a:extLst>
                <a:ext uri="{FF2B5EF4-FFF2-40B4-BE49-F238E27FC236}">
                  <a16:creationId xmlns="" xmlns:a16="http://schemas.microsoft.com/office/drawing/2014/main" id="{2DEB5F56-4F04-4A4C-B2A9-7F75D7610902}"/>
                </a:ext>
              </a:extLst>
            </p:cNvPr>
            <p:cNvSpPr>
              <a:spLocks/>
            </p:cNvSpPr>
            <p:nvPr/>
          </p:nvSpPr>
          <p:spPr bwMode="auto">
            <a:xfrm>
              <a:off x="7600188" y="2414528"/>
              <a:ext cx="82770" cy="161243"/>
            </a:xfrm>
            <a:custGeom>
              <a:avLst/>
              <a:gdLst>
                <a:gd name="T0" fmla="*/ 773664160 w 702"/>
                <a:gd name="T1" fmla="*/ 0 h 1893"/>
                <a:gd name="T2" fmla="*/ 0 w 702"/>
                <a:gd name="T3" fmla="*/ 210739916 h 1893"/>
                <a:gd name="T4" fmla="*/ 193416040 w 702"/>
                <a:gd name="T5" fmla="*/ 210739916 h 1893"/>
                <a:gd name="T6" fmla="*/ 967080200 w 702"/>
                <a:gd name="T7" fmla="*/ 52529017 h 1893"/>
                <a:gd name="T8" fmla="*/ 77366416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6" name="Freeform 1023">
              <a:extLst>
                <a:ext uri="{FF2B5EF4-FFF2-40B4-BE49-F238E27FC236}">
                  <a16:creationId xmlns="" xmlns:a16="http://schemas.microsoft.com/office/drawing/2014/main" id="{264AB736-6181-DD49-9CF8-34CDC3C98A87}"/>
                </a:ext>
              </a:extLst>
            </p:cNvPr>
            <p:cNvSpPr>
              <a:spLocks/>
            </p:cNvSpPr>
            <p:nvPr/>
          </p:nvSpPr>
          <p:spPr bwMode="auto">
            <a:xfrm>
              <a:off x="7874205" y="2443344"/>
              <a:ext cx="89197" cy="186122"/>
            </a:xfrm>
            <a:custGeom>
              <a:avLst/>
              <a:gdLst>
                <a:gd name="T0" fmla="*/ 969024527 w 756"/>
                <a:gd name="T1" fmla="*/ 0 h 2184"/>
                <a:gd name="T2" fmla="*/ 193802074 w 756"/>
                <a:gd name="T3" fmla="*/ 263660221 h 2184"/>
                <a:gd name="T4" fmla="*/ 0 w 756"/>
                <a:gd name="T5" fmla="*/ 263660221 h 2184"/>
                <a:gd name="T6" fmla="*/ 775222454 w 756"/>
                <a:gd name="T7" fmla="*/ 52610059 h 2184"/>
                <a:gd name="T8" fmla="*/ 96902452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7" name="Freeform 1024">
              <a:extLst>
                <a:ext uri="{FF2B5EF4-FFF2-40B4-BE49-F238E27FC236}">
                  <a16:creationId xmlns="" xmlns:a16="http://schemas.microsoft.com/office/drawing/2014/main" id="{B30F467B-7CAE-E14D-A3A5-8BE8EC571FCC}"/>
                </a:ext>
              </a:extLst>
            </p:cNvPr>
            <p:cNvSpPr>
              <a:spLocks/>
            </p:cNvSpPr>
            <p:nvPr/>
          </p:nvSpPr>
          <p:spPr bwMode="auto">
            <a:xfrm>
              <a:off x="7599214" y="2567582"/>
              <a:ext cx="327185" cy="62828"/>
            </a:xfrm>
            <a:custGeom>
              <a:avLst/>
              <a:gdLst>
                <a:gd name="T0" fmla="*/ 193829444 w 2773"/>
                <a:gd name="T1" fmla="*/ 0 h 738"/>
                <a:gd name="T2" fmla="*/ 0 w 2773"/>
                <a:gd name="T3" fmla="*/ 52443587 h 738"/>
                <a:gd name="T4" fmla="*/ 2147483646 w 2773"/>
                <a:gd name="T5" fmla="*/ 104894411 h 738"/>
                <a:gd name="T6" fmla="*/ 2147483646 w 2773"/>
                <a:gd name="T7" fmla="*/ 52443587 h 738"/>
                <a:gd name="T8" fmla="*/ 193829444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8" name="Freeform 1025">
              <a:extLst>
                <a:ext uri="{FF2B5EF4-FFF2-40B4-BE49-F238E27FC236}">
                  <a16:creationId xmlns="" xmlns:a16="http://schemas.microsoft.com/office/drawing/2014/main" id="{714DEECF-C2B9-3646-8D8C-520B14AFF2A3}"/>
                </a:ext>
              </a:extLst>
            </p:cNvPr>
            <p:cNvSpPr>
              <a:spLocks/>
            </p:cNvSpPr>
            <p:nvPr/>
          </p:nvSpPr>
          <p:spPr bwMode="auto">
            <a:xfrm>
              <a:off x="7884138" y="2444918"/>
              <a:ext cx="83549" cy="186909"/>
            </a:xfrm>
            <a:custGeom>
              <a:avLst/>
              <a:gdLst>
                <a:gd name="T0" fmla="*/ 2147483646 w 637"/>
                <a:gd name="T1" fmla="*/ 0 h 1659"/>
                <a:gd name="T2" fmla="*/ 2147483646 w 637"/>
                <a:gd name="T3" fmla="*/ 0 h 1659"/>
                <a:gd name="T4" fmla="*/ 295581541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9" name="Freeform 1026">
              <a:extLst>
                <a:ext uri="{FF2B5EF4-FFF2-40B4-BE49-F238E27FC236}">
                  <a16:creationId xmlns="" xmlns:a16="http://schemas.microsoft.com/office/drawing/2014/main" id="{434760BE-7A82-7348-8C26-8BB88B73F057}"/>
                </a:ext>
              </a:extLst>
            </p:cNvPr>
            <p:cNvSpPr>
              <a:spLocks/>
            </p:cNvSpPr>
            <p:nvPr/>
          </p:nvSpPr>
          <p:spPr bwMode="auto">
            <a:xfrm>
              <a:off x="7599603" y="2575928"/>
              <a:ext cx="290961" cy="62041"/>
            </a:xfrm>
            <a:custGeom>
              <a:avLst/>
              <a:gdLst>
                <a:gd name="T0" fmla="*/ 0 w 2216"/>
                <a:gd name="T1" fmla="*/ 0 h 550"/>
                <a:gd name="T2" fmla="*/ 296523134 w 2216"/>
                <a:gd name="T3" fmla="*/ 324379338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260" name="Group 1027">
              <a:extLst>
                <a:ext uri="{FF2B5EF4-FFF2-40B4-BE49-F238E27FC236}">
                  <a16:creationId xmlns="" xmlns:a16="http://schemas.microsoft.com/office/drawing/2014/main" id="{A3D737A2-33B2-B843-993D-3954163D2F8B}"/>
                </a:ext>
              </a:extLst>
            </p:cNvPr>
            <p:cNvGrpSpPr>
              <a:grpSpLocks/>
            </p:cNvGrpSpPr>
            <p:nvPr/>
          </p:nvGrpSpPr>
          <p:grpSpPr bwMode="auto">
            <a:xfrm>
              <a:off x="7594735" y="2642220"/>
              <a:ext cx="98740" cy="36846"/>
              <a:chOff x="1740" y="2642"/>
              <a:chExt cx="752" cy="327"/>
            </a:xfrm>
          </p:grpSpPr>
          <p:sp>
            <p:nvSpPr>
              <p:cNvPr id="267" name="Freeform 1028">
                <a:extLst>
                  <a:ext uri="{FF2B5EF4-FFF2-40B4-BE49-F238E27FC236}">
                    <a16:creationId xmlns="" xmlns:a16="http://schemas.microsoft.com/office/drawing/2014/main" id="{2B8D95DD-AA07-CA46-8938-5982463E0F58}"/>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8" name="Freeform 1029">
                <a:extLst>
                  <a:ext uri="{FF2B5EF4-FFF2-40B4-BE49-F238E27FC236}">
                    <a16:creationId xmlns="" xmlns:a16="http://schemas.microsoft.com/office/drawing/2014/main" id="{F36872DC-490B-E041-B789-63AE7E7ACD2E}"/>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9" name="Freeform 1030">
                <a:extLst>
                  <a:ext uri="{FF2B5EF4-FFF2-40B4-BE49-F238E27FC236}">
                    <a16:creationId xmlns="" xmlns:a16="http://schemas.microsoft.com/office/drawing/2014/main" id="{97C01B49-8BEB-1A42-A62D-556A20AEDCF4}"/>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0" name="Freeform 1031">
                <a:extLst>
                  <a:ext uri="{FF2B5EF4-FFF2-40B4-BE49-F238E27FC236}">
                    <a16:creationId xmlns="" xmlns:a16="http://schemas.microsoft.com/office/drawing/2014/main" id="{FDC4BA15-39D3-CD4E-97DA-6107F8C4DFF2}"/>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1" name="Freeform 1032">
                <a:extLst>
                  <a:ext uri="{FF2B5EF4-FFF2-40B4-BE49-F238E27FC236}">
                    <a16:creationId xmlns="" xmlns:a16="http://schemas.microsoft.com/office/drawing/2014/main" id="{B4ED9D93-7953-574C-B8DB-E31647E53850}"/>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2" name="Freeform 1033">
                <a:extLst>
                  <a:ext uri="{FF2B5EF4-FFF2-40B4-BE49-F238E27FC236}">
                    <a16:creationId xmlns="" xmlns:a16="http://schemas.microsoft.com/office/drawing/2014/main" id="{9040F4DE-59D9-0446-9953-D7CF4E6052CB}"/>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61" name="Freeform 1034">
              <a:extLst>
                <a:ext uri="{FF2B5EF4-FFF2-40B4-BE49-F238E27FC236}">
                  <a16:creationId xmlns="" xmlns:a16="http://schemas.microsoft.com/office/drawing/2014/main" id="{2C7F706E-3A83-E04B-96B6-0DFA0DD19559}"/>
                </a:ext>
              </a:extLst>
            </p:cNvPr>
            <p:cNvSpPr>
              <a:spLocks/>
            </p:cNvSpPr>
            <p:nvPr/>
          </p:nvSpPr>
          <p:spPr bwMode="auto">
            <a:xfrm>
              <a:off x="7763780" y="2647731"/>
              <a:ext cx="119578" cy="80936"/>
            </a:xfrm>
            <a:custGeom>
              <a:avLst/>
              <a:gdLst>
                <a:gd name="T0" fmla="*/ 213221464 w 990"/>
                <a:gd name="T1" fmla="*/ 1090686587 h 792"/>
                <a:gd name="T2" fmla="*/ 1915477586 w 990"/>
                <a:gd name="T3" fmla="*/ 0 h 792"/>
                <a:gd name="T4" fmla="*/ 1915477586 w 990"/>
                <a:gd name="T5" fmla="*/ 108859840 h 792"/>
                <a:gd name="T6" fmla="*/ 0 w 990"/>
                <a:gd name="T7" fmla="*/ 1090686587 h 792"/>
                <a:gd name="T8" fmla="*/ 213221464 w 990"/>
                <a:gd name="T9" fmla="*/ 109068658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2" name="Freeform 1035">
              <a:extLst>
                <a:ext uri="{FF2B5EF4-FFF2-40B4-BE49-F238E27FC236}">
                  <a16:creationId xmlns="" xmlns:a16="http://schemas.microsoft.com/office/drawing/2014/main" id="{60E14294-2508-FB4A-AE0F-000AF5BCFC85}"/>
                </a:ext>
              </a:extLst>
            </p:cNvPr>
            <p:cNvSpPr>
              <a:spLocks/>
            </p:cNvSpPr>
            <p:nvPr/>
          </p:nvSpPr>
          <p:spPr bwMode="auto">
            <a:xfrm>
              <a:off x="7458602" y="2654187"/>
              <a:ext cx="305957" cy="73850"/>
            </a:xfrm>
            <a:custGeom>
              <a:avLst/>
              <a:gdLst>
                <a:gd name="T0" fmla="*/ 213486572 w 2532"/>
                <a:gd name="T1" fmla="*/ 0 h 723"/>
                <a:gd name="T2" fmla="*/ 213486572 w 2532"/>
                <a:gd name="T3" fmla="*/ 0 h 723"/>
                <a:gd name="T4" fmla="*/ 2147483646 w 2532"/>
                <a:gd name="T5" fmla="*/ 979380008 h 723"/>
                <a:gd name="T6" fmla="*/ 2147483646 w 2532"/>
                <a:gd name="T7" fmla="*/ 1088085165 h 723"/>
                <a:gd name="T8" fmla="*/ 0 w 2532"/>
                <a:gd name="T9" fmla="*/ 108705259 h 723"/>
                <a:gd name="T10" fmla="*/ 21348657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3" name="Freeform 1036">
              <a:extLst>
                <a:ext uri="{FF2B5EF4-FFF2-40B4-BE49-F238E27FC236}">
                  <a16:creationId xmlns="" xmlns:a16="http://schemas.microsoft.com/office/drawing/2014/main" id="{6816A6AE-0883-4D48-8DF3-05A4914E713B}"/>
                </a:ext>
              </a:extLst>
            </p:cNvPr>
            <p:cNvSpPr>
              <a:spLocks/>
            </p:cNvSpPr>
            <p:nvPr/>
          </p:nvSpPr>
          <p:spPr bwMode="auto">
            <a:xfrm>
              <a:off x="7458797" y="2640645"/>
              <a:ext cx="3311" cy="14959"/>
            </a:xfrm>
            <a:custGeom>
              <a:avLst/>
              <a:gdLst>
                <a:gd name="T0" fmla="*/ 262278191 w 26"/>
                <a:gd name="T1" fmla="*/ 107489981 h 147"/>
                <a:gd name="T2" fmla="*/ 262278191 w 26"/>
                <a:gd name="T3" fmla="*/ 214969480 h 147"/>
                <a:gd name="T4" fmla="*/ 0 w 26"/>
                <a:gd name="T5" fmla="*/ 214969480 h 147"/>
                <a:gd name="T6" fmla="*/ 262278191 w 26"/>
                <a:gd name="T7" fmla="*/ 0 h 147"/>
                <a:gd name="T8" fmla="*/ 262278191 w 26"/>
                <a:gd name="T9" fmla="*/ 10748998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4" name="Freeform 1037">
              <a:extLst>
                <a:ext uri="{FF2B5EF4-FFF2-40B4-BE49-F238E27FC236}">
                  <a16:creationId xmlns="" xmlns:a16="http://schemas.microsoft.com/office/drawing/2014/main" id="{0C4F2B5B-D9EF-F242-A282-CB6CB4D90EE9}"/>
                </a:ext>
              </a:extLst>
            </p:cNvPr>
            <p:cNvSpPr>
              <a:spLocks/>
            </p:cNvSpPr>
            <p:nvPr/>
          </p:nvSpPr>
          <p:spPr bwMode="auto">
            <a:xfrm>
              <a:off x="7458992" y="2579707"/>
              <a:ext cx="142170" cy="61883"/>
            </a:xfrm>
            <a:custGeom>
              <a:avLst/>
              <a:gdLst>
                <a:gd name="T0" fmla="*/ 2136125890 w 1176"/>
                <a:gd name="T1" fmla="*/ 0 h 606"/>
                <a:gd name="T2" fmla="*/ 0 w 1176"/>
                <a:gd name="T3" fmla="*/ 870000945 h 606"/>
                <a:gd name="T4" fmla="*/ 213789467 w 1176"/>
                <a:gd name="T5" fmla="*/ 870000945 h 606"/>
                <a:gd name="T6" fmla="*/ 2136125890 w 1176"/>
                <a:gd name="T7" fmla="*/ 108617123 h 606"/>
                <a:gd name="T8" fmla="*/ 213612589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5" name="Freeform 1038">
              <a:extLst>
                <a:ext uri="{FF2B5EF4-FFF2-40B4-BE49-F238E27FC236}">
                  <a16:creationId xmlns="" xmlns:a16="http://schemas.microsoft.com/office/drawing/2014/main" id="{CA94116C-A643-F041-BE08-F16F1FF3EF9E}"/>
                </a:ext>
              </a:extLst>
            </p:cNvPr>
            <p:cNvSpPr>
              <a:spLocks/>
            </p:cNvSpPr>
            <p:nvPr/>
          </p:nvSpPr>
          <p:spPr bwMode="auto">
            <a:xfrm>
              <a:off x="7468535" y="2643795"/>
              <a:ext cx="290182" cy="71016"/>
            </a:xfrm>
            <a:custGeom>
              <a:avLst/>
              <a:gdLst>
                <a:gd name="T0" fmla="*/ 173112702 w 2532"/>
                <a:gd name="T1" fmla="*/ 0 h 723"/>
                <a:gd name="T2" fmla="*/ 173112702 w 2532"/>
                <a:gd name="T3" fmla="*/ 0 h 723"/>
                <a:gd name="T4" fmla="*/ 2069773885 w 2532"/>
                <a:gd name="T5" fmla="*/ 558173482 h 723"/>
                <a:gd name="T6" fmla="*/ 2069773885 w 2532"/>
                <a:gd name="T7" fmla="*/ 558173482 h 723"/>
                <a:gd name="T8" fmla="*/ 0 w 2532"/>
                <a:gd name="T9" fmla="*/ 92871346 h 723"/>
                <a:gd name="T10" fmla="*/ 17311270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6" name="Freeform 1039">
              <a:extLst>
                <a:ext uri="{FF2B5EF4-FFF2-40B4-BE49-F238E27FC236}">
                  <a16:creationId xmlns="" xmlns:a16="http://schemas.microsoft.com/office/drawing/2014/main" id="{EBBEB869-CEFF-3B4D-8790-DF10B6E9EDC0}"/>
                </a:ext>
              </a:extLst>
            </p:cNvPr>
            <p:cNvSpPr>
              <a:spLocks/>
            </p:cNvSpPr>
            <p:nvPr/>
          </p:nvSpPr>
          <p:spPr bwMode="auto">
            <a:xfrm flipV="1">
              <a:off x="7758327" y="2638756"/>
              <a:ext cx="118410" cy="73535"/>
            </a:xfrm>
            <a:custGeom>
              <a:avLst/>
              <a:gdLst>
                <a:gd name="T0" fmla="*/ 0 w 2532"/>
                <a:gd name="T1" fmla="*/ 0 h 723"/>
                <a:gd name="T2" fmla="*/ 0 w 2532"/>
                <a:gd name="T3" fmla="*/ 0 h 723"/>
                <a:gd name="T4" fmla="*/ 0 w 2532"/>
                <a:gd name="T5" fmla="*/ 962694895 h 723"/>
                <a:gd name="T6" fmla="*/ 0 w 2532"/>
                <a:gd name="T7" fmla="*/ 962694895 h 723"/>
                <a:gd name="T8" fmla="*/ 0 w 2532"/>
                <a:gd name="T9" fmla="*/ 107314314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73" name="Group 272">
            <a:extLst>
              <a:ext uri="{FF2B5EF4-FFF2-40B4-BE49-F238E27FC236}">
                <a16:creationId xmlns="" xmlns:a16="http://schemas.microsoft.com/office/drawing/2014/main" id="{7BE84195-0460-B24A-9BFA-64009B70F0D4}"/>
              </a:ext>
            </a:extLst>
          </p:cNvPr>
          <p:cNvGrpSpPr/>
          <p:nvPr/>
        </p:nvGrpSpPr>
        <p:grpSpPr>
          <a:xfrm>
            <a:off x="8637781" y="2319727"/>
            <a:ext cx="530702" cy="478009"/>
            <a:chOff x="8631407" y="2290407"/>
            <a:chExt cx="530702" cy="478009"/>
          </a:xfrm>
        </p:grpSpPr>
        <p:pic>
          <p:nvPicPr>
            <p:cNvPr id="274" name="Picture 568" descr="light2.png">
              <a:extLst>
                <a:ext uri="{FF2B5EF4-FFF2-40B4-BE49-F238E27FC236}">
                  <a16:creationId xmlns="" xmlns:a16="http://schemas.microsoft.com/office/drawing/2014/main" id="{9C2ABCA4-2AB6-604A-BAF1-3DCCB40F3CF6}"/>
                </a:ext>
              </a:extLst>
            </p:cNvPr>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flipH="1">
              <a:off x="8825293" y="2362969"/>
              <a:ext cx="92772" cy="405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5" name="Picture 1017" descr="antenna_stylized">
              <a:extLst>
                <a:ext uri="{FF2B5EF4-FFF2-40B4-BE49-F238E27FC236}">
                  <a16:creationId xmlns="" xmlns:a16="http://schemas.microsoft.com/office/drawing/2014/main" id="{650AA1D1-0ECD-3E4A-81DB-CC97A96B57C7}"/>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631407" y="2290407"/>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76" name="Group 275">
            <a:extLst>
              <a:ext uri="{FF2B5EF4-FFF2-40B4-BE49-F238E27FC236}">
                <a16:creationId xmlns="" xmlns:a16="http://schemas.microsoft.com/office/drawing/2014/main" id="{EFF79B51-BA03-584F-A0CE-2E5C3CDBD9C8}"/>
              </a:ext>
            </a:extLst>
          </p:cNvPr>
          <p:cNvGrpSpPr/>
          <p:nvPr/>
        </p:nvGrpSpPr>
        <p:grpSpPr>
          <a:xfrm>
            <a:off x="8499539" y="2059124"/>
            <a:ext cx="849312" cy="226109"/>
            <a:chOff x="8493165" y="2029804"/>
            <a:chExt cx="849312" cy="226109"/>
          </a:xfrm>
        </p:grpSpPr>
        <p:pic>
          <p:nvPicPr>
            <p:cNvPr id="277" name="Picture 603" descr="car_icon_small">
              <a:extLst>
                <a:ext uri="{FF2B5EF4-FFF2-40B4-BE49-F238E27FC236}">
                  <a16:creationId xmlns="" xmlns:a16="http://schemas.microsoft.com/office/drawing/2014/main" id="{A16178BF-CE10-DF42-8C1F-E2AAFB94BBE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493165" y="2087638"/>
              <a:ext cx="849312"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8" name="Picture 1017" descr="antenna_stylized">
              <a:extLst>
                <a:ext uri="{FF2B5EF4-FFF2-40B4-BE49-F238E27FC236}">
                  <a16:creationId xmlns="" xmlns:a16="http://schemas.microsoft.com/office/drawing/2014/main" id="{BF73CD36-5E1A-D143-A3EA-8721982417D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704645" y="2029804"/>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79" name="Group 278">
            <a:extLst>
              <a:ext uri="{FF2B5EF4-FFF2-40B4-BE49-F238E27FC236}">
                <a16:creationId xmlns="" xmlns:a16="http://schemas.microsoft.com/office/drawing/2014/main" id="{053CF7AA-EEE7-E849-8975-45A554C35F5B}"/>
              </a:ext>
            </a:extLst>
          </p:cNvPr>
          <p:cNvGrpSpPr/>
          <p:nvPr/>
        </p:nvGrpSpPr>
        <p:grpSpPr>
          <a:xfrm>
            <a:off x="7493518" y="3325424"/>
            <a:ext cx="857739" cy="583764"/>
            <a:chOff x="7487144" y="3296104"/>
            <a:chExt cx="857739" cy="583764"/>
          </a:xfrm>
        </p:grpSpPr>
        <p:grpSp>
          <p:nvGrpSpPr>
            <p:cNvPr id="280" name="Group 279">
              <a:extLst>
                <a:ext uri="{FF2B5EF4-FFF2-40B4-BE49-F238E27FC236}">
                  <a16:creationId xmlns="" xmlns:a16="http://schemas.microsoft.com/office/drawing/2014/main" id="{90508AE9-865D-844C-B2E1-CAED9E70CF88}"/>
                </a:ext>
              </a:extLst>
            </p:cNvPr>
            <p:cNvGrpSpPr/>
            <p:nvPr/>
          </p:nvGrpSpPr>
          <p:grpSpPr>
            <a:xfrm>
              <a:off x="7487144" y="3389820"/>
              <a:ext cx="350807" cy="305517"/>
              <a:chOff x="7487144" y="3389820"/>
              <a:chExt cx="350807" cy="305517"/>
            </a:xfrm>
          </p:grpSpPr>
          <p:pic>
            <p:nvPicPr>
              <p:cNvPr id="287" name="Picture 1115" descr="antenna_stylized">
                <a:extLst>
                  <a:ext uri="{FF2B5EF4-FFF2-40B4-BE49-F238E27FC236}">
                    <a16:creationId xmlns="" xmlns:a16="http://schemas.microsoft.com/office/drawing/2014/main" id="{AD910864-C9F4-C94B-9B97-60E50CF30AC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487144" y="3389820"/>
                <a:ext cx="347997" cy="167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8" name="Picture 1116" descr="laptop_keyboard">
                <a:extLst>
                  <a:ext uri="{FF2B5EF4-FFF2-40B4-BE49-F238E27FC236}">
                    <a16:creationId xmlns="" xmlns:a16="http://schemas.microsoft.com/office/drawing/2014/main" id="{89C482D5-7199-3040-A39E-C983C7E76CD5}"/>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rot="109064" flipH="1">
                <a:off x="7504001" y="3575889"/>
                <a:ext cx="286699" cy="119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9" name="Freeform 1117">
                <a:extLst>
                  <a:ext uri="{FF2B5EF4-FFF2-40B4-BE49-F238E27FC236}">
                    <a16:creationId xmlns="" xmlns:a16="http://schemas.microsoft.com/office/drawing/2014/main" id="{0D17FA05-6DB9-CE4E-8353-3DB3EF64CEF2}"/>
                  </a:ext>
                </a:extLst>
              </p:cNvPr>
              <p:cNvSpPr>
                <a:spLocks/>
              </p:cNvSpPr>
              <p:nvPr/>
            </p:nvSpPr>
            <p:spPr bwMode="auto">
              <a:xfrm>
                <a:off x="7599014" y="3459979"/>
                <a:ext cx="230764" cy="155883"/>
              </a:xfrm>
              <a:custGeom>
                <a:avLst/>
                <a:gdLst>
                  <a:gd name="T0" fmla="*/ 143665061 w 2982"/>
                  <a:gd name="T1" fmla="*/ 0 h 2442"/>
                  <a:gd name="T2" fmla="*/ 0 w 2982"/>
                  <a:gd name="T3" fmla="*/ 66329557 h 2442"/>
                  <a:gd name="T4" fmla="*/ 573719931 w 2982"/>
                  <a:gd name="T5" fmla="*/ 82975142 h 2442"/>
                  <a:gd name="T6" fmla="*/ 717384993 w 2982"/>
                  <a:gd name="T7" fmla="*/ 16645585 h 2442"/>
                  <a:gd name="T8" fmla="*/ 14366506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90" name="Picture 1118" descr="screen">
                <a:extLst>
                  <a:ext uri="{FF2B5EF4-FFF2-40B4-BE49-F238E27FC236}">
                    <a16:creationId xmlns="" xmlns:a16="http://schemas.microsoft.com/office/drawing/2014/main" id="{4A4B2A13-447B-ED4B-A13F-5489BEAC9BE3}"/>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610380" y="3463988"/>
                <a:ext cx="209692" cy="141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1" name="Freeform 1119">
                <a:extLst>
                  <a:ext uri="{FF2B5EF4-FFF2-40B4-BE49-F238E27FC236}">
                    <a16:creationId xmlns="" xmlns:a16="http://schemas.microsoft.com/office/drawing/2014/main" id="{02BC84AC-7149-BD45-BC93-E0DD4ADF91EE}"/>
                  </a:ext>
                </a:extLst>
              </p:cNvPr>
              <p:cNvSpPr>
                <a:spLocks/>
              </p:cNvSpPr>
              <p:nvPr/>
            </p:nvSpPr>
            <p:spPr bwMode="auto">
              <a:xfrm>
                <a:off x="7641029" y="3455381"/>
                <a:ext cx="195517" cy="29007"/>
              </a:xfrm>
              <a:custGeom>
                <a:avLst/>
                <a:gdLst>
                  <a:gd name="T0" fmla="*/ 35620212 w 2528"/>
                  <a:gd name="T1" fmla="*/ 0 h 455"/>
                  <a:gd name="T2" fmla="*/ 608343257 w 2528"/>
                  <a:gd name="T3" fmla="*/ 16582250 h 455"/>
                  <a:gd name="T4" fmla="*/ 572256449 w 2528"/>
                  <a:gd name="T5" fmla="*/ 16582250 h 455"/>
                  <a:gd name="T6" fmla="*/ 0 w 2528"/>
                  <a:gd name="T7" fmla="*/ 16582250 h 455"/>
                  <a:gd name="T8" fmla="*/ 35620212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2" name="Freeform 1120">
                <a:extLst>
                  <a:ext uri="{FF2B5EF4-FFF2-40B4-BE49-F238E27FC236}">
                    <a16:creationId xmlns="" xmlns:a16="http://schemas.microsoft.com/office/drawing/2014/main" id="{43377E2E-A43C-E048-A432-F337E7B5EE63}"/>
                  </a:ext>
                </a:extLst>
              </p:cNvPr>
              <p:cNvSpPr>
                <a:spLocks/>
              </p:cNvSpPr>
              <p:nvPr/>
            </p:nvSpPr>
            <p:spPr bwMode="auto">
              <a:xfrm>
                <a:off x="7596971" y="3455145"/>
                <a:ext cx="54275" cy="120745"/>
              </a:xfrm>
              <a:custGeom>
                <a:avLst/>
                <a:gdLst>
                  <a:gd name="T0" fmla="*/ 142804406 w 702"/>
                  <a:gd name="T1" fmla="*/ 0 h 1893"/>
                  <a:gd name="T2" fmla="*/ 0 w 702"/>
                  <a:gd name="T3" fmla="*/ 66174575 h 1893"/>
                  <a:gd name="T4" fmla="*/ 35584530 w 702"/>
                  <a:gd name="T5" fmla="*/ 66174575 h 1893"/>
                  <a:gd name="T6" fmla="*/ 178855222 w 702"/>
                  <a:gd name="T7" fmla="*/ 16607700 h 1893"/>
                  <a:gd name="T8" fmla="*/ 142804406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3" name="Freeform 1121">
                <a:extLst>
                  <a:ext uri="{FF2B5EF4-FFF2-40B4-BE49-F238E27FC236}">
                    <a16:creationId xmlns="" xmlns:a16="http://schemas.microsoft.com/office/drawing/2014/main" id="{268349DA-55F4-ED45-92D9-0389907B3CA7}"/>
                  </a:ext>
                </a:extLst>
              </p:cNvPr>
              <p:cNvSpPr>
                <a:spLocks/>
              </p:cNvSpPr>
              <p:nvPr/>
            </p:nvSpPr>
            <p:spPr bwMode="auto">
              <a:xfrm>
                <a:off x="7776652" y="3476723"/>
                <a:ext cx="58489" cy="139375"/>
              </a:xfrm>
              <a:custGeom>
                <a:avLst/>
                <a:gdLst>
                  <a:gd name="T0" fmla="*/ 179213623 w 756"/>
                  <a:gd name="T1" fmla="*/ 0 h 2184"/>
                  <a:gd name="T2" fmla="*/ 35656008 w 756"/>
                  <a:gd name="T3" fmla="*/ 82904513 h 2184"/>
                  <a:gd name="T4" fmla="*/ 0 w 756"/>
                  <a:gd name="T5" fmla="*/ 82904513 h 2184"/>
                  <a:gd name="T6" fmla="*/ 143090785 w 756"/>
                  <a:gd name="T7" fmla="*/ 16632211 h 2184"/>
                  <a:gd name="T8" fmla="*/ 179213623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4" name="Freeform 1122">
                <a:extLst>
                  <a:ext uri="{FF2B5EF4-FFF2-40B4-BE49-F238E27FC236}">
                    <a16:creationId xmlns="" xmlns:a16="http://schemas.microsoft.com/office/drawing/2014/main" id="{EB4B31C8-34A6-6D47-B6E1-260958CFBD6F}"/>
                  </a:ext>
                </a:extLst>
              </p:cNvPr>
              <p:cNvSpPr>
                <a:spLocks/>
              </p:cNvSpPr>
              <p:nvPr/>
            </p:nvSpPr>
            <p:spPr bwMode="auto">
              <a:xfrm>
                <a:off x="7596332" y="3569758"/>
                <a:ext cx="214545" cy="47048"/>
              </a:xfrm>
              <a:custGeom>
                <a:avLst/>
                <a:gdLst>
                  <a:gd name="T0" fmla="*/ 35658648 w 2773"/>
                  <a:gd name="T1" fmla="*/ 0 h 738"/>
                  <a:gd name="T2" fmla="*/ 0 w 2773"/>
                  <a:gd name="T3" fmla="*/ 16581742 h 738"/>
                  <a:gd name="T4" fmla="*/ 573357470 w 2773"/>
                  <a:gd name="T5" fmla="*/ 33163485 h 738"/>
                  <a:gd name="T6" fmla="*/ 573357470 w 2773"/>
                  <a:gd name="T7" fmla="*/ 16581742 h 738"/>
                  <a:gd name="T8" fmla="*/ 35658648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5" name="Freeform 1123">
                <a:extLst>
                  <a:ext uri="{FF2B5EF4-FFF2-40B4-BE49-F238E27FC236}">
                    <a16:creationId xmlns="" xmlns:a16="http://schemas.microsoft.com/office/drawing/2014/main" id="{91DE791A-C87B-7849-8B6A-CB3B398F112D}"/>
                  </a:ext>
                </a:extLst>
              </p:cNvPr>
              <p:cNvSpPr>
                <a:spLocks/>
              </p:cNvSpPr>
              <p:nvPr/>
            </p:nvSpPr>
            <p:spPr bwMode="auto">
              <a:xfrm>
                <a:off x="7783165" y="3477902"/>
                <a:ext cx="54786" cy="139965"/>
              </a:xfrm>
              <a:custGeom>
                <a:avLst/>
                <a:gdLst>
                  <a:gd name="T0" fmla="*/ 656550006 w 637"/>
                  <a:gd name="T1" fmla="*/ 0 h 1659"/>
                  <a:gd name="T2" fmla="*/ 656550006 w 637"/>
                  <a:gd name="T3" fmla="*/ 0 h 1659"/>
                  <a:gd name="T4" fmla="*/ 54716163 w 637"/>
                  <a:gd name="T5" fmla="*/ 2147483646 h 1659"/>
                  <a:gd name="T6" fmla="*/ 0 w 637"/>
                  <a:gd name="T7" fmla="*/ 2147483646 h 1659"/>
                  <a:gd name="T8" fmla="*/ 65655000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6" name="Freeform 1124">
                <a:extLst>
                  <a:ext uri="{FF2B5EF4-FFF2-40B4-BE49-F238E27FC236}">
                    <a16:creationId xmlns="" xmlns:a16="http://schemas.microsoft.com/office/drawing/2014/main" id="{A02AA6E2-5FD6-D14F-9923-83771333B1DB}"/>
                  </a:ext>
                </a:extLst>
              </p:cNvPr>
              <p:cNvSpPr>
                <a:spLocks/>
              </p:cNvSpPr>
              <p:nvPr/>
            </p:nvSpPr>
            <p:spPr bwMode="auto">
              <a:xfrm>
                <a:off x="7596588" y="3576007"/>
                <a:ext cx="190792" cy="46458"/>
              </a:xfrm>
              <a:custGeom>
                <a:avLst/>
                <a:gdLst>
                  <a:gd name="T0" fmla="*/ 0 w 2216"/>
                  <a:gd name="T1" fmla="*/ 0 h 550"/>
                  <a:gd name="T2" fmla="*/ 54884212 w 2216"/>
                  <a:gd name="T3" fmla="*/ 101852492 h 550"/>
                  <a:gd name="T4" fmla="*/ 2147483646 w 2216"/>
                  <a:gd name="T5" fmla="*/ 1017940055 h 550"/>
                  <a:gd name="T6" fmla="*/ 2147483646 w 2216"/>
                  <a:gd name="T7" fmla="*/ 865464562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297" name="Group 1125">
                <a:extLst>
                  <a:ext uri="{FF2B5EF4-FFF2-40B4-BE49-F238E27FC236}">
                    <a16:creationId xmlns="" xmlns:a16="http://schemas.microsoft.com/office/drawing/2014/main" id="{7117A071-F66A-A547-B2A3-FDEC23474639}"/>
                  </a:ext>
                </a:extLst>
              </p:cNvPr>
              <p:cNvGrpSpPr>
                <a:grpSpLocks/>
              </p:cNvGrpSpPr>
              <p:nvPr/>
            </p:nvGrpSpPr>
            <p:grpSpPr bwMode="auto">
              <a:xfrm>
                <a:off x="7593395" y="3625649"/>
                <a:ext cx="64747" cy="27592"/>
                <a:chOff x="1740" y="2642"/>
                <a:chExt cx="752" cy="327"/>
              </a:xfrm>
            </p:grpSpPr>
            <p:sp>
              <p:nvSpPr>
                <p:cNvPr id="304" name="Freeform 1126">
                  <a:extLst>
                    <a:ext uri="{FF2B5EF4-FFF2-40B4-BE49-F238E27FC236}">
                      <a16:creationId xmlns="" xmlns:a16="http://schemas.microsoft.com/office/drawing/2014/main" id="{C6A05ABF-09D5-204F-A863-798CDA488ABE}"/>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5" name="Freeform 1127">
                  <a:extLst>
                    <a:ext uri="{FF2B5EF4-FFF2-40B4-BE49-F238E27FC236}">
                      <a16:creationId xmlns="" xmlns:a16="http://schemas.microsoft.com/office/drawing/2014/main" id="{5CAC6B94-A95D-C842-8436-C6DF872191F5}"/>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6" name="Freeform 1128">
                  <a:extLst>
                    <a:ext uri="{FF2B5EF4-FFF2-40B4-BE49-F238E27FC236}">
                      <a16:creationId xmlns="" xmlns:a16="http://schemas.microsoft.com/office/drawing/2014/main" id="{A944E62C-7CE5-5840-927D-ABB2F8B5C22E}"/>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7" name="Freeform 1129">
                  <a:extLst>
                    <a:ext uri="{FF2B5EF4-FFF2-40B4-BE49-F238E27FC236}">
                      <a16:creationId xmlns="" xmlns:a16="http://schemas.microsoft.com/office/drawing/2014/main" id="{5E333F33-6B42-F449-BD09-5F8DBBA551CF}"/>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8" name="Freeform 1130">
                  <a:extLst>
                    <a:ext uri="{FF2B5EF4-FFF2-40B4-BE49-F238E27FC236}">
                      <a16:creationId xmlns="" xmlns:a16="http://schemas.microsoft.com/office/drawing/2014/main" id="{A3DB0786-C2BD-4E43-9012-01938AED5F19}"/>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9" name="Freeform 1131">
                  <a:extLst>
                    <a:ext uri="{FF2B5EF4-FFF2-40B4-BE49-F238E27FC236}">
                      <a16:creationId xmlns="" xmlns:a16="http://schemas.microsoft.com/office/drawing/2014/main" id="{36DD7204-13F9-8C4B-ADCB-9CEF387EE715}"/>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98" name="Freeform 1132">
                <a:extLst>
                  <a:ext uri="{FF2B5EF4-FFF2-40B4-BE49-F238E27FC236}">
                    <a16:creationId xmlns="" xmlns:a16="http://schemas.microsoft.com/office/drawing/2014/main" id="{8DD637FC-2617-F14C-8226-2FC83A2DC1C3}"/>
                  </a:ext>
                </a:extLst>
              </p:cNvPr>
              <p:cNvSpPr>
                <a:spLocks/>
              </p:cNvSpPr>
              <p:nvPr/>
            </p:nvSpPr>
            <p:spPr bwMode="auto">
              <a:xfrm>
                <a:off x="7704243" y="3629776"/>
                <a:ext cx="78411" cy="60608"/>
              </a:xfrm>
              <a:custGeom>
                <a:avLst/>
                <a:gdLst>
                  <a:gd name="T0" fmla="*/ 39250883 w 990"/>
                  <a:gd name="T1" fmla="*/ 342828616 h 792"/>
                  <a:gd name="T2" fmla="*/ 354255671 w 990"/>
                  <a:gd name="T3" fmla="*/ 0 h 792"/>
                  <a:gd name="T4" fmla="*/ 354255671 w 990"/>
                  <a:gd name="T5" fmla="*/ 34504242 h 792"/>
                  <a:gd name="T6" fmla="*/ 0 w 990"/>
                  <a:gd name="T7" fmla="*/ 342828616 h 792"/>
                  <a:gd name="T8" fmla="*/ 39250883 w 990"/>
                  <a:gd name="T9" fmla="*/ 342828616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9" name="Freeform 1133">
                <a:extLst>
                  <a:ext uri="{FF2B5EF4-FFF2-40B4-BE49-F238E27FC236}">
                    <a16:creationId xmlns="" xmlns:a16="http://schemas.microsoft.com/office/drawing/2014/main" id="{DD3D6FA8-3859-DC44-8888-8CB70CFB17F5}"/>
                  </a:ext>
                </a:extLst>
              </p:cNvPr>
              <p:cNvSpPr>
                <a:spLocks/>
              </p:cNvSpPr>
              <p:nvPr/>
            </p:nvSpPr>
            <p:spPr bwMode="auto">
              <a:xfrm>
                <a:off x="7504129" y="3634611"/>
                <a:ext cx="200625" cy="55302"/>
              </a:xfrm>
              <a:custGeom>
                <a:avLst/>
                <a:gdLst>
                  <a:gd name="T0" fmla="*/ 39302216 w 2532"/>
                  <a:gd name="T1" fmla="*/ 0 h 723"/>
                  <a:gd name="T2" fmla="*/ 39302216 w 2532"/>
                  <a:gd name="T3" fmla="*/ 0 h 723"/>
                  <a:gd name="T4" fmla="*/ 867084690 w 2532"/>
                  <a:gd name="T5" fmla="*/ 307891170 h 723"/>
                  <a:gd name="T6" fmla="*/ 867084690 w 2532"/>
                  <a:gd name="T7" fmla="*/ 342351506 h 723"/>
                  <a:gd name="T8" fmla="*/ 0 w 2532"/>
                  <a:gd name="T9" fmla="*/ 34009889 h 723"/>
                  <a:gd name="T10" fmla="*/ 39302216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0" name="Freeform 1134">
                <a:extLst>
                  <a:ext uri="{FF2B5EF4-FFF2-40B4-BE49-F238E27FC236}">
                    <a16:creationId xmlns="" xmlns:a16="http://schemas.microsoft.com/office/drawing/2014/main" id="{C236FB39-37F7-B848-9AD5-F22CFFE062B2}"/>
                  </a:ext>
                </a:extLst>
              </p:cNvPr>
              <p:cNvSpPr>
                <a:spLocks/>
              </p:cNvSpPr>
              <p:nvPr/>
            </p:nvSpPr>
            <p:spPr bwMode="auto">
              <a:xfrm>
                <a:off x="7504257" y="3624470"/>
                <a:ext cx="2171" cy="11202"/>
              </a:xfrm>
              <a:custGeom>
                <a:avLst/>
                <a:gdLst>
                  <a:gd name="T0" fmla="*/ 48903362 w 26"/>
                  <a:gd name="T1" fmla="*/ 33634500 h 147"/>
                  <a:gd name="T2" fmla="*/ 48903362 w 26"/>
                  <a:gd name="T3" fmla="*/ 67263209 h 147"/>
                  <a:gd name="T4" fmla="*/ 0 w 26"/>
                  <a:gd name="T5" fmla="*/ 67263209 h 147"/>
                  <a:gd name="T6" fmla="*/ 48903362 w 26"/>
                  <a:gd name="T7" fmla="*/ 0 h 147"/>
                  <a:gd name="T8" fmla="*/ 48903362 w 26"/>
                  <a:gd name="T9" fmla="*/ 33634500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1" name="Freeform 1135">
                <a:extLst>
                  <a:ext uri="{FF2B5EF4-FFF2-40B4-BE49-F238E27FC236}">
                    <a16:creationId xmlns="" xmlns:a16="http://schemas.microsoft.com/office/drawing/2014/main" id="{0FC27225-99A5-B741-A309-ECBEFBCA7E27}"/>
                  </a:ext>
                </a:extLst>
              </p:cNvPr>
              <p:cNvSpPr>
                <a:spLocks/>
              </p:cNvSpPr>
              <p:nvPr/>
            </p:nvSpPr>
            <p:spPr bwMode="auto">
              <a:xfrm>
                <a:off x="7504384" y="3578837"/>
                <a:ext cx="93225" cy="46340"/>
              </a:xfrm>
              <a:custGeom>
                <a:avLst/>
                <a:gdLst>
                  <a:gd name="T0" fmla="*/ 395043791 w 1176"/>
                  <a:gd name="T1" fmla="*/ 0 h 606"/>
                  <a:gd name="T2" fmla="*/ 0 w 1176"/>
                  <a:gd name="T3" fmla="*/ 273654982 h 606"/>
                  <a:gd name="T4" fmla="*/ 39357994 w 1176"/>
                  <a:gd name="T5" fmla="*/ 273654982 h 606"/>
                  <a:gd name="T6" fmla="*/ 395043791 w 1176"/>
                  <a:gd name="T7" fmla="*/ 33985420 h 606"/>
                  <a:gd name="T8" fmla="*/ 39504379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2" name="Freeform 1136">
                <a:extLst>
                  <a:ext uri="{FF2B5EF4-FFF2-40B4-BE49-F238E27FC236}">
                    <a16:creationId xmlns="" xmlns:a16="http://schemas.microsoft.com/office/drawing/2014/main" id="{E2FC0D41-6288-E741-A785-A83E6CED2AEA}"/>
                  </a:ext>
                </a:extLst>
              </p:cNvPr>
              <p:cNvSpPr>
                <a:spLocks/>
              </p:cNvSpPr>
              <p:nvPr/>
            </p:nvSpPr>
            <p:spPr bwMode="auto">
              <a:xfrm>
                <a:off x="7510642" y="3626829"/>
                <a:ext cx="190281" cy="53180"/>
              </a:xfrm>
              <a:custGeom>
                <a:avLst/>
                <a:gdLst>
                  <a:gd name="T0" fmla="*/ 31829833 w 2532"/>
                  <a:gd name="T1" fmla="*/ 0 h 723"/>
                  <a:gd name="T2" fmla="*/ 31829833 w 2532"/>
                  <a:gd name="T3" fmla="*/ 0 h 723"/>
                  <a:gd name="T4" fmla="*/ 382827787 w 2532"/>
                  <a:gd name="T5" fmla="*/ 175498781 h 723"/>
                  <a:gd name="T6" fmla="*/ 382827787 w 2532"/>
                  <a:gd name="T7" fmla="*/ 175498781 h 723"/>
                  <a:gd name="T8" fmla="*/ 0 w 2532"/>
                  <a:gd name="T9" fmla="*/ 29448186 h 723"/>
                  <a:gd name="T10" fmla="*/ 31829833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3" name="Freeform 1137">
                <a:extLst>
                  <a:ext uri="{FF2B5EF4-FFF2-40B4-BE49-F238E27FC236}">
                    <a16:creationId xmlns="" xmlns:a16="http://schemas.microsoft.com/office/drawing/2014/main" id="{CA6DB5BC-B521-B849-B156-91FAF531CEC8}"/>
                  </a:ext>
                </a:extLst>
              </p:cNvPr>
              <p:cNvSpPr>
                <a:spLocks/>
              </p:cNvSpPr>
              <p:nvPr/>
            </p:nvSpPr>
            <p:spPr bwMode="auto">
              <a:xfrm flipV="1">
                <a:off x="7700668" y="3623055"/>
                <a:ext cx="77645" cy="55066"/>
              </a:xfrm>
              <a:custGeom>
                <a:avLst/>
                <a:gdLst>
                  <a:gd name="T0" fmla="*/ 0 w 2532"/>
                  <a:gd name="T1" fmla="*/ 0 h 723"/>
                  <a:gd name="T2" fmla="*/ 0 w 2532"/>
                  <a:gd name="T3" fmla="*/ 0 h 723"/>
                  <a:gd name="T4" fmla="*/ 0 w 2532"/>
                  <a:gd name="T5" fmla="*/ 302641137 h 723"/>
                  <a:gd name="T6" fmla="*/ 0 w 2532"/>
                  <a:gd name="T7" fmla="*/ 302641137 h 723"/>
                  <a:gd name="T8" fmla="*/ 0 w 2532"/>
                  <a:gd name="T9" fmla="*/ 33575256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81" name="Group 1139">
              <a:extLst>
                <a:ext uri="{FF2B5EF4-FFF2-40B4-BE49-F238E27FC236}">
                  <a16:creationId xmlns="" xmlns:a16="http://schemas.microsoft.com/office/drawing/2014/main" id="{88F41A8A-CF3F-494E-9A2F-B26D7CA16434}"/>
                </a:ext>
              </a:extLst>
            </p:cNvPr>
            <p:cNvGrpSpPr>
              <a:grpSpLocks/>
            </p:cNvGrpSpPr>
            <p:nvPr/>
          </p:nvGrpSpPr>
          <p:grpSpPr bwMode="auto">
            <a:xfrm flipH="1">
              <a:off x="7985622" y="3537823"/>
              <a:ext cx="359261" cy="342045"/>
              <a:chOff x="2839" y="3501"/>
              <a:chExt cx="755" cy="803"/>
            </a:xfrm>
          </p:grpSpPr>
          <p:pic>
            <p:nvPicPr>
              <p:cNvPr id="285" name="Picture 1140" descr="desktop_computer_stylized_medium">
                <a:extLst>
                  <a:ext uri="{FF2B5EF4-FFF2-40B4-BE49-F238E27FC236}">
                    <a16:creationId xmlns="" xmlns:a16="http://schemas.microsoft.com/office/drawing/2014/main" id="{DF6CF23B-627F-354F-9A8F-4AC37674F07C}"/>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 name="Freeform 1141">
                <a:extLst>
                  <a:ext uri="{FF2B5EF4-FFF2-40B4-BE49-F238E27FC236}">
                    <a16:creationId xmlns="" xmlns:a16="http://schemas.microsoft.com/office/drawing/2014/main" id="{5B53917A-96FB-2B49-82B9-6BB3BB16C4AF}"/>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82" name="Group 281">
              <a:extLst>
                <a:ext uri="{FF2B5EF4-FFF2-40B4-BE49-F238E27FC236}">
                  <a16:creationId xmlns="" xmlns:a16="http://schemas.microsoft.com/office/drawing/2014/main" id="{685FF657-B3CE-E945-BB86-D18EC9B7226A}"/>
                </a:ext>
              </a:extLst>
            </p:cNvPr>
            <p:cNvGrpSpPr/>
            <p:nvPr/>
          </p:nvGrpSpPr>
          <p:grpSpPr>
            <a:xfrm>
              <a:off x="7797061" y="3296104"/>
              <a:ext cx="347997" cy="396620"/>
              <a:chOff x="7797061" y="3296104"/>
              <a:chExt cx="347997" cy="396620"/>
            </a:xfrm>
          </p:grpSpPr>
          <p:pic>
            <p:nvPicPr>
              <p:cNvPr id="283" name="Picture 571" descr="fridge2.png">
                <a:extLst>
                  <a:ext uri="{FF2B5EF4-FFF2-40B4-BE49-F238E27FC236}">
                    <a16:creationId xmlns="" xmlns:a16="http://schemas.microsoft.com/office/drawing/2014/main" id="{52D49911-07F8-3343-8A41-1B2AC79DBF22}"/>
                  </a:ext>
                </a:extLst>
              </p:cNvPr>
              <p:cNvPicPr>
                <a:picLocks noChangeAspect="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7896825" y="3355697"/>
                <a:ext cx="189578" cy="337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4" name="Picture 1115" descr="antenna_stylized">
                <a:extLst>
                  <a:ext uri="{FF2B5EF4-FFF2-40B4-BE49-F238E27FC236}">
                    <a16:creationId xmlns="" xmlns:a16="http://schemas.microsoft.com/office/drawing/2014/main" id="{E5CB4C1D-6CCE-AD42-A805-75067034C0A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797061" y="3296104"/>
                <a:ext cx="347997" cy="167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310" name="Group 309">
            <a:extLst>
              <a:ext uri="{FF2B5EF4-FFF2-40B4-BE49-F238E27FC236}">
                <a16:creationId xmlns="" xmlns:a16="http://schemas.microsoft.com/office/drawing/2014/main" id="{09017FE0-34A3-FC43-92EF-C44FBDE65EF6}"/>
              </a:ext>
            </a:extLst>
          </p:cNvPr>
          <p:cNvGrpSpPr/>
          <p:nvPr/>
        </p:nvGrpSpPr>
        <p:grpSpPr>
          <a:xfrm>
            <a:off x="11064947" y="3428485"/>
            <a:ext cx="518448" cy="1212242"/>
            <a:chOff x="11058573" y="3399165"/>
            <a:chExt cx="518448" cy="1212242"/>
          </a:xfrm>
        </p:grpSpPr>
        <p:grpSp>
          <p:nvGrpSpPr>
            <p:cNvPr id="311" name="Group 310">
              <a:extLst>
                <a:ext uri="{FF2B5EF4-FFF2-40B4-BE49-F238E27FC236}">
                  <a16:creationId xmlns="" xmlns:a16="http://schemas.microsoft.com/office/drawing/2014/main" id="{1D2297AB-8C1D-774F-89FF-8EBF734EB162}"/>
                </a:ext>
              </a:extLst>
            </p:cNvPr>
            <p:cNvGrpSpPr/>
            <p:nvPr/>
          </p:nvGrpSpPr>
          <p:grpSpPr>
            <a:xfrm>
              <a:off x="11087182" y="4159591"/>
              <a:ext cx="489839" cy="451816"/>
              <a:chOff x="5103720" y="2693365"/>
              <a:chExt cx="611650" cy="414788"/>
            </a:xfrm>
          </p:grpSpPr>
          <p:cxnSp>
            <p:nvCxnSpPr>
              <p:cNvPr id="318" name="Straight Connector 317">
                <a:extLst>
                  <a:ext uri="{FF2B5EF4-FFF2-40B4-BE49-F238E27FC236}">
                    <a16:creationId xmlns="" xmlns:a16="http://schemas.microsoft.com/office/drawing/2014/main" id="{8983DA81-C479-F849-AB06-EDCD924EF8B3}"/>
                  </a:ext>
                </a:extLst>
              </p:cNvPr>
              <p:cNvCxnSpPr/>
              <p:nvPr/>
            </p:nvCxnSpPr>
            <p:spPr>
              <a:xfrm>
                <a:off x="5103720" y="2914214"/>
                <a:ext cx="232559"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319" name="Group 318">
                <a:extLst>
                  <a:ext uri="{FF2B5EF4-FFF2-40B4-BE49-F238E27FC236}">
                    <a16:creationId xmlns="" xmlns:a16="http://schemas.microsoft.com/office/drawing/2014/main" id="{B934C059-B2C0-5D4F-95BD-4B77D403B522}"/>
                  </a:ext>
                </a:extLst>
              </p:cNvPr>
              <p:cNvGrpSpPr/>
              <p:nvPr/>
            </p:nvGrpSpPr>
            <p:grpSpPr>
              <a:xfrm>
                <a:off x="5275406" y="2693365"/>
                <a:ext cx="439964" cy="414788"/>
                <a:chOff x="5275406" y="2711455"/>
                <a:chExt cx="452949" cy="405518"/>
              </a:xfrm>
            </p:grpSpPr>
            <p:pic>
              <p:nvPicPr>
                <p:cNvPr id="320" name="Picture 319" descr="server_rack.png">
                  <a:extLst>
                    <a:ext uri="{FF2B5EF4-FFF2-40B4-BE49-F238E27FC236}">
                      <a16:creationId xmlns="" xmlns:a16="http://schemas.microsoft.com/office/drawing/2014/main" id="{764A46D5-D344-3246-B4CA-E1BF2CFDEEF5}"/>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537367" y="2770786"/>
                  <a:ext cx="190988" cy="313366"/>
                </a:xfrm>
                <a:prstGeom prst="rect">
                  <a:avLst/>
                </a:prstGeom>
              </p:spPr>
            </p:pic>
            <p:pic>
              <p:nvPicPr>
                <p:cNvPr id="321" name="Picture 320" descr="server_rack.png">
                  <a:extLst>
                    <a:ext uri="{FF2B5EF4-FFF2-40B4-BE49-F238E27FC236}">
                      <a16:creationId xmlns="" xmlns:a16="http://schemas.microsoft.com/office/drawing/2014/main" id="{90C1BE08-C428-E74E-B929-C6D1271BFE16}"/>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275406" y="2764002"/>
                  <a:ext cx="190988" cy="313366"/>
                </a:xfrm>
                <a:prstGeom prst="rect">
                  <a:avLst/>
                </a:prstGeom>
              </p:spPr>
            </p:pic>
            <p:pic>
              <p:nvPicPr>
                <p:cNvPr id="322" name="Picture 321" descr="server_rack.png">
                  <a:extLst>
                    <a:ext uri="{FF2B5EF4-FFF2-40B4-BE49-F238E27FC236}">
                      <a16:creationId xmlns="" xmlns:a16="http://schemas.microsoft.com/office/drawing/2014/main" id="{35FFED4D-9863-0F4E-8222-435564693420}"/>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385676" y="2711455"/>
                  <a:ext cx="247152" cy="405518"/>
                </a:xfrm>
                <a:prstGeom prst="rect">
                  <a:avLst/>
                </a:prstGeom>
              </p:spPr>
            </p:pic>
          </p:grpSp>
        </p:grpSp>
        <p:grpSp>
          <p:nvGrpSpPr>
            <p:cNvPr id="312" name="Group 311">
              <a:extLst>
                <a:ext uri="{FF2B5EF4-FFF2-40B4-BE49-F238E27FC236}">
                  <a16:creationId xmlns="" xmlns:a16="http://schemas.microsoft.com/office/drawing/2014/main" id="{57017C35-5A73-C341-95B3-2D62C8998FD7}"/>
                </a:ext>
              </a:extLst>
            </p:cNvPr>
            <p:cNvGrpSpPr/>
            <p:nvPr/>
          </p:nvGrpSpPr>
          <p:grpSpPr>
            <a:xfrm>
              <a:off x="11058573" y="3399165"/>
              <a:ext cx="423724" cy="405973"/>
              <a:chOff x="5103720" y="2693365"/>
              <a:chExt cx="611650" cy="414788"/>
            </a:xfrm>
          </p:grpSpPr>
          <p:cxnSp>
            <p:nvCxnSpPr>
              <p:cNvPr id="313" name="Straight Connector 312">
                <a:extLst>
                  <a:ext uri="{FF2B5EF4-FFF2-40B4-BE49-F238E27FC236}">
                    <a16:creationId xmlns="" xmlns:a16="http://schemas.microsoft.com/office/drawing/2014/main" id="{0B18831A-9F50-FF4A-B278-F70615A9BC25}"/>
                  </a:ext>
                </a:extLst>
              </p:cNvPr>
              <p:cNvCxnSpPr/>
              <p:nvPr/>
            </p:nvCxnSpPr>
            <p:spPr>
              <a:xfrm>
                <a:off x="5103720" y="2914214"/>
                <a:ext cx="232559"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314" name="Group 313">
                <a:extLst>
                  <a:ext uri="{FF2B5EF4-FFF2-40B4-BE49-F238E27FC236}">
                    <a16:creationId xmlns="" xmlns:a16="http://schemas.microsoft.com/office/drawing/2014/main" id="{DFC7A0EC-A9C9-974E-928E-28DD6455D09A}"/>
                  </a:ext>
                </a:extLst>
              </p:cNvPr>
              <p:cNvGrpSpPr/>
              <p:nvPr/>
            </p:nvGrpSpPr>
            <p:grpSpPr>
              <a:xfrm>
                <a:off x="5275406" y="2693365"/>
                <a:ext cx="439964" cy="414788"/>
                <a:chOff x="5275406" y="2711455"/>
                <a:chExt cx="452949" cy="405518"/>
              </a:xfrm>
            </p:grpSpPr>
            <p:pic>
              <p:nvPicPr>
                <p:cNvPr id="315" name="Picture 314" descr="server_rack.png">
                  <a:extLst>
                    <a:ext uri="{FF2B5EF4-FFF2-40B4-BE49-F238E27FC236}">
                      <a16:creationId xmlns="" xmlns:a16="http://schemas.microsoft.com/office/drawing/2014/main" id="{E480D9A5-8FB7-3647-AB54-42D9700E6451}"/>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537367" y="2770786"/>
                  <a:ext cx="190988" cy="313366"/>
                </a:xfrm>
                <a:prstGeom prst="rect">
                  <a:avLst/>
                </a:prstGeom>
              </p:spPr>
            </p:pic>
            <p:pic>
              <p:nvPicPr>
                <p:cNvPr id="316" name="Picture 315" descr="server_rack.png">
                  <a:extLst>
                    <a:ext uri="{FF2B5EF4-FFF2-40B4-BE49-F238E27FC236}">
                      <a16:creationId xmlns="" xmlns:a16="http://schemas.microsoft.com/office/drawing/2014/main" id="{C17EE074-02D0-4143-8ED9-E4D2205689F5}"/>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275406" y="2764002"/>
                  <a:ext cx="190988" cy="313366"/>
                </a:xfrm>
                <a:prstGeom prst="rect">
                  <a:avLst/>
                </a:prstGeom>
              </p:spPr>
            </p:pic>
            <p:pic>
              <p:nvPicPr>
                <p:cNvPr id="317" name="Picture 316" descr="server_rack.png">
                  <a:extLst>
                    <a:ext uri="{FF2B5EF4-FFF2-40B4-BE49-F238E27FC236}">
                      <a16:creationId xmlns="" xmlns:a16="http://schemas.microsoft.com/office/drawing/2014/main" id="{589F8E4F-69B9-FA46-8D10-90FC7573C77E}"/>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385676" y="2711455"/>
                  <a:ext cx="247152" cy="405518"/>
                </a:xfrm>
                <a:prstGeom prst="rect">
                  <a:avLst/>
                </a:prstGeom>
              </p:spPr>
            </p:pic>
          </p:grpSp>
        </p:grpSp>
      </p:grpSp>
      <p:grpSp>
        <p:nvGrpSpPr>
          <p:cNvPr id="356" name="Group 590">
            <a:extLst>
              <a:ext uri="{FF2B5EF4-FFF2-40B4-BE49-F238E27FC236}">
                <a16:creationId xmlns="" xmlns:a16="http://schemas.microsoft.com/office/drawing/2014/main" id="{002C44D5-1F60-7447-A1D2-6EE5F802021D}"/>
              </a:ext>
            </a:extLst>
          </p:cNvPr>
          <p:cNvGrpSpPr>
            <a:grpSpLocks/>
          </p:cNvGrpSpPr>
          <p:nvPr/>
        </p:nvGrpSpPr>
        <p:grpSpPr bwMode="auto">
          <a:xfrm flipH="1">
            <a:off x="7980855" y="4900161"/>
            <a:ext cx="345630" cy="320302"/>
            <a:chOff x="2839" y="3501"/>
            <a:chExt cx="755" cy="803"/>
          </a:xfrm>
        </p:grpSpPr>
        <p:pic>
          <p:nvPicPr>
            <p:cNvPr id="357" name="Picture 591" descr="desktop_computer_stylized_medium">
              <a:extLst>
                <a:ext uri="{FF2B5EF4-FFF2-40B4-BE49-F238E27FC236}">
                  <a16:creationId xmlns="" xmlns:a16="http://schemas.microsoft.com/office/drawing/2014/main" id="{7F433925-7699-B34E-88C0-C818C4963B38}"/>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 name="Freeform 592">
              <a:extLst>
                <a:ext uri="{FF2B5EF4-FFF2-40B4-BE49-F238E27FC236}">
                  <a16:creationId xmlns="" xmlns:a16="http://schemas.microsoft.com/office/drawing/2014/main" id="{0D0F51BD-6356-DE48-89F6-A645151C0C31}"/>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359" name="Group 1064">
            <a:extLst>
              <a:ext uri="{FF2B5EF4-FFF2-40B4-BE49-F238E27FC236}">
                <a16:creationId xmlns="" xmlns:a16="http://schemas.microsoft.com/office/drawing/2014/main" id="{CF2DB679-9CD3-5148-94F7-225CE8489122}"/>
              </a:ext>
            </a:extLst>
          </p:cNvPr>
          <p:cNvGrpSpPr>
            <a:grpSpLocks/>
          </p:cNvGrpSpPr>
          <p:nvPr/>
        </p:nvGrpSpPr>
        <p:grpSpPr bwMode="auto">
          <a:xfrm>
            <a:off x="9201681" y="5852809"/>
            <a:ext cx="310186" cy="307808"/>
            <a:chOff x="877" y="1008"/>
            <a:chExt cx="2747" cy="2591"/>
          </a:xfrm>
        </p:grpSpPr>
        <p:pic>
          <p:nvPicPr>
            <p:cNvPr id="360" name="Picture 1065" descr="antenna_stylized">
              <a:extLst>
                <a:ext uri="{FF2B5EF4-FFF2-40B4-BE49-F238E27FC236}">
                  <a16:creationId xmlns="" xmlns:a16="http://schemas.microsoft.com/office/drawing/2014/main" id="{9C0613C0-FBB7-284C-AA40-5548C7D21D6A}"/>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1" name="Picture 1066" descr="laptop_keyboard">
              <a:extLst>
                <a:ext uri="{FF2B5EF4-FFF2-40B4-BE49-F238E27FC236}">
                  <a16:creationId xmlns="" xmlns:a16="http://schemas.microsoft.com/office/drawing/2014/main" id="{4AC7E45E-9572-044A-9C56-FC7ECFA5552F}"/>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2" name="Freeform 1067">
              <a:extLst>
                <a:ext uri="{FF2B5EF4-FFF2-40B4-BE49-F238E27FC236}">
                  <a16:creationId xmlns="" xmlns:a16="http://schemas.microsoft.com/office/drawing/2014/main" id="{F03C1D3B-84C4-D14D-85A1-78A65057D89D}"/>
                </a:ext>
              </a:extLst>
            </p:cNvPr>
            <p:cNvSpPr>
              <a:spLocks/>
            </p:cNvSpPr>
            <p:nvPr/>
          </p:nvSpPr>
          <p:spPr bwMode="auto">
            <a:xfrm>
              <a:off x="1753" y="1603"/>
              <a:ext cx="1807" cy="1322"/>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63" name="Picture 1068" descr="screen">
              <a:extLst>
                <a:ext uri="{FF2B5EF4-FFF2-40B4-BE49-F238E27FC236}">
                  <a16:creationId xmlns="" xmlns:a16="http://schemas.microsoft.com/office/drawing/2014/main" id="{F1045CBD-A537-1447-9CC0-AA3BBA3EFD19}"/>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4" name="Freeform 1069">
              <a:extLst>
                <a:ext uri="{FF2B5EF4-FFF2-40B4-BE49-F238E27FC236}">
                  <a16:creationId xmlns="" xmlns:a16="http://schemas.microsoft.com/office/drawing/2014/main" id="{76BB7C6D-EEEF-2649-B828-0A9E5351AEAE}"/>
                </a:ext>
              </a:extLst>
            </p:cNvPr>
            <p:cNvSpPr>
              <a:spLocks/>
            </p:cNvSpPr>
            <p:nvPr/>
          </p:nvSpPr>
          <p:spPr bwMode="auto">
            <a:xfrm>
              <a:off x="2082" y="1564"/>
              <a:ext cx="1531" cy="246"/>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5" name="Freeform 1070">
              <a:extLst>
                <a:ext uri="{FF2B5EF4-FFF2-40B4-BE49-F238E27FC236}">
                  <a16:creationId xmlns="" xmlns:a16="http://schemas.microsoft.com/office/drawing/2014/main" id="{3EACCABC-F6A7-9342-BDAE-E9A2DF204C0A}"/>
                </a:ext>
              </a:extLst>
            </p:cNvPr>
            <p:cNvSpPr>
              <a:spLocks/>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6" name="Freeform 1071">
              <a:extLst>
                <a:ext uri="{FF2B5EF4-FFF2-40B4-BE49-F238E27FC236}">
                  <a16:creationId xmlns="" xmlns:a16="http://schemas.microsoft.com/office/drawing/2014/main" id="{D720BF6A-08AA-AD41-9F98-FEEAF38FA2C7}"/>
                </a:ext>
              </a:extLst>
            </p:cNvPr>
            <p:cNvSpPr>
              <a:spLocks/>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7" name="Freeform 1072">
              <a:extLst>
                <a:ext uri="{FF2B5EF4-FFF2-40B4-BE49-F238E27FC236}">
                  <a16:creationId xmlns="" xmlns:a16="http://schemas.microsoft.com/office/drawing/2014/main" id="{EBF545D7-85F7-654E-89B4-82A30829C94E}"/>
                </a:ext>
              </a:extLst>
            </p:cNvPr>
            <p:cNvSpPr>
              <a:spLocks/>
            </p:cNvSpPr>
            <p:nvPr/>
          </p:nvSpPr>
          <p:spPr bwMode="auto">
            <a:xfrm>
              <a:off x="1732" y="2534"/>
              <a:ext cx="1680" cy="399"/>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8" name="Freeform 1073">
              <a:extLst>
                <a:ext uri="{FF2B5EF4-FFF2-40B4-BE49-F238E27FC236}">
                  <a16:creationId xmlns="" xmlns:a16="http://schemas.microsoft.com/office/drawing/2014/main" id="{6EF35D5A-3DBA-4D49-BA09-E93CEA361840}"/>
                </a:ext>
              </a:extLst>
            </p:cNvPr>
            <p:cNvSpPr>
              <a:spLocks/>
            </p:cNvSpPr>
            <p:nvPr/>
          </p:nvSpPr>
          <p:spPr bwMode="auto">
            <a:xfrm>
              <a:off x="3195" y="1755"/>
              <a:ext cx="429" cy="1187"/>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9" name="Freeform 1074">
              <a:extLst>
                <a:ext uri="{FF2B5EF4-FFF2-40B4-BE49-F238E27FC236}">
                  <a16:creationId xmlns="" xmlns:a16="http://schemas.microsoft.com/office/drawing/2014/main" id="{B6F9A7A1-3455-6E4B-9C84-C9854E64B326}"/>
                </a:ext>
              </a:extLst>
            </p:cNvPr>
            <p:cNvSpPr>
              <a:spLocks/>
            </p:cNvSpPr>
            <p:nvPr/>
          </p:nvSpPr>
          <p:spPr bwMode="auto">
            <a:xfrm>
              <a:off x="1734" y="2587"/>
              <a:ext cx="1494" cy="394"/>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370" name="Group 1075">
              <a:extLst>
                <a:ext uri="{FF2B5EF4-FFF2-40B4-BE49-F238E27FC236}">
                  <a16:creationId xmlns="" xmlns:a16="http://schemas.microsoft.com/office/drawing/2014/main" id="{EE846B91-FBCE-4D4F-98BC-92FA6506F511}"/>
                </a:ext>
              </a:extLst>
            </p:cNvPr>
            <p:cNvGrpSpPr>
              <a:grpSpLocks/>
            </p:cNvGrpSpPr>
            <p:nvPr/>
          </p:nvGrpSpPr>
          <p:grpSpPr bwMode="auto">
            <a:xfrm>
              <a:off x="1709" y="3008"/>
              <a:ext cx="507" cy="234"/>
              <a:chOff x="1740" y="2642"/>
              <a:chExt cx="752" cy="327"/>
            </a:xfrm>
          </p:grpSpPr>
          <p:sp>
            <p:nvSpPr>
              <p:cNvPr id="377" name="Freeform 1076">
                <a:extLst>
                  <a:ext uri="{FF2B5EF4-FFF2-40B4-BE49-F238E27FC236}">
                    <a16:creationId xmlns="" xmlns:a16="http://schemas.microsoft.com/office/drawing/2014/main" id="{446AF9FA-9A2B-6646-8305-E78C2A20B6D2}"/>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8" name="Freeform 1077">
                <a:extLst>
                  <a:ext uri="{FF2B5EF4-FFF2-40B4-BE49-F238E27FC236}">
                    <a16:creationId xmlns="" xmlns:a16="http://schemas.microsoft.com/office/drawing/2014/main" id="{032C23DF-A006-EC41-8986-D3A29EAAEE3A}"/>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9" name="Freeform 1078">
                <a:extLst>
                  <a:ext uri="{FF2B5EF4-FFF2-40B4-BE49-F238E27FC236}">
                    <a16:creationId xmlns="" xmlns:a16="http://schemas.microsoft.com/office/drawing/2014/main" id="{12058F0B-8516-DB42-97C6-166A9AB8DD4A}"/>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0" name="Freeform 1079">
                <a:extLst>
                  <a:ext uri="{FF2B5EF4-FFF2-40B4-BE49-F238E27FC236}">
                    <a16:creationId xmlns="" xmlns:a16="http://schemas.microsoft.com/office/drawing/2014/main" id="{E56484E4-7DE8-5D40-A604-ADBF9CAC6CD8}"/>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1" name="Freeform 1080">
                <a:extLst>
                  <a:ext uri="{FF2B5EF4-FFF2-40B4-BE49-F238E27FC236}">
                    <a16:creationId xmlns="" xmlns:a16="http://schemas.microsoft.com/office/drawing/2014/main" id="{F26D0989-3D25-C44A-99EB-C0C43C9CAD1A}"/>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2" name="Freeform 1081">
                <a:extLst>
                  <a:ext uri="{FF2B5EF4-FFF2-40B4-BE49-F238E27FC236}">
                    <a16:creationId xmlns="" xmlns:a16="http://schemas.microsoft.com/office/drawing/2014/main" id="{F72E0F31-1D88-144B-BBDB-07D0278D1933}"/>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71" name="Freeform 1082">
              <a:extLst>
                <a:ext uri="{FF2B5EF4-FFF2-40B4-BE49-F238E27FC236}">
                  <a16:creationId xmlns="" xmlns:a16="http://schemas.microsoft.com/office/drawing/2014/main" id="{ACBC1450-C521-8449-9515-C8DD92D56656}"/>
                </a:ext>
              </a:extLst>
            </p:cNvPr>
            <p:cNvSpPr>
              <a:spLocks/>
            </p:cNvSpPr>
            <p:nvPr/>
          </p:nvSpPr>
          <p:spPr bwMode="auto">
            <a:xfrm>
              <a:off x="2577" y="3043"/>
              <a:ext cx="614" cy="514"/>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2" name="Freeform 1083">
              <a:extLst>
                <a:ext uri="{FF2B5EF4-FFF2-40B4-BE49-F238E27FC236}">
                  <a16:creationId xmlns="" xmlns:a16="http://schemas.microsoft.com/office/drawing/2014/main" id="{FF494D13-5944-0E4F-BD7D-0B76A1DAD742}"/>
                </a:ext>
              </a:extLst>
            </p:cNvPr>
            <p:cNvSpPr>
              <a:spLocks/>
            </p:cNvSpPr>
            <p:nvPr/>
          </p:nvSpPr>
          <p:spPr bwMode="auto">
            <a:xfrm>
              <a:off x="1010" y="3084"/>
              <a:ext cx="1571" cy="469"/>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3" name="Freeform 1084">
              <a:extLst>
                <a:ext uri="{FF2B5EF4-FFF2-40B4-BE49-F238E27FC236}">
                  <a16:creationId xmlns="" xmlns:a16="http://schemas.microsoft.com/office/drawing/2014/main" id="{9558A80C-37DE-F248-8BD6-AB3D92B29761}"/>
                </a:ext>
              </a:extLst>
            </p:cNvPr>
            <p:cNvSpPr>
              <a:spLocks/>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4" name="Freeform 1085">
              <a:extLst>
                <a:ext uri="{FF2B5EF4-FFF2-40B4-BE49-F238E27FC236}">
                  <a16:creationId xmlns="" xmlns:a16="http://schemas.microsoft.com/office/drawing/2014/main" id="{B4C7A048-5EFA-F841-8C13-E26E13A6AE63}"/>
                </a:ext>
              </a:extLst>
            </p:cNvPr>
            <p:cNvSpPr>
              <a:spLocks/>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5" name="Freeform 1086">
              <a:extLst>
                <a:ext uri="{FF2B5EF4-FFF2-40B4-BE49-F238E27FC236}">
                  <a16:creationId xmlns="" xmlns:a16="http://schemas.microsoft.com/office/drawing/2014/main" id="{AEB574AA-8683-A443-B9F7-0D254045C3FE}"/>
                </a:ext>
              </a:extLst>
            </p:cNvPr>
            <p:cNvSpPr>
              <a:spLocks/>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6" name="Freeform 1087">
              <a:extLst>
                <a:ext uri="{FF2B5EF4-FFF2-40B4-BE49-F238E27FC236}">
                  <a16:creationId xmlns="" xmlns:a16="http://schemas.microsoft.com/office/drawing/2014/main" id="{F9C1D164-EACB-FA4C-A7B6-9E26AB4B776C}"/>
                </a:ext>
              </a:extLst>
            </p:cNvPr>
            <p:cNvSpPr>
              <a:spLocks/>
            </p:cNvSpPr>
            <p:nvPr/>
          </p:nvSpPr>
          <p:spPr bwMode="auto">
            <a:xfrm flipV="1">
              <a:off x="2549" y="2986"/>
              <a:ext cx="608" cy="467"/>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383" name="Group 590">
            <a:extLst>
              <a:ext uri="{FF2B5EF4-FFF2-40B4-BE49-F238E27FC236}">
                <a16:creationId xmlns="" xmlns:a16="http://schemas.microsoft.com/office/drawing/2014/main" id="{0E70B6A3-FE5E-A44E-9290-B5AD07E8CD4C}"/>
              </a:ext>
            </a:extLst>
          </p:cNvPr>
          <p:cNvGrpSpPr>
            <a:grpSpLocks/>
          </p:cNvGrpSpPr>
          <p:nvPr/>
        </p:nvGrpSpPr>
        <p:grpSpPr bwMode="auto">
          <a:xfrm flipH="1">
            <a:off x="8153909" y="5504657"/>
            <a:ext cx="345630" cy="320302"/>
            <a:chOff x="2839" y="3501"/>
            <a:chExt cx="755" cy="803"/>
          </a:xfrm>
        </p:grpSpPr>
        <p:pic>
          <p:nvPicPr>
            <p:cNvPr id="384" name="Picture 591" descr="desktop_computer_stylized_medium">
              <a:extLst>
                <a:ext uri="{FF2B5EF4-FFF2-40B4-BE49-F238E27FC236}">
                  <a16:creationId xmlns="" xmlns:a16="http://schemas.microsoft.com/office/drawing/2014/main" id="{F2BC7D5E-BF7D-1249-AFC8-B8B0E8165A3E}"/>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5" name="Freeform 592">
              <a:extLst>
                <a:ext uri="{FF2B5EF4-FFF2-40B4-BE49-F238E27FC236}">
                  <a16:creationId xmlns="" xmlns:a16="http://schemas.microsoft.com/office/drawing/2014/main" id="{5BDC8880-AD2D-4C4E-B14E-AAED9CDF1B48}"/>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386" name="Group 590">
            <a:extLst>
              <a:ext uri="{FF2B5EF4-FFF2-40B4-BE49-F238E27FC236}">
                <a16:creationId xmlns="" xmlns:a16="http://schemas.microsoft.com/office/drawing/2014/main" id="{F4D03415-B38F-5B44-9B13-ABF6FE4BB199}"/>
              </a:ext>
            </a:extLst>
          </p:cNvPr>
          <p:cNvGrpSpPr>
            <a:grpSpLocks/>
          </p:cNvGrpSpPr>
          <p:nvPr/>
        </p:nvGrpSpPr>
        <p:grpSpPr bwMode="auto">
          <a:xfrm flipH="1">
            <a:off x="8552134" y="5526130"/>
            <a:ext cx="345630" cy="320302"/>
            <a:chOff x="2839" y="3501"/>
            <a:chExt cx="755" cy="803"/>
          </a:xfrm>
        </p:grpSpPr>
        <p:pic>
          <p:nvPicPr>
            <p:cNvPr id="387" name="Picture 591" descr="desktop_computer_stylized_medium">
              <a:extLst>
                <a:ext uri="{FF2B5EF4-FFF2-40B4-BE49-F238E27FC236}">
                  <a16:creationId xmlns="" xmlns:a16="http://schemas.microsoft.com/office/drawing/2014/main" id="{32EA6117-AAC5-C94D-B49B-C43DF16E6002}"/>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8" name="Freeform 592">
              <a:extLst>
                <a:ext uri="{FF2B5EF4-FFF2-40B4-BE49-F238E27FC236}">
                  <a16:creationId xmlns="" xmlns:a16="http://schemas.microsoft.com/office/drawing/2014/main" id="{3508017E-8AA9-D647-891A-276887DA9B44}"/>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389" name="Group 1064">
            <a:extLst>
              <a:ext uri="{FF2B5EF4-FFF2-40B4-BE49-F238E27FC236}">
                <a16:creationId xmlns="" xmlns:a16="http://schemas.microsoft.com/office/drawing/2014/main" id="{8D491387-EBC3-2D40-9285-1F06C1D72E08}"/>
              </a:ext>
            </a:extLst>
          </p:cNvPr>
          <p:cNvGrpSpPr>
            <a:grpSpLocks/>
          </p:cNvGrpSpPr>
          <p:nvPr/>
        </p:nvGrpSpPr>
        <p:grpSpPr bwMode="auto">
          <a:xfrm>
            <a:off x="9534746" y="5795138"/>
            <a:ext cx="319264" cy="253379"/>
            <a:chOff x="877" y="1008"/>
            <a:chExt cx="2747" cy="2591"/>
          </a:xfrm>
        </p:grpSpPr>
        <p:pic>
          <p:nvPicPr>
            <p:cNvPr id="390" name="Picture 1065" descr="antenna_stylized">
              <a:extLst>
                <a:ext uri="{FF2B5EF4-FFF2-40B4-BE49-F238E27FC236}">
                  <a16:creationId xmlns="" xmlns:a16="http://schemas.microsoft.com/office/drawing/2014/main" id="{E1605A46-E7E7-DA4D-A7B1-3F2BF5D0E037}"/>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1" name="Picture 1066" descr="laptop_keyboard">
              <a:extLst>
                <a:ext uri="{FF2B5EF4-FFF2-40B4-BE49-F238E27FC236}">
                  <a16:creationId xmlns="" xmlns:a16="http://schemas.microsoft.com/office/drawing/2014/main" id="{E538A48B-7DCF-524B-8A59-631429692CBD}"/>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2" name="Freeform 1067">
              <a:extLst>
                <a:ext uri="{FF2B5EF4-FFF2-40B4-BE49-F238E27FC236}">
                  <a16:creationId xmlns="" xmlns:a16="http://schemas.microsoft.com/office/drawing/2014/main" id="{0DF72841-010E-EF4C-BF8A-912117577CBB}"/>
                </a:ext>
              </a:extLst>
            </p:cNvPr>
            <p:cNvSpPr>
              <a:spLocks/>
            </p:cNvSpPr>
            <p:nvPr/>
          </p:nvSpPr>
          <p:spPr bwMode="auto">
            <a:xfrm>
              <a:off x="1753" y="1603"/>
              <a:ext cx="1807" cy="1322"/>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93" name="Picture 1068" descr="screen">
              <a:extLst>
                <a:ext uri="{FF2B5EF4-FFF2-40B4-BE49-F238E27FC236}">
                  <a16:creationId xmlns="" xmlns:a16="http://schemas.microsoft.com/office/drawing/2014/main" id="{05FB75E6-02C0-C749-B8C1-6EE94751EFE8}"/>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4" name="Freeform 1069">
              <a:extLst>
                <a:ext uri="{FF2B5EF4-FFF2-40B4-BE49-F238E27FC236}">
                  <a16:creationId xmlns="" xmlns:a16="http://schemas.microsoft.com/office/drawing/2014/main" id="{2C42E210-EA7A-7243-97B1-C77EE2476096}"/>
                </a:ext>
              </a:extLst>
            </p:cNvPr>
            <p:cNvSpPr>
              <a:spLocks/>
            </p:cNvSpPr>
            <p:nvPr/>
          </p:nvSpPr>
          <p:spPr bwMode="auto">
            <a:xfrm>
              <a:off x="2082" y="1564"/>
              <a:ext cx="1531" cy="246"/>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5" name="Freeform 1070">
              <a:extLst>
                <a:ext uri="{FF2B5EF4-FFF2-40B4-BE49-F238E27FC236}">
                  <a16:creationId xmlns="" xmlns:a16="http://schemas.microsoft.com/office/drawing/2014/main" id="{020C16FB-B47C-5A40-8613-E3DA0F01335A}"/>
                </a:ext>
              </a:extLst>
            </p:cNvPr>
            <p:cNvSpPr>
              <a:spLocks/>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6" name="Freeform 1071">
              <a:extLst>
                <a:ext uri="{FF2B5EF4-FFF2-40B4-BE49-F238E27FC236}">
                  <a16:creationId xmlns="" xmlns:a16="http://schemas.microsoft.com/office/drawing/2014/main" id="{B6AF1532-CB13-784D-8AF3-B5F865952BA8}"/>
                </a:ext>
              </a:extLst>
            </p:cNvPr>
            <p:cNvSpPr>
              <a:spLocks/>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7" name="Freeform 1072">
              <a:extLst>
                <a:ext uri="{FF2B5EF4-FFF2-40B4-BE49-F238E27FC236}">
                  <a16:creationId xmlns="" xmlns:a16="http://schemas.microsoft.com/office/drawing/2014/main" id="{A71AE470-9F14-D044-93DB-3DCB5DBEBD96}"/>
                </a:ext>
              </a:extLst>
            </p:cNvPr>
            <p:cNvSpPr>
              <a:spLocks/>
            </p:cNvSpPr>
            <p:nvPr/>
          </p:nvSpPr>
          <p:spPr bwMode="auto">
            <a:xfrm>
              <a:off x="1732" y="2534"/>
              <a:ext cx="1680" cy="399"/>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8" name="Freeform 1073">
              <a:extLst>
                <a:ext uri="{FF2B5EF4-FFF2-40B4-BE49-F238E27FC236}">
                  <a16:creationId xmlns="" xmlns:a16="http://schemas.microsoft.com/office/drawing/2014/main" id="{7753045D-9842-CC41-9B0D-EB58149EA7D3}"/>
                </a:ext>
              </a:extLst>
            </p:cNvPr>
            <p:cNvSpPr>
              <a:spLocks/>
            </p:cNvSpPr>
            <p:nvPr/>
          </p:nvSpPr>
          <p:spPr bwMode="auto">
            <a:xfrm>
              <a:off x="3195" y="1755"/>
              <a:ext cx="429" cy="1187"/>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9" name="Freeform 1074">
              <a:extLst>
                <a:ext uri="{FF2B5EF4-FFF2-40B4-BE49-F238E27FC236}">
                  <a16:creationId xmlns="" xmlns:a16="http://schemas.microsoft.com/office/drawing/2014/main" id="{FB62560B-8A1D-1D4A-9C7F-3D1ED4E8CEDD}"/>
                </a:ext>
              </a:extLst>
            </p:cNvPr>
            <p:cNvSpPr>
              <a:spLocks/>
            </p:cNvSpPr>
            <p:nvPr/>
          </p:nvSpPr>
          <p:spPr bwMode="auto">
            <a:xfrm>
              <a:off x="1734" y="2587"/>
              <a:ext cx="1494" cy="394"/>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00" name="Group 1075">
              <a:extLst>
                <a:ext uri="{FF2B5EF4-FFF2-40B4-BE49-F238E27FC236}">
                  <a16:creationId xmlns="" xmlns:a16="http://schemas.microsoft.com/office/drawing/2014/main" id="{954A64CB-1C45-324C-8CBE-16624C1A0B84}"/>
                </a:ext>
              </a:extLst>
            </p:cNvPr>
            <p:cNvGrpSpPr>
              <a:grpSpLocks/>
            </p:cNvGrpSpPr>
            <p:nvPr/>
          </p:nvGrpSpPr>
          <p:grpSpPr bwMode="auto">
            <a:xfrm>
              <a:off x="1709" y="3008"/>
              <a:ext cx="507" cy="234"/>
              <a:chOff x="1740" y="2642"/>
              <a:chExt cx="752" cy="327"/>
            </a:xfrm>
          </p:grpSpPr>
          <p:sp>
            <p:nvSpPr>
              <p:cNvPr id="407" name="Freeform 1076">
                <a:extLst>
                  <a:ext uri="{FF2B5EF4-FFF2-40B4-BE49-F238E27FC236}">
                    <a16:creationId xmlns="" xmlns:a16="http://schemas.microsoft.com/office/drawing/2014/main" id="{69DEB18E-BA65-9043-A426-C13F767151ED}"/>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8" name="Freeform 1077">
                <a:extLst>
                  <a:ext uri="{FF2B5EF4-FFF2-40B4-BE49-F238E27FC236}">
                    <a16:creationId xmlns="" xmlns:a16="http://schemas.microsoft.com/office/drawing/2014/main" id="{4DE24D51-7581-B14D-B3B6-84A687083206}"/>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9" name="Freeform 1078">
                <a:extLst>
                  <a:ext uri="{FF2B5EF4-FFF2-40B4-BE49-F238E27FC236}">
                    <a16:creationId xmlns="" xmlns:a16="http://schemas.microsoft.com/office/drawing/2014/main" id="{EFD736A0-861B-7C41-B7C6-101FA03763F8}"/>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0" name="Freeform 1079">
                <a:extLst>
                  <a:ext uri="{FF2B5EF4-FFF2-40B4-BE49-F238E27FC236}">
                    <a16:creationId xmlns="" xmlns:a16="http://schemas.microsoft.com/office/drawing/2014/main" id="{8BD7163E-D90B-7647-AEF5-5CECAFA59C37}"/>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1" name="Freeform 1080">
                <a:extLst>
                  <a:ext uri="{FF2B5EF4-FFF2-40B4-BE49-F238E27FC236}">
                    <a16:creationId xmlns="" xmlns:a16="http://schemas.microsoft.com/office/drawing/2014/main" id="{FC877D4D-D065-104D-8CA3-E0607A9B3F87}"/>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2" name="Freeform 1081">
                <a:extLst>
                  <a:ext uri="{FF2B5EF4-FFF2-40B4-BE49-F238E27FC236}">
                    <a16:creationId xmlns="" xmlns:a16="http://schemas.microsoft.com/office/drawing/2014/main" id="{BA9728F5-6BD1-104C-9953-C37CCA79F582}"/>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401" name="Freeform 1082">
              <a:extLst>
                <a:ext uri="{FF2B5EF4-FFF2-40B4-BE49-F238E27FC236}">
                  <a16:creationId xmlns="" xmlns:a16="http://schemas.microsoft.com/office/drawing/2014/main" id="{D3A627E4-20E1-094F-91E7-9E62C1D73A8B}"/>
                </a:ext>
              </a:extLst>
            </p:cNvPr>
            <p:cNvSpPr>
              <a:spLocks/>
            </p:cNvSpPr>
            <p:nvPr/>
          </p:nvSpPr>
          <p:spPr bwMode="auto">
            <a:xfrm>
              <a:off x="2577" y="3043"/>
              <a:ext cx="614" cy="514"/>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2" name="Freeform 1083">
              <a:extLst>
                <a:ext uri="{FF2B5EF4-FFF2-40B4-BE49-F238E27FC236}">
                  <a16:creationId xmlns="" xmlns:a16="http://schemas.microsoft.com/office/drawing/2014/main" id="{DE5062C9-C70B-B74E-90B7-8B999FB4955F}"/>
                </a:ext>
              </a:extLst>
            </p:cNvPr>
            <p:cNvSpPr>
              <a:spLocks/>
            </p:cNvSpPr>
            <p:nvPr/>
          </p:nvSpPr>
          <p:spPr bwMode="auto">
            <a:xfrm>
              <a:off x="1010" y="3084"/>
              <a:ext cx="1571" cy="469"/>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3" name="Freeform 1084">
              <a:extLst>
                <a:ext uri="{FF2B5EF4-FFF2-40B4-BE49-F238E27FC236}">
                  <a16:creationId xmlns="" xmlns:a16="http://schemas.microsoft.com/office/drawing/2014/main" id="{60A19E6B-9711-D44A-9A86-78531884592C}"/>
                </a:ext>
              </a:extLst>
            </p:cNvPr>
            <p:cNvSpPr>
              <a:spLocks/>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4" name="Freeform 1085">
              <a:extLst>
                <a:ext uri="{FF2B5EF4-FFF2-40B4-BE49-F238E27FC236}">
                  <a16:creationId xmlns="" xmlns:a16="http://schemas.microsoft.com/office/drawing/2014/main" id="{DABF2084-7101-4A42-808E-03169821851D}"/>
                </a:ext>
              </a:extLst>
            </p:cNvPr>
            <p:cNvSpPr>
              <a:spLocks/>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5" name="Freeform 1086">
              <a:extLst>
                <a:ext uri="{FF2B5EF4-FFF2-40B4-BE49-F238E27FC236}">
                  <a16:creationId xmlns="" xmlns:a16="http://schemas.microsoft.com/office/drawing/2014/main" id="{3BECAB59-402D-C44C-8F0A-AC630F6F2AAC}"/>
                </a:ext>
              </a:extLst>
            </p:cNvPr>
            <p:cNvSpPr>
              <a:spLocks/>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6" name="Freeform 1087">
              <a:extLst>
                <a:ext uri="{FF2B5EF4-FFF2-40B4-BE49-F238E27FC236}">
                  <a16:creationId xmlns="" xmlns:a16="http://schemas.microsoft.com/office/drawing/2014/main" id="{C431D1EA-39CA-5549-B407-D7CBF12DC371}"/>
                </a:ext>
              </a:extLst>
            </p:cNvPr>
            <p:cNvSpPr>
              <a:spLocks/>
            </p:cNvSpPr>
            <p:nvPr/>
          </p:nvSpPr>
          <p:spPr bwMode="auto">
            <a:xfrm flipV="1">
              <a:off x="2549" y="2986"/>
              <a:ext cx="608" cy="467"/>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413" name="Freeform 984">
            <a:extLst>
              <a:ext uri="{FF2B5EF4-FFF2-40B4-BE49-F238E27FC236}">
                <a16:creationId xmlns="" xmlns:a16="http://schemas.microsoft.com/office/drawing/2014/main" id="{EF28E360-D52F-294F-97A4-5B43A7D60CE3}"/>
              </a:ext>
            </a:extLst>
          </p:cNvPr>
          <p:cNvSpPr>
            <a:spLocks/>
          </p:cNvSpPr>
          <p:nvPr/>
        </p:nvSpPr>
        <p:spPr bwMode="auto">
          <a:xfrm>
            <a:off x="10153593" y="5636971"/>
            <a:ext cx="34049" cy="332924"/>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4" name="Freeform 986">
            <a:extLst>
              <a:ext uri="{FF2B5EF4-FFF2-40B4-BE49-F238E27FC236}">
                <a16:creationId xmlns="" xmlns:a16="http://schemas.microsoft.com/office/drawing/2014/main" id="{9D5E80B1-F637-9E4D-BFD5-5F5ADB827A42}"/>
              </a:ext>
            </a:extLst>
          </p:cNvPr>
          <p:cNvSpPr>
            <a:spLocks/>
          </p:cNvSpPr>
          <p:nvPr/>
        </p:nvSpPr>
        <p:spPr bwMode="auto">
          <a:xfrm>
            <a:off x="10159970" y="5656923"/>
            <a:ext cx="20333" cy="308020"/>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5" name="Freeform 987">
            <a:extLst>
              <a:ext uri="{FF2B5EF4-FFF2-40B4-BE49-F238E27FC236}">
                <a16:creationId xmlns="" xmlns:a16="http://schemas.microsoft.com/office/drawing/2014/main" id="{F21D56DB-F5E9-8D44-92D9-C4770361B950}"/>
              </a:ext>
            </a:extLst>
          </p:cNvPr>
          <p:cNvSpPr>
            <a:spLocks/>
          </p:cNvSpPr>
          <p:nvPr/>
        </p:nvSpPr>
        <p:spPr bwMode="auto">
          <a:xfrm>
            <a:off x="10155518" y="5812753"/>
            <a:ext cx="31643" cy="27525"/>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6" name="Rectangle 988">
            <a:extLst>
              <a:ext uri="{FF2B5EF4-FFF2-40B4-BE49-F238E27FC236}">
                <a16:creationId xmlns="" xmlns:a16="http://schemas.microsoft.com/office/drawing/2014/main" id="{0447DE90-707A-1F42-8981-9A87D22C1D1D}"/>
              </a:ext>
            </a:extLst>
          </p:cNvPr>
          <p:cNvSpPr>
            <a:spLocks noChangeArrowheads="1"/>
          </p:cNvSpPr>
          <p:nvPr/>
        </p:nvSpPr>
        <p:spPr bwMode="auto">
          <a:xfrm>
            <a:off x="10026299" y="5674399"/>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17" name="Group 989">
            <a:extLst>
              <a:ext uri="{FF2B5EF4-FFF2-40B4-BE49-F238E27FC236}">
                <a16:creationId xmlns="" xmlns:a16="http://schemas.microsoft.com/office/drawing/2014/main" id="{A6C8AE16-7445-9845-8F83-A3F851D4F042}"/>
              </a:ext>
            </a:extLst>
          </p:cNvPr>
          <p:cNvGrpSpPr>
            <a:grpSpLocks/>
          </p:cNvGrpSpPr>
          <p:nvPr/>
        </p:nvGrpSpPr>
        <p:grpSpPr bwMode="auto">
          <a:xfrm>
            <a:off x="10091149" y="5671195"/>
            <a:ext cx="69903" cy="21117"/>
            <a:chOff x="614" y="2568"/>
            <a:chExt cx="725" cy="139"/>
          </a:xfrm>
        </p:grpSpPr>
        <p:sp>
          <p:nvSpPr>
            <p:cNvPr id="418" name="AutoShape 990">
              <a:extLst>
                <a:ext uri="{FF2B5EF4-FFF2-40B4-BE49-F238E27FC236}">
                  <a16:creationId xmlns="" xmlns:a16="http://schemas.microsoft.com/office/drawing/2014/main" id="{5E1B1032-2F46-EF4A-B472-E7BC9E83CB4B}"/>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19" name="AutoShape 991">
              <a:extLst>
                <a:ext uri="{FF2B5EF4-FFF2-40B4-BE49-F238E27FC236}">
                  <a16:creationId xmlns="" xmlns:a16="http://schemas.microsoft.com/office/drawing/2014/main" id="{F24B042A-2483-8545-A723-0074F55A1DC8}"/>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20" name="Rectangle 992">
            <a:extLst>
              <a:ext uri="{FF2B5EF4-FFF2-40B4-BE49-F238E27FC236}">
                <a16:creationId xmlns="" xmlns:a16="http://schemas.microsoft.com/office/drawing/2014/main" id="{E881C066-69A3-D649-893B-A3C4CB9FAE81}"/>
              </a:ext>
            </a:extLst>
          </p:cNvPr>
          <p:cNvSpPr>
            <a:spLocks noChangeArrowheads="1"/>
          </p:cNvSpPr>
          <p:nvPr/>
        </p:nvSpPr>
        <p:spPr bwMode="auto">
          <a:xfrm>
            <a:off x="10027502" y="5722750"/>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21" name="Group 993">
            <a:extLst>
              <a:ext uri="{FF2B5EF4-FFF2-40B4-BE49-F238E27FC236}">
                <a16:creationId xmlns="" xmlns:a16="http://schemas.microsoft.com/office/drawing/2014/main" id="{2B8081F4-DBFC-C442-BDEE-DF67BF3817BC}"/>
              </a:ext>
            </a:extLst>
          </p:cNvPr>
          <p:cNvGrpSpPr>
            <a:grpSpLocks/>
          </p:cNvGrpSpPr>
          <p:nvPr/>
        </p:nvGrpSpPr>
        <p:grpSpPr bwMode="auto">
          <a:xfrm>
            <a:off x="10090909" y="5718672"/>
            <a:ext cx="69903" cy="19515"/>
            <a:chOff x="614" y="2568"/>
            <a:chExt cx="725" cy="139"/>
          </a:xfrm>
        </p:grpSpPr>
        <p:sp>
          <p:nvSpPr>
            <p:cNvPr id="422" name="AutoShape 994">
              <a:extLst>
                <a:ext uri="{FF2B5EF4-FFF2-40B4-BE49-F238E27FC236}">
                  <a16:creationId xmlns="" xmlns:a16="http://schemas.microsoft.com/office/drawing/2014/main" id="{B9A9624E-B9DF-9A46-B31E-DD7EFD0F21E2}"/>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23" name="AutoShape 995">
              <a:extLst>
                <a:ext uri="{FF2B5EF4-FFF2-40B4-BE49-F238E27FC236}">
                  <a16:creationId xmlns="" xmlns:a16="http://schemas.microsoft.com/office/drawing/2014/main" id="{642F554B-5A88-A44B-AAB6-61F7D5A17F6A}"/>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24" name="Rectangle 996">
            <a:extLst>
              <a:ext uri="{FF2B5EF4-FFF2-40B4-BE49-F238E27FC236}">
                <a16:creationId xmlns="" xmlns:a16="http://schemas.microsoft.com/office/drawing/2014/main" id="{2F7E8752-11E5-3642-90E6-5285D40EA469}"/>
              </a:ext>
            </a:extLst>
          </p:cNvPr>
          <p:cNvSpPr>
            <a:spLocks noChangeArrowheads="1"/>
          </p:cNvSpPr>
          <p:nvPr/>
        </p:nvSpPr>
        <p:spPr bwMode="auto">
          <a:xfrm>
            <a:off x="10027502" y="5771101"/>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25" name="Rectangle 997">
            <a:extLst>
              <a:ext uri="{FF2B5EF4-FFF2-40B4-BE49-F238E27FC236}">
                <a16:creationId xmlns="" xmlns:a16="http://schemas.microsoft.com/office/drawing/2014/main" id="{C884D5C3-FF18-F04A-B4E2-7E02117C03FE}"/>
              </a:ext>
            </a:extLst>
          </p:cNvPr>
          <p:cNvSpPr>
            <a:spLocks noChangeArrowheads="1"/>
          </p:cNvSpPr>
          <p:nvPr/>
        </p:nvSpPr>
        <p:spPr bwMode="auto">
          <a:xfrm>
            <a:off x="10028705" y="5814938"/>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26" name="Group 998">
            <a:extLst>
              <a:ext uri="{FF2B5EF4-FFF2-40B4-BE49-F238E27FC236}">
                <a16:creationId xmlns="" xmlns:a16="http://schemas.microsoft.com/office/drawing/2014/main" id="{D321F228-396F-C44B-AA64-15D0F1B6CEFB}"/>
              </a:ext>
            </a:extLst>
          </p:cNvPr>
          <p:cNvGrpSpPr>
            <a:grpSpLocks/>
          </p:cNvGrpSpPr>
          <p:nvPr/>
        </p:nvGrpSpPr>
        <p:grpSpPr bwMode="auto">
          <a:xfrm>
            <a:off x="10089465" y="5810860"/>
            <a:ext cx="70024" cy="21991"/>
            <a:chOff x="614" y="2568"/>
            <a:chExt cx="725" cy="139"/>
          </a:xfrm>
        </p:grpSpPr>
        <p:sp>
          <p:nvSpPr>
            <p:cNvPr id="427" name="AutoShape 999">
              <a:extLst>
                <a:ext uri="{FF2B5EF4-FFF2-40B4-BE49-F238E27FC236}">
                  <a16:creationId xmlns="" xmlns:a16="http://schemas.microsoft.com/office/drawing/2014/main" id="{849EBD72-C779-B442-B144-4C92B9E79F20}"/>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28" name="AutoShape 1000">
              <a:extLst>
                <a:ext uri="{FF2B5EF4-FFF2-40B4-BE49-F238E27FC236}">
                  <a16:creationId xmlns="" xmlns:a16="http://schemas.microsoft.com/office/drawing/2014/main" id="{D93FB61F-FF29-F24D-8788-4165F508316D}"/>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29" name="Freeform 1001">
            <a:extLst>
              <a:ext uri="{FF2B5EF4-FFF2-40B4-BE49-F238E27FC236}">
                <a16:creationId xmlns="" xmlns:a16="http://schemas.microsoft.com/office/drawing/2014/main" id="{A40EEA2E-A801-414B-8FBC-BBC009ECE19B}"/>
              </a:ext>
            </a:extLst>
          </p:cNvPr>
          <p:cNvSpPr>
            <a:spLocks/>
          </p:cNvSpPr>
          <p:nvPr/>
        </p:nvSpPr>
        <p:spPr bwMode="auto">
          <a:xfrm>
            <a:off x="10156000" y="5771101"/>
            <a:ext cx="31643" cy="27380"/>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30" name="Group 1002">
            <a:extLst>
              <a:ext uri="{FF2B5EF4-FFF2-40B4-BE49-F238E27FC236}">
                <a16:creationId xmlns="" xmlns:a16="http://schemas.microsoft.com/office/drawing/2014/main" id="{F068EC4B-78B0-B24C-99A7-F96D6C86A2B9}"/>
              </a:ext>
            </a:extLst>
          </p:cNvPr>
          <p:cNvGrpSpPr>
            <a:grpSpLocks/>
          </p:cNvGrpSpPr>
          <p:nvPr/>
        </p:nvGrpSpPr>
        <p:grpSpPr bwMode="auto">
          <a:xfrm>
            <a:off x="10089946" y="5767169"/>
            <a:ext cx="70024" cy="20243"/>
            <a:chOff x="614" y="2568"/>
            <a:chExt cx="725" cy="139"/>
          </a:xfrm>
        </p:grpSpPr>
        <p:sp>
          <p:nvSpPr>
            <p:cNvPr id="431" name="AutoShape 1003">
              <a:extLst>
                <a:ext uri="{FF2B5EF4-FFF2-40B4-BE49-F238E27FC236}">
                  <a16:creationId xmlns="" xmlns:a16="http://schemas.microsoft.com/office/drawing/2014/main" id="{76307DFD-7DBD-DD4D-8615-A8A8D15D8233}"/>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32" name="AutoShape 1004">
              <a:extLst>
                <a:ext uri="{FF2B5EF4-FFF2-40B4-BE49-F238E27FC236}">
                  <a16:creationId xmlns="" xmlns:a16="http://schemas.microsoft.com/office/drawing/2014/main" id="{B5EA7410-FCB5-3C42-A74F-F566ABFADDB8}"/>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33" name="Rectangle 1005">
            <a:extLst>
              <a:ext uri="{FF2B5EF4-FFF2-40B4-BE49-F238E27FC236}">
                <a16:creationId xmlns="" xmlns:a16="http://schemas.microsoft.com/office/drawing/2014/main" id="{10238275-C02A-F74A-A765-B593C055F724}"/>
              </a:ext>
            </a:extLst>
          </p:cNvPr>
          <p:cNvSpPr>
            <a:spLocks noChangeArrowheads="1"/>
          </p:cNvSpPr>
          <p:nvPr/>
        </p:nvSpPr>
        <p:spPr bwMode="auto">
          <a:xfrm>
            <a:off x="10150946" y="5636388"/>
            <a:ext cx="8422" cy="332778"/>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34" name="Freeform 1006">
            <a:extLst>
              <a:ext uri="{FF2B5EF4-FFF2-40B4-BE49-F238E27FC236}">
                <a16:creationId xmlns="" xmlns:a16="http://schemas.microsoft.com/office/drawing/2014/main" id="{81D6D301-6C77-C64B-B2D0-382D840AA7FC}"/>
              </a:ext>
            </a:extLst>
          </p:cNvPr>
          <p:cNvSpPr>
            <a:spLocks/>
          </p:cNvSpPr>
          <p:nvPr/>
        </p:nvSpPr>
        <p:spPr bwMode="auto">
          <a:xfrm>
            <a:off x="10158887" y="5720566"/>
            <a:ext cx="28515" cy="31020"/>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5" name="Freeform 1007">
            <a:extLst>
              <a:ext uri="{FF2B5EF4-FFF2-40B4-BE49-F238E27FC236}">
                <a16:creationId xmlns="" xmlns:a16="http://schemas.microsoft.com/office/drawing/2014/main" id="{6966CA35-6F7B-6C4F-AEE3-078FED56DF20}"/>
              </a:ext>
            </a:extLst>
          </p:cNvPr>
          <p:cNvSpPr>
            <a:spLocks/>
          </p:cNvSpPr>
          <p:nvPr/>
        </p:nvSpPr>
        <p:spPr bwMode="auto">
          <a:xfrm>
            <a:off x="10159248" y="5672943"/>
            <a:ext cx="29357" cy="34953"/>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6" name="Oval 1008">
            <a:extLst>
              <a:ext uri="{FF2B5EF4-FFF2-40B4-BE49-F238E27FC236}">
                <a16:creationId xmlns="" xmlns:a16="http://schemas.microsoft.com/office/drawing/2014/main" id="{2CFA9381-C4F6-8A4A-BCBB-312388656716}"/>
              </a:ext>
            </a:extLst>
          </p:cNvPr>
          <p:cNvSpPr>
            <a:spLocks noChangeArrowheads="1"/>
          </p:cNvSpPr>
          <p:nvPr/>
        </p:nvSpPr>
        <p:spPr bwMode="auto">
          <a:xfrm>
            <a:off x="10183311" y="5954166"/>
            <a:ext cx="6016" cy="1383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37" name="Freeform 1009">
            <a:extLst>
              <a:ext uri="{FF2B5EF4-FFF2-40B4-BE49-F238E27FC236}">
                <a16:creationId xmlns="" xmlns:a16="http://schemas.microsoft.com/office/drawing/2014/main" id="{B30AEBEB-78E1-754E-BA64-FEE706BFF392}"/>
              </a:ext>
            </a:extLst>
          </p:cNvPr>
          <p:cNvSpPr>
            <a:spLocks/>
          </p:cNvSpPr>
          <p:nvPr/>
        </p:nvSpPr>
        <p:spPr bwMode="auto">
          <a:xfrm>
            <a:off x="10157684" y="5954603"/>
            <a:ext cx="29477" cy="29127"/>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8" name="AutoShape 1010">
            <a:extLst>
              <a:ext uri="{FF2B5EF4-FFF2-40B4-BE49-F238E27FC236}">
                <a16:creationId xmlns="" xmlns:a16="http://schemas.microsoft.com/office/drawing/2014/main" id="{F2779901-7D8F-784A-8E8D-397036700A71}"/>
              </a:ext>
            </a:extLst>
          </p:cNvPr>
          <p:cNvSpPr>
            <a:spLocks noChangeArrowheads="1"/>
          </p:cNvSpPr>
          <p:nvPr/>
        </p:nvSpPr>
        <p:spPr bwMode="auto">
          <a:xfrm>
            <a:off x="10017877" y="5963487"/>
            <a:ext cx="143898" cy="21845"/>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39" name="AutoShape 1011">
            <a:extLst>
              <a:ext uri="{FF2B5EF4-FFF2-40B4-BE49-F238E27FC236}">
                <a16:creationId xmlns="" xmlns:a16="http://schemas.microsoft.com/office/drawing/2014/main" id="{87A8BD55-4166-4643-A7DA-52B9D36F3801}"/>
              </a:ext>
            </a:extLst>
          </p:cNvPr>
          <p:cNvSpPr>
            <a:spLocks noChangeArrowheads="1"/>
          </p:cNvSpPr>
          <p:nvPr/>
        </p:nvSpPr>
        <p:spPr bwMode="auto">
          <a:xfrm>
            <a:off x="10026299" y="5969166"/>
            <a:ext cx="128257" cy="11505"/>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40" name="Oval 1012">
            <a:extLst>
              <a:ext uri="{FF2B5EF4-FFF2-40B4-BE49-F238E27FC236}">
                <a16:creationId xmlns="" xmlns:a16="http://schemas.microsoft.com/office/drawing/2014/main" id="{0F991E83-25F4-2549-B34F-7A98472010D7}"/>
              </a:ext>
            </a:extLst>
          </p:cNvPr>
          <p:cNvSpPr>
            <a:spLocks noChangeArrowheads="1"/>
          </p:cNvSpPr>
          <p:nvPr/>
        </p:nvSpPr>
        <p:spPr bwMode="auto">
          <a:xfrm>
            <a:off x="10038210" y="5920815"/>
            <a:ext cx="19130" cy="20680"/>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41" name="Oval 1013">
            <a:extLst>
              <a:ext uri="{FF2B5EF4-FFF2-40B4-BE49-F238E27FC236}">
                <a16:creationId xmlns="" xmlns:a16="http://schemas.microsoft.com/office/drawing/2014/main" id="{01F6513A-F015-D94A-929C-75D48673F75A}"/>
              </a:ext>
            </a:extLst>
          </p:cNvPr>
          <p:cNvSpPr>
            <a:spLocks noChangeArrowheads="1"/>
          </p:cNvSpPr>
          <p:nvPr/>
        </p:nvSpPr>
        <p:spPr bwMode="auto">
          <a:xfrm>
            <a:off x="10059867" y="5920815"/>
            <a:ext cx="19130" cy="2068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a:ln>
                <a:noFill/>
              </a:ln>
              <a:solidFill>
                <a:srgbClr val="FF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42" name="Oval 1014">
            <a:extLst>
              <a:ext uri="{FF2B5EF4-FFF2-40B4-BE49-F238E27FC236}">
                <a16:creationId xmlns="" xmlns:a16="http://schemas.microsoft.com/office/drawing/2014/main" id="{DF2F1710-E7DF-7E48-A534-44E42CD00502}"/>
              </a:ext>
            </a:extLst>
          </p:cNvPr>
          <p:cNvSpPr>
            <a:spLocks noChangeArrowheads="1"/>
          </p:cNvSpPr>
          <p:nvPr/>
        </p:nvSpPr>
        <p:spPr bwMode="auto">
          <a:xfrm>
            <a:off x="10080201" y="5920815"/>
            <a:ext cx="19130" cy="20680"/>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43" name="Rectangle 1015">
            <a:extLst>
              <a:ext uri="{FF2B5EF4-FFF2-40B4-BE49-F238E27FC236}">
                <a16:creationId xmlns="" xmlns:a16="http://schemas.microsoft.com/office/drawing/2014/main" id="{328DCBC9-32E9-FD44-B2CF-3BC801D59B6C}"/>
              </a:ext>
            </a:extLst>
          </p:cNvPr>
          <p:cNvSpPr>
            <a:spLocks noChangeArrowheads="1"/>
          </p:cNvSpPr>
          <p:nvPr/>
        </p:nvSpPr>
        <p:spPr bwMode="auto">
          <a:xfrm>
            <a:off x="10129410" y="5841444"/>
            <a:ext cx="9625" cy="110538"/>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47" name="Group 590">
            <a:extLst>
              <a:ext uri="{FF2B5EF4-FFF2-40B4-BE49-F238E27FC236}">
                <a16:creationId xmlns="" xmlns:a16="http://schemas.microsoft.com/office/drawing/2014/main" id="{CCAB7625-FEE3-BB4A-97C1-EF1CC2679904}"/>
              </a:ext>
            </a:extLst>
          </p:cNvPr>
          <p:cNvGrpSpPr>
            <a:grpSpLocks/>
          </p:cNvGrpSpPr>
          <p:nvPr/>
        </p:nvGrpSpPr>
        <p:grpSpPr bwMode="auto">
          <a:xfrm flipH="1">
            <a:off x="7773981" y="5281060"/>
            <a:ext cx="345630" cy="320302"/>
            <a:chOff x="2839" y="3501"/>
            <a:chExt cx="755" cy="803"/>
          </a:xfrm>
        </p:grpSpPr>
        <p:pic>
          <p:nvPicPr>
            <p:cNvPr id="451" name="Picture 591" descr="desktop_computer_stylized_medium">
              <a:extLst>
                <a:ext uri="{FF2B5EF4-FFF2-40B4-BE49-F238E27FC236}">
                  <a16:creationId xmlns="" xmlns:a16="http://schemas.microsoft.com/office/drawing/2014/main" id="{FC71EB74-5BE7-7A48-B637-5058D8494691}"/>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2" name="Freeform 592">
              <a:extLst>
                <a:ext uri="{FF2B5EF4-FFF2-40B4-BE49-F238E27FC236}">
                  <a16:creationId xmlns="" xmlns:a16="http://schemas.microsoft.com/office/drawing/2014/main" id="{B9007CC0-7362-AE4E-9B5B-742E3046FEFC}"/>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444" name="Rectangle 443">
            <a:extLst>
              <a:ext uri="{FF2B5EF4-FFF2-40B4-BE49-F238E27FC236}">
                <a16:creationId xmlns="" xmlns:a16="http://schemas.microsoft.com/office/drawing/2014/main" id="{C47118FD-7A98-6943-B3A3-B578E5FB9F06}"/>
              </a:ext>
            </a:extLst>
          </p:cNvPr>
          <p:cNvSpPr/>
          <p:nvPr/>
        </p:nvSpPr>
        <p:spPr>
          <a:xfrm>
            <a:off x="6406266" y="1372497"/>
            <a:ext cx="5359400" cy="4954628"/>
          </a:xfrm>
          <a:prstGeom prst="rect">
            <a:avLst/>
          </a:pr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446" name="Group 652">
            <a:extLst>
              <a:ext uri="{FF2B5EF4-FFF2-40B4-BE49-F238E27FC236}">
                <a16:creationId xmlns="" xmlns:a16="http://schemas.microsoft.com/office/drawing/2014/main" id="{84B474B2-2AC4-EC40-9EA0-B5E48CE68CBD}"/>
              </a:ext>
            </a:extLst>
          </p:cNvPr>
          <p:cNvGrpSpPr>
            <a:grpSpLocks/>
          </p:cNvGrpSpPr>
          <p:nvPr/>
        </p:nvGrpSpPr>
        <p:grpSpPr bwMode="auto">
          <a:xfrm>
            <a:off x="7750224" y="1859725"/>
            <a:ext cx="415925" cy="385763"/>
            <a:chOff x="2751" y="1851"/>
            <a:chExt cx="462" cy="478"/>
          </a:xfrm>
        </p:grpSpPr>
        <p:pic>
          <p:nvPicPr>
            <p:cNvPr id="453" name="Picture 653" descr="iphone_stylized_small">
              <a:extLst>
                <a:ext uri="{FF2B5EF4-FFF2-40B4-BE49-F238E27FC236}">
                  <a16:creationId xmlns="" xmlns:a16="http://schemas.microsoft.com/office/drawing/2014/main" id="{34A94CEC-DE5F-E64D-A5B4-F04DB32319EA}"/>
                </a:ext>
              </a:extLst>
            </p:cNvPr>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4" name="Picture 654" descr="antenna_radiation_stylized">
              <a:extLst>
                <a:ext uri="{FF2B5EF4-FFF2-40B4-BE49-F238E27FC236}">
                  <a16:creationId xmlns="" xmlns:a16="http://schemas.microsoft.com/office/drawing/2014/main" id="{67C4AABE-F80E-F846-A0E8-D555DE64EBB1}"/>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84" name="Group 950">
            <a:extLst>
              <a:ext uri="{FF2B5EF4-FFF2-40B4-BE49-F238E27FC236}">
                <a16:creationId xmlns="" xmlns:a16="http://schemas.microsoft.com/office/drawing/2014/main" id="{7CEBBAF6-579E-3943-B1EB-BB883618D6D9}"/>
              </a:ext>
            </a:extLst>
          </p:cNvPr>
          <p:cNvGrpSpPr>
            <a:grpSpLocks/>
          </p:cNvGrpSpPr>
          <p:nvPr/>
        </p:nvGrpSpPr>
        <p:grpSpPr bwMode="auto">
          <a:xfrm>
            <a:off x="10002508" y="5616400"/>
            <a:ext cx="214974" cy="403920"/>
            <a:chOff x="4140" y="429"/>
            <a:chExt cx="1425" cy="2396"/>
          </a:xfrm>
        </p:grpSpPr>
        <p:sp>
          <p:nvSpPr>
            <p:cNvPr id="485" name="Freeform 951">
              <a:extLst>
                <a:ext uri="{FF2B5EF4-FFF2-40B4-BE49-F238E27FC236}">
                  <a16:creationId xmlns="" xmlns:a16="http://schemas.microsoft.com/office/drawing/2014/main" id="{984581C6-7CED-A042-809F-11066F04B55E}"/>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6" name="Rectangle 952">
              <a:extLst>
                <a:ext uri="{FF2B5EF4-FFF2-40B4-BE49-F238E27FC236}">
                  <a16:creationId xmlns="" xmlns:a16="http://schemas.microsoft.com/office/drawing/2014/main" id="{0E0A78D4-7C3B-2143-AE69-FA504AD75E5E}"/>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87" name="Freeform 953">
              <a:extLst>
                <a:ext uri="{FF2B5EF4-FFF2-40B4-BE49-F238E27FC236}">
                  <a16:creationId xmlns="" xmlns:a16="http://schemas.microsoft.com/office/drawing/2014/main" id="{B0C7F238-A8B7-7443-8BA5-8939FF6B5572}"/>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8" name="Freeform 954">
              <a:extLst>
                <a:ext uri="{FF2B5EF4-FFF2-40B4-BE49-F238E27FC236}">
                  <a16:creationId xmlns="" xmlns:a16="http://schemas.microsoft.com/office/drawing/2014/main" id="{6F90FD17-11E4-EE4F-AF2F-7122C053E0C1}"/>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9" name="Rectangle 955">
              <a:extLst>
                <a:ext uri="{FF2B5EF4-FFF2-40B4-BE49-F238E27FC236}">
                  <a16:creationId xmlns="" xmlns:a16="http://schemas.microsoft.com/office/drawing/2014/main" id="{53A75298-B138-094F-9787-1B231F48063D}"/>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90" name="Group 956">
              <a:extLst>
                <a:ext uri="{FF2B5EF4-FFF2-40B4-BE49-F238E27FC236}">
                  <a16:creationId xmlns="" xmlns:a16="http://schemas.microsoft.com/office/drawing/2014/main" id="{AD456B50-CD82-6F4C-9CF1-09ABBC571C85}"/>
                </a:ext>
              </a:extLst>
            </p:cNvPr>
            <p:cNvGrpSpPr>
              <a:grpSpLocks/>
            </p:cNvGrpSpPr>
            <p:nvPr/>
          </p:nvGrpSpPr>
          <p:grpSpPr bwMode="auto">
            <a:xfrm>
              <a:off x="4749" y="668"/>
              <a:ext cx="581" cy="145"/>
              <a:chOff x="614" y="2568"/>
              <a:chExt cx="725" cy="139"/>
            </a:xfrm>
          </p:grpSpPr>
          <p:sp>
            <p:nvSpPr>
              <p:cNvPr id="515" name="AutoShape 957">
                <a:extLst>
                  <a:ext uri="{FF2B5EF4-FFF2-40B4-BE49-F238E27FC236}">
                    <a16:creationId xmlns="" xmlns:a16="http://schemas.microsoft.com/office/drawing/2014/main" id="{4C074F81-A723-5F4E-9479-CE1CDCFBCB88}"/>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16" name="AutoShape 958">
                <a:extLst>
                  <a:ext uri="{FF2B5EF4-FFF2-40B4-BE49-F238E27FC236}">
                    <a16:creationId xmlns="" xmlns:a16="http://schemas.microsoft.com/office/drawing/2014/main" id="{4DE71513-1E1D-B644-992C-AE6AB0DB1197}"/>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91" name="Rectangle 959">
              <a:extLst>
                <a:ext uri="{FF2B5EF4-FFF2-40B4-BE49-F238E27FC236}">
                  <a16:creationId xmlns="" xmlns:a16="http://schemas.microsoft.com/office/drawing/2014/main" id="{05D448DB-B3CB-C64D-8C4B-72D790DFFD42}"/>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92" name="Group 960">
              <a:extLst>
                <a:ext uri="{FF2B5EF4-FFF2-40B4-BE49-F238E27FC236}">
                  <a16:creationId xmlns="" xmlns:a16="http://schemas.microsoft.com/office/drawing/2014/main" id="{9CDEBDA5-A066-D749-B9E9-47DB05253D32}"/>
                </a:ext>
              </a:extLst>
            </p:cNvPr>
            <p:cNvGrpSpPr>
              <a:grpSpLocks/>
            </p:cNvGrpSpPr>
            <p:nvPr/>
          </p:nvGrpSpPr>
          <p:grpSpPr bwMode="auto">
            <a:xfrm>
              <a:off x="4747" y="994"/>
              <a:ext cx="581" cy="134"/>
              <a:chOff x="614" y="2568"/>
              <a:chExt cx="725" cy="139"/>
            </a:xfrm>
          </p:grpSpPr>
          <p:sp>
            <p:nvSpPr>
              <p:cNvPr id="513" name="AutoShape 961">
                <a:extLst>
                  <a:ext uri="{FF2B5EF4-FFF2-40B4-BE49-F238E27FC236}">
                    <a16:creationId xmlns="" xmlns:a16="http://schemas.microsoft.com/office/drawing/2014/main" id="{8E73CA32-EF58-EA45-A4FE-37E560EBE8C6}"/>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14" name="AutoShape 962">
                <a:extLst>
                  <a:ext uri="{FF2B5EF4-FFF2-40B4-BE49-F238E27FC236}">
                    <a16:creationId xmlns="" xmlns:a16="http://schemas.microsoft.com/office/drawing/2014/main" id="{2E2C05F9-1F42-CF46-83F8-339E874CF6FB}"/>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93" name="Rectangle 963">
              <a:extLst>
                <a:ext uri="{FF2B5EF4-FFF2-40B4-BE49-F238E27FC236}">
                  <a16:creationId xmlns="" xmlns:a16="http://schemas.microsoft.com/office/drawing/2014/main" id="{D2B5715C-9E55-D04D-BD32-A700B9DCC1E1}"/>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94" name="Rectangle 964">
              <a:extLst>
                <a:ext uri="{FF2B5EF4-FFF2-40B4-BE49-F238E27FC236}">
                  <a16:creationId xmlns="" xmlns:a16="http://schemas.microsoft.com/office/drawing/2014/main" id="{3A8FF8A7-C248-1B42-80FA-051974D95224}"/>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95" name="Group 965">
              <a:extLst>
                <a:ext uri="{FF2B5EF4-FFF2-40B4-BE49-F238E27FC236}">
                  <a16:creationId xmlns="" xmlns:a16="http://schemas.microsoft.com/office/drawing/2014/main" id="{8E71E5B0-A3F5-D344-B255-99112EB195F7}"/>
                </a:ext>
              </a:extLst>
            </p:cNvPr>
            <p:cNvGrpSpPr>
              <a:grpSpLocks/>
            </p:cNvGrpSpPr>
            <p:nvPr/>
          </p:nvGrpSpPr>
          <p:grpSpPr bwMode="auto">
            <a:xfrm>
              <a:off x="4735" y="1627"/>
              <a:ext cx="582" cy="151"/>
              <a:chOff x="614" y="2568"/>
              <a:chExt cx="725" cy="139"/>
            </a:xfrm>
          </p:grpSpPr>
          <p:sp>
            <p:nvSpPr>
              <p:cNvPr id="511" name="AutoShape 966">
                <a:extLst>
                  <a:ext uri="{FF2B5EF4-FFF2-40B4-BE49-F238E27FC236}">
                    <a16:creationId xmlns="" xmlns:a16="http://schemas.microsoft.com/office/drawing/2014/main" id="{A2F22898-EA39-FB4D-B255-ABCB1B7C1663}"/>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12" name="AutoShape 967">
                <a:extLst>
                  <a:ext uri="{FF2B5EF4-FFF2-40B4-BE49-F238E27FC236}">
                    <a16:creationId xmlns="" xmlns:a16="http://schemas.microsoft.com/office/drawing/2014/main" id="{FBF034BA-270B-6F40-B57B-8A19ABF2818D}"/>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96" name="Freeform 968">
              <a:extLst>
                <a:ext uri="{FF2B5EF4-FFF2-40B4-BE49-F238E27FC236}">
                  <a16:creationId xmlns="" xmlns:a16="http://schemas.microsoft.com/office/drawing/2014/main" id="{C6616798-D999-124B-8365-0FF6B1AC6B22}"/>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97" name="Group 969">
              <a:extLst>
                <a:ext uri="{FF2B5EF4-FFF2-40B4-BE49-F238E27FC236}">
                  <a16:creationId xmlns="" xmlns:a16="http://schemas.microsoft.com/office/drawing/2014/main" id="{0D2B7299-399C-9748-80B1-8B82EA570848}"/>
                </a:ext>
              </a:extLst>
            </p:cNvPr>
            <p:cNvGrpSpPr>
              <a:grpSpLocks/>
            </p:cNvGrpSpPr>
            <p:nvPr/>
          </p:nvGrpSpPr>
          <p:grpSpPr bwMode="auto">
            <a:xfrm>
              <a:off x="4739" y="1327"/>
              <a:ext cx="582" cy="139"/>
              <a:chOff x="614" y="2568"/>
              <a:chExt cx="725" cy="139"/>
            </a:xfrm>
          </p:grpSpPr>
          <p:sp>
            <p:nvSpPr>
              <p:cNvPr id="509" name="AutoShape 970">
                <a:extLst>
                  <a:ext uri="{FF2B5EF4-FFF2-40B4-BE49-F238E27FC236}">
                    <a16:creationId xmlns="" xmlns:a16="http://schemas.microsoft.com/office/drawing/2014/main" id="{791F8FFE-36CE-5D47-899C-7B6F5471D9AF}"/>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10" name="AutoShape 971">
                <a:extLst>
                  <a:ext uri="{FF2B5EF4-FFF2-40B4-BE49-F238E27FC236}">
                    <a16:creationId xmlns="" xmlns:a16="http://schemas.microsoft.com/office/drawing/2014/main" id="{96614370-C84C-644E-AF93-94853FD47AF1}"/>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98" name="Rectangle 972">
              <a:extLst>
                <a:ext uri="{FF2B5EF4-FFF2-40B4-BE49-F238E27FC236}">
                  <a16:creationId xmlns="" xmlns:a16="http://schemas.microsoft.com/office/drawing/2014/main" id="{3024E21F-4580-974D-A923-DBF7106EF158}"/>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99" name="Freeform 973">
              <a:extLst>
                <a:ext uri="{FF2B5EF4-FFF2-40B4-BE49-F238E27FC236}">
                  <a16:creationId xmlns="" xmlns:a16="http://schemas.microsoft.com/office/drawing/2014/main" id="{355CC750-A436-114A-B13D-15B18BE0099A}"/>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0" name="Freeform 974">
              <a:extLst>
                <a:ext uri="{FF2B5EF4-FFF2-40B4-BE49-F238E27FC236}">
                  <a16:creationId xmlns="" xmlns:a16="http://schemas.microsoft.com/office/drawing/2014/main" id="{D88AEB08-419C-994D-B9AF-2D260494D178}"/>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1" name="Oval 975">
              <a:extLst>
                <a:ext uri="{FF2B5EF4-FFF2-40B4-BE49-F238E27FC236}">
                  <a16:creationId xmlns="" xmlns:a16="http://schemas.microsoft.com/office/drawing/2014/main" id="{A70DC3D0-7F41-FB4E-BF25-4A8051E0D90D}"/>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2" name="Freeform 976">
              <a:extLst>
                <a:ext uri="{FF2B5EF4-FFF2-40B4-BE49-F238E27FC236}">
                  <a16:creationId xmlns="" xmlns:a16="http://schemas.microsoft.com/office/drawing/2014/main" id="{00011472-61BE-7D4E-BF36-C4C4F0A5D727}"/>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3" name="AutoShape 977">
              <a:extLst>
                <a:ext uri="{FF2B5EF4-FFF2-40B4-BE49-F238E27FC236}">
                  <a16:creationId xmlns="" xmlns:a16="http://schemas.microsoft.com/office/drawing/2014/main" id="{369D2889-1BFC-A340-B67F-54F258D6F1F5}"/>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4" name="AutoShape 978">
              <a:extLst>
                <a:ext uri="{FF2B5EF4-FFF2-40B4-BE49-F238E27FC236}">
                  <a16:creationId xmlns="" xmlns:a16="http://schemas.microsoft.com/office/drawing/2014/main" id="{CEFA09E5-3186-4445-AD94-60C0E15196AC}"/>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5" name="Oval 979">
              <a:extLst>
                <a:ext uri="{FF2B5EF4-FFF2-40B4-BE49-F238E27FC236}">
                  <a16:creationId xmlns="" xmlns:a16="http://schemas.microsoft.com/office/drawing/2014/main" id="{9AFADA62-C3CB-594F-8048-88710642763B}"/>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6" name="Oval 980">
              <a:extLst>
                <a:ext uri="{FF2B5EF4-FFF2-40B4-BE49-F238E27FC236}">
                  <a16:creationId xmlns="" xmlns:a16="http://schemas.microsoft.com/office/drawing/2014/main" id="{C82FFABC-4C4C-6243-9D2D-3C99FBC51814}"/>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a:ln>
                  <a:noFill/>
                </a:ln>
                <a:solidFill>
                  <a:srgbClr val="FF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7" name="Oval 981">
              <a:extLst>
                <a:ext uri="{FF2B5EF4-FFF2-40B4-BE49-F238E27FC236}">
                  <a16:creationId xmlns="" xmlns:a16="http://schemas.microsoft.com/office/drawing/2014/main" id="{C0EFDD4D-FB5A-6D4E-97DD-CFA89D4A9696}"/>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8" name="Rectangle 982">
              <a:extLst>
                <a:ext uri="{FF2B5EF4-FFF2-40B4-BE49-F238E27FC236}">
                  <a16:creationId xmlns="" xmlns:a16="http://schemas.microsoft.com/office/drawing/2014/main" id="{99A1B872-581F-BE49-AADF-3A6775C166D0}"/>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grpSp>
        <p:nvGrpSpPr>
          <p:cNvPr id="5" name="Group 4">
            <a:extLst>
              <a:ext uri="{FF2B5EF4-FFF2-40B4-BE49-F238E27FC236}">
                <a16:creationId xmlns="" xmlns:a16="http://schemas.microsoft.com/office/drawing/2014/main" id="{ECB1C97D-3768-4242-9FE4-DEE44A32C22B}"/>
              </a:ext>
            </a:extLst>
          </p:cNvPr>
          <p:cNvGrpSpPr/>
          <p:nvPr/>
        </p:nvGrpSpPr>
        <p:grpSpPr>
          <a:xfrm>
            <a:off x="7680324" y="1137866"/>
            <a:ext cx="3489213" cy="4926975"/>
            <a:chOff x="7680324" y="1137866"/>
            <a:chExt cx="3489213" cy="4926975"/>
          </a:xfrm>
        </p:grpSpPr>
        <p:sp>
          <p:nvSpPr>
            <p:cNvPr id="463" name="Freeform 917">
              <a:extLst>
                <a:ext uri="{FF2B5EF4-FFF2-40B4-BE49-F238E27FC236}">
                  <a16:creationId xmlns="" xmlns:a16="http://schemas.microsoft.com/office/drawing/2014/main" id="{ADACC4C8-123A-0642-ADC2-DC6E1D927429}"/>
                </a:ext>
              </a:extLst>
            </p:cNvPr>
            <p:cNvSpPr>
              <a:spLocks/>
            </p:cNvSpPr>
            <p:nvPr/>
          </p:nvSpPr>
          <p:spPr bwMode="auto">
            <a:xfrm>
              <a:off x="8005845" y="1190714"/>
              <a:ext cx="304800" cy="942975"/>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Lst>
              <a:ahLst/>
              <a:cxnLst>
                <a:cxn ang="T8">
                  <a:pos x="T0" y="T1"/>
                </a:cxn>
                <a:cxn ang="T9">
                  <a:pos x="T2" y="T3"/>
                </a:cxn>
                <a:cxn ang="T10">
                  <a:pos x="T4" y="T5"/>
                </a:cxn>
                <a:cxn ang="T11">
                  <a:pos x="T6" y="T7"/>
                </a:cxn>
              </a:cxnLst>
              <a:rect l="T12" t="T13" r="T14" b="T15"/>
              <a:pathLst>
                <a:path w="192" h="594">
                  <a:moveTo>
                    <a:pt x="0" y="594"/>
                  </a:moveTo>
                  <a:lnTo>
                    <a:pt x="192" y="0"/>
                  </a:lnTo>
                  <a:lnTo>
                    <a:pt x="192" y="515"/>
                  </a:lnTo>
                  <a:lnTo>
                    <a:pt x="0" y="594"/>
                  </a:lnTo>
                  <a:close/>
                </a:path>
              </a:pathLst>
            </a:custGeom>
            <a:gradFill rotWithShape="1">
              <a:gsLst>
                <a:gs pos="0">
                  <a:schemeClr val="bg1"/>
                </a:gs>
                <a:gs pos="100000">
                  <a:srgbClr val="CC00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2" name="Freeform 917">
              <a:extLst>
                <a:ext uri="{FF2B5EF4-FFF2-40B4-BE49-F238E27FC236}">
                  <a16:creationId xmlns="" xmlns:a16="http://schemas.microsoft.com/office/drawing/2014/main" id="{831FA212-BCFB-1F40-96A0-1C871E9EF3AB}"/>
                </a:ext>
              </a:extLst>
            </p:cNvPr>
            <p:cNvSpPr>
              <a:spLocks/>
            </p:cNvSpPr>
            <p:nvPr/>
          </p:nvSpPr>
          <p:spPr bwMode="auto">
            <a:xfrm>
              <a:off x="10104523" y="4775289"/>
              <a:ext cx="304800" cy="942975"/>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Lst>
              <a:ahLst/>
              <a:cxnLst>
                <a:cxn ang="T8">
                  <a:pos x="T0" y="T1"/>
                </a:cxn>
                <a:cxn ang="T9">
                  <a:pos x="T2" y="T3"/>
                </a:cxn>
                <a:cxn ang="T10">
                  <a:pos x="T4" y="T5"/>
                </a:cxn>
                <a:cxn ang="T11">
                  <a:pos x="T6" y="T7"/>
                </a:cxn>
              </a:cxnLst>
              <a:rect l="T12" t="T13" r="T14" b="T15"/>
              <a:pathLst>
                <a:path w="192" h="594">
                  <a:moveTo>
                    <a:pt x="0" y="594"/>
                  </a:moveTo>
                  <a:lnTo>
                    <a:pt x="192" y="0"/>
                  </a:lnTo>
                  <a:lnTo>
                    <a:pt x="192" y="515"/>
                  </a:lnTo>
                  <a:lnTo>
                    <a:pt x="0" y="594"/>
                  </a:lnTo>
                  <a:close/>
                </a:path>
              </a:pathLst>
            </a:custGeom>
            <a:gradFill rotWithShape="1">
              <a:gsLst>
                <a:gs pos="0">
                  <a:schemeClr val="bg1"/>
                </a:gs>
                <a:gs pos="100000">
                  <a:srgbClr val="CC00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 name="Group 3">
              <a:extLst>
                <a:ext uri="{FF2B5EF4-FFF2-40B4-BE49-F238E27FC236}">
                  <a16:creationId xmlns="" xmlns:a16="http://schemas.microsoft.com/office/drawing/2014/main" id="{5AD244DE-F453-1349-B665-A1EA38EE658E}"/>
                </a:ext>
              </a:extLst>
            </p:cNvPr>
            <p:cNvGrpSpPr/>
            <p:nvPr/>
          </p:nvGrpSpPr>
          <p:grpSpPr>
            <a:xfrm>
              <a:off x="7680324" y="1137866"/>
              <a:ext cx="3489213" cy="4926975"/>
              <a:chOff x="7680324" y="1137866"/>
              <a:chExt cx="3489213" cy="4926975"/>
            </a:xfrm>
          </p:grpSpPr>
          <p:sp>
            <p:nvSpPr>
              <p:cNvPr id="449" name="Oval 448">
                <a:extLst>
                  <a:ext uri="{FF2B5EF4-FFF2-40B4-BE49-F238E27FC236}">
                    <a16:creationId xmlns="" xmlns:a16="http://schemas.microsoft.com/office/drawing/2014/main" id="{D57ABF6C-635D-8547-9D46-7AFB160876AA}"/>
                  </a:ext>
                </a:extLst>
              </p:cNvPr>
              <p:cNvSpPr/>
              <p:nvPr/>
            </p:nvSpPr>
            <p:spPr>
              <a:xfrm>
                <a:off x="7680324" y="1814171"/>
                <a:ext cx="612303" cy="510069"/>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50" name="Oval 449">
                <a:extLst>
                  <a:ext uri="{FF2B5EF4-FFF2-40B4-BE49-F238E27FC236}">
                    <a16:creationId xmlns="" xmlns:a16="http://schemas.microsoft.com/office/drawing/2014/main" id="{2895CDC0-6EA0-564A-AFB6-E1E735A44F41}"/>
                  </a:ext>
                </a:extLst>
              </p:cNvPr>
              <p:cNvSpPr/>
              <p:nvPr/>
            </p:nvSpPr>
            <p:spPr>
              <a:xfrm>
                <a:off x="9823450" y="5554772"/>
                <a:ext cx="612303" cy="510069"/>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7" name="Group 6">
                <a:extLst>
                  <a:ext uri="{FF2B5EF4-FFF2-40B4-BE49-F238E27FC236}">
                    <a16:creationId xmlns="" xmlns:a16="http://schemas.microsoft.com/office/drawing/2014/main" id="{6CFEE881-E73C-8C4D-A5ED-9848E08F428B}"/>
                  </a:ext>
                </a:extLst>
              </p:cNvPr>
              <p:cNvGrpSpPr/>
              <p:nvPr/>
            </p:nvGrpSpPr>
            <p:grpSpPr>
              <a:xfrm>
                <a:off x="10288915" y="4742972"/>
                <a:ext cx="880622" cy="861812"/>
                <a:chOff x="10288915" y="4742972"/>
                <a:chExt cx="880622" cy="861812"/>
              </a:xfrm>
            </p:grpSpPr>
            <p:grpSp>
              <p:nvGrpSpPr>
                <p:cNvPr id="323" name="Group 950">
                  <a:extLst>
                    <a:ext uri="{FF2B5EF4-FFF2-40B4-BE49-F238E27FC236}">
                      <a16:creationId xmlns="" xmlns:a16="http://schemas.microsoft.com/office/drawing/2014/main" id="{BF16D25A-05F2-BD48-8851-FCCC3771B7E8}"/>
                    </a:ext>
                  </a:extLst>
                </p:cNvPr>
                <p:cNvGrpSpPr>
                  <a:grpSpLocks/>
                </p:cNvGrpSpPr>
                <p:nvPr/>
              </p:nvGrpSpPr>
              <p:grpSpPr bwMode="auto">
                <a:xfrm>
                  <a:off x="10288915" y="5273951"/>
                  <a:ext cx="177192" cy="330833"/>
                  <a:chOff x="4140" y="429"/>
                  <a:chExt cx="1425" cy="2396"/>
                </a:xfrm>
              </p:grpSpPr>
              <p:sp>
                <p:nvSpPr>
                  <p:cNvPr id="324" name="Freeform 951">
                    <a:extLst>
                      <a:ext uri="{FF2B5EF4-FFF2-40B4-BE49-F238E27FC236}">
                        <a16:creationId xmlns="" xmlns:a16="http://schemas.microsoft.com/office/drawing/2014/main" id="{72C50429-8235-E440-B0F8-ADCFAC748511}"/>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5" name="Rectangle 952">
                    <a:extLst>
                      <a:ext uri="{FF2B5EF4-FFF2-40B4-BE49-F238E27FC236}">
                        <a16:creationId xmlns="" xmlns:a16="http://schemas.microsoft.com/office/drawing/2014/main" id="{C8289D20-20EF-CE4A-B82D-CC6F98B220CD}"/>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26" name="Freeform 953">
                    <a:extLst>
                      <a:ext uri="{FF2B5EF4-FFF2-40B4-BE49-F238E27FC236}">
                        <a16:creationId xmlns="" xmlns:a16="http://schemas.microsoft.com/office/drawing/2014/main" id="{512EE24C-2BC1-5A45-B541-28FAD55222BB}"/>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7" name="Freeform 954">
                    <a:extLst>
                      <a:ext uri="{FF2B5EF4-FFF2-40B4-BE49-F238E27FC236}">
                        <a16:creationId xmlns="" xmlns:a16="http://schemas.microsoft.com/office/drawing/2014/main" id="{CC26DF50-FD02-994D-80F7-4CD21CC31FDE}"/>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8" name="Rectangle 955">
                    <a:extLst>
                      <a:ext uri="{FF2B5EF4-FFF2-40B4-BE49-F238E27FC236}">
                        <a16:creationId xmlns="" xmlns:a16="http://schemas.microsoft.com/office/drawing/2014/main" id="{12D5F885-EEB6-EA49-8F16-8E65F7B568A3}"/>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329" name="Group 956">
                    <a:extLst>
                      <a:ext uri="{FF2B5EF4-FFF2-40B4-BE49-F238E27FC236}">
                        <a16:creationId xmlns="" xmlns:a16="http://schemas.microsoft.com/office/drawing/2014/main" id="{4819CF1A-CAA2-2445-BACA-6333C67700FA}"/>
                      </a:ext>
                    </a:extLst>
                  </p:cNvPr>
                  <p:cNvGrpSpPr>
                    <a:grpSpLocks/>
                  </p:cNvGrpSpPr>
                  <p:nvPr/>
                </p:nvGrpSpPr>
                <p:grpSpPr bwMode="auto">
                  <a:xfrm>
                    <a:off x="4749" y="668"/>
                    <a:ext cx="581" cy="145"/>
                    <a:chOff x="614" y="2568"/>
                    <a:chExt cx="725" cy="139"/>
                  </a:xfrm>
                </p:grpSpPr>
                <p:sp>
                  <p:nvSpPr>
                    <p:cNvPr id="354" name="AutoShape 957">
                      <a:extLst>
                        <a:ext uri="{FF2B5EF4-FFF2-40B4-BE49-F238E27FC236}">
                          <a16:creationId xmlns="" xmlns:a16="http://schemas.microsoft.com/office/drawing/2014/main" id="{F403CAA7-7575-5B45-9B26-74060E67EDD8}"/>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55" name="AutoShape 958">
                      <a:extLst>
                        <a:ext uri="{FF2B5EF4-FFF2-40B4-BE49-F238E27FC236}">
                          <a16:creationId xmlns="" xmlns:a16="http://schemas.microsoft.com/office/drawing/2014/main" id="{E7C03107-B3D4-E74B-8026-51FC5FB4C97E}"/>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30" name="Rectangle 959">
                    <a:extLst>
                      <a:ext uri="{FF2B5EF4-FFF2-40B4-BE49-F238E27FC236}">
                        <a16:creationId xmlns="" xmlns:a16="http://schemas.microsoft.com/office/drawing/2014/main" id="{8C82FD14-8B3E-4C45-BA2F-1D536922BBF8}"/>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331" name="Group 960">
                    <a:extLst>
                      <a:ext uri="{FF2B5EF4-FFF2-40B4-BE49-F238E27FC236}">
                        <a16:creationId xmlns="" xmlns:a16="http://schemas.microsoft.com/office/drawing/2014/main" id="{848EC42A-6B0F-D74E-99AF-9287D4319DF2}"/>
                      </a:ext>
                    </a:extLst>
                  </p:cNvPr>
                  <p:cNvGrpSpPr>
                    <a:grpSpLocks/>
                  </p:cNvGrpSpPr>
                  <p:nvPr/>
                </p:nvGrpSpPr>
                <p:grpSpPr bwMode="auto">
                  <a:xfrm>
                    <a:off x="4747" y="994"/>
                    <a:ext cx="581" cy="134"/>
                    <a:chOff x="614" y="2568"/>
                    <a:chExt cx="725" cy="139"/>
                  </a:xfrm>
                </p:grpSpPr>
                <p:sp>
                  <p:nvSpPr>
                    <p:cNvPr id="352" name="AutoShape 961">
                      <a:extLst>
                        <a:ext uri="{FF2B5EF4-FFF2-40B4-BE49-F238E27FC236}">
                          <a16:creationId xmlns="" xmlns:a16="http://schemas.microsoft.com/office/drawing/2014/main" id="{5837F05C-C8FD-5D48-B46A-FAF46F8F6D0B}"/>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53" name="AutoShape 962">
                      <a:extLst>
                        <a:ext uri="{FF2B5EF4-FFF2-40B4-BE49-F238E27FC236}">
                          <a16:creationId xmlns="" xmlns:a16="http://schemas.microsoft.com/office/drawing/2014/main" id="{85884ACD-1556-C049-9208-BBD38D4BCBC0}"/>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32" name="Rectangle 963">
                    <a:extLst>
                      <a:ext uri="{FF2B5EF4-FFF2-40B4-BE49-F238E27FC236}">
                        <a16:creationId xmlns="" xmlns:a16="http://schemas.microsoft.com/office/drawing/2014/main" id="{BB3BDCEC-6ABC-7E44-B9C4-70680B6560C5}"/>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33" name="Rectangle 964">
                    <a:extLst>
                      <a:ext uri="{FF2B5EF4-FFF2-40B4-BE49-F238E27FC236}">
                        <a16:creationId xmlns="" xmlns:a16="http://schemas.microsoft.com/office/drawing/2014/main" id="{BF659529-BF75-D64D-A398-3F5F02E8D6F0}"/>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334" name="Group 965">
                    <a:extLst>
                      <a:ext uri="{FF2B5EF4-FFF2-40B4-BE49-F238E27FC236}">
                        <a16:creationId xmlns="" xmlns:a16="http://schemas.microsoft.com/office/drawing/2014/main" id="{08EED94E-296E-6944-AB01-4E0F74CF6006}"/>
                      </a:ext>
                    </a:extLst>
                  </p:cNvPr>
                  <p:cNvGrpSpPr>
                    <a:grpSpLocks/>
                  </p:cNvGrpSpPr>
                  <p:nvPr/>
                </p:nvGrpSpPr>
                <p:grpSpPr bwMode="auto">
                  <a:xfrm>
                    <a:off x="4735" y="1627"/>
                    <a:ext cx="582" cy="151"/>
                    <a:chOff x="614" y="2568"/>
                    <a:chExt cx="725" cy="139"/>
                  </a:xfrm>
                </p:grpSpPr>
                <p:sp>
                  <p:nvSpPr>
                    <p:cNvPr id="350" name="AutoShape 966">
                      <a:extLst>
                        <a:ext uri="{FF2B5EF4-FFF2-40B4-BE49-F238E27FC236}">
                          <a16:creationId xmlns="" xmlns:a16="http://schemas.microsoft.com/office/drawing/2014/main" id="{E45BC691-EDAB-5043-B974-6931BF4A1A74}"/>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51" name="AutoShape 967">
                      <a:extLst>
                        <a:ext uri="{FF2B5EF4-FFF2-40B4-BE49-F238E27FC236}">
                          <a16:creationId xmlns="" xmlns:a16="http://schemas.microsoft.com/office/drawing/2014/main" id="{BC4BCC73-0226-7344-A90F-A319311EB05E}"/>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35" name="Freeform 968">
                    <a:extLst>
                      <a:ext uri="{FF2B5EF4-FFF2-40B4-BE49-F238E27FC236}">
                        <a16:creationId xmlns="" xmlns:a16="http://schemas.microsoft.com/office/drawing/2014/main" id="{4D3CB3E6-04E9-DD42-A1E2-B9CFDE5F4080}"/>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336" name="Group 969">
                    <a:extLst>
                      <a:ext uri="{FF2B5EF4-FFF2-40B4-BE49-F238E27FC236}">
                        <a16:creationId xmlns="" xmlns:a16="http://schemas.microsoft.com/office/drawing/2014/main" id="{D3A85C8F-5C9D-004C-BED1-826FD6B7538B}"/>
                      </a:ext>
                    </a:extLst>
                  </p:cNvPr>
                  <p:cNvGrpSpPr>
                    <a:grpSpLocks/>
                  </p:cNvGrpSpPr>
                  <p:nvPr/>
                </p:nvGrpSpPr>
                <p:grpSpPr bwMode="auto">
                  <a:xfrm>
                    <a:off x="4739" y="1327"/>
                    <a:ext cx="582" cy="139"/>
                    <a:chOff x="614" y="2568"/>
                    <a:chExt cx="725" cy="139"/>
                  </a:xfrm>
                </p:grpSpPr>
                <p:sp>
                  <p:nvSpPr>
                    <p:cNvPr id="348" name="AutoShape 970">
                      <a:extLst>
                        <a:ext uri="{FF2B5EF4-FFF2-40B4-BE49-F238E27FC236}">
                          <a16:creationId xmlns="" xmlns:a16="http://schemas.microsoft.com/office/drawing/2014/main" id="{61DC189F-D857-CE49-9706-A99AFD074139}"/>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9" name="AutoShape 971">
                      <a:extLst>
                        <a:ext uri="{FF2B5EF4-FFF2-40B4-BE49-F238E27FC236}">
                          <a16:creationId xmlns="" xmlns:a16="http://schemas.microsoft.com/office/drawing/2014/main" id="{8FED6611-7057-CD45-9474-CA215533CFCA}"/>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37" name="Rectangle 972">
                    <a:extLst>
                      <a:ext uri="{FF2B5EF4-FFF2-40B4-BE49-F238E27FC236}">
                        <a16:creationId xmlns="" xmlns:a16="http://schemas.microsoft.com/office/drawing/2014/main" id="{043E3E2C-723D-CA49-8604-B8FA4FD29217}"/>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38" name="Freeform 973">
                    <a:extLst>
                      <a:ext uri="{FF2B5EF4-FFF2-40B4-BE49-F238E27FC236}">
                        <a16:creationId xmlns="" xmlns:a16="http://schemas.microsoft.com/office/drawing/2014/main" id="{A7D59DBF-B240-2743-8F05-CD66521792A4}"/>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9" name="Freeform 974">
                    <a:extLst>
                      <a:ext uri="{FF2B5EF4-FFF2-40B4-BE49-F238E27FC236}">
                        <a16:creationId xmlns="" xmlns:a16="http://schemas.microsoft.com/office/drawing/2014/main" id="{782758E0-5FA1-2541-8957-4820DA264444}"/>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0" name="Oval 975">
                    <a:extLst>
                      <a:ext uri="{FF2B5EF4-FFF2-40B4-BE49-F238E27FC236}">
                        <a16:creationId xmlns="" xmlns:a16="http://schemas.microsoft.com/office/drawing/2014/main" id="{E43434A9-1771-1841-B10D-00C68B13FB31}"/>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1" name="Freeform 976">
                    <a:extLst>
                      <a:ext uri="{FF2B5EF4-FFF2-40B4-BE49-F238E27FC236}">
                        <a16:creationId xmlns="" xmlns:a16="http://schemas.microsoft.com/office/drawing/2014/main" id="{7F3BC29B-77D4-0345-BC99-5EBDE5178647}"/>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2" name="AutoShape 977">
                    <a:extLst>
                      <a:ext uri="{FF2B5EF4-FFF2-40B4-BE49-F238E27FC236}">
                        <a16:creationId xmlns="" xmlns:a16="http://schemas.microsoft.com/office/drawing/2014/main" id="{AB8C4D5D-D558-0E48-B735-10A1700F94AB}"/>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3" name="AutoShape 978">
                    <a:extLst>
                      <a:ext uri="{FF2B5EF4-FFF2-40B4-BE49-F238E27FC236}">
                        <a16:creationId xmlns="" xmlns:a16="http://schemas.microsoft.com/office/drawing/2014/main" id="{A52E34C3-2A4E-6E43-AEAD-80E9029E9F40}"/>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4" name="Oval 979">
                    <a:extLst>
                      <a:ext uri="{FF2B5EF4-FFF2-40B4-BE49-F238E27FC236}">
                        <a16:creationId xmlns="" xmlns:a16="http://schemas.microsoft.com/office/drawing/2014/main" id="{CF996EB8-B8AF-1645-81FB-5C4480FC1083}"/>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5" name="Oval 980">
                    <a:extLst>
                      <a:ext uri="{FF2B5EF4-FFF2-40B4-BE49-F238E27FC236}">
                        <a16:creationId xmlns="" xmlns:a16="http://schemas.microsoft.com/office/drawing/2014/main" id="{6ABBF416-3D25-A54A-B9CB-9BC7B8D8BD14}"/>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a:ln>
                        <a:noFill/>
                      </a:ln>
                      <a:solidFill>
                        <a:srgbClr val="FF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6" name="Oval 981">
                    <a:extLst>
                      <a:ext uri="{FF2B5EF4-FFF2-40B4-BE49-F238E27FC236}">
                        <a16:creationId xmlns="" xmlns:a16="http://schemas.microsoft.com/office/drawing/2014/main" id="{BEBFB614-43B9-5A4B-8E5D-794244BE125E}"/>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7" name="Rectangle 982">
                    <a:extLst>
                      <a:ext uri="{FF2B5EF4-FFF2-40B4-BE49-F238E27FC236}">
                        <a16:creationId xmlns="" xmlns:a16="http://schemas.microsoft.com/office/drawing/2014/main" id="{C5CE1C8E-4047-8540-B7FB-EBAB3DBC6460}"/>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65" name="Rectangle 227">
                  <a:extLst>
                    <a:ext uri="{FF2B5EF4-FFF2-40B4-BE49-F238E27FC236}">
                      <a16:creationId xmlns="" xmlns:a16="http://schemas.microsoft.com/office/drawing/2014/main" id="{DDE0D48B-5AA6-5340-937B-33FE1BA44B20}"/>
                    </a:ext>
                  </a:extLst>
                </p:cNvPr>
                <p:cNvSpPr>
                  <a:spLocks noChangeArrowheads="1"/>
                </p:cNvSpPr>
                <p:nvPr/>
              </p:nvSpPr>
              <p:spPr bwMode="auto">
                <a:xfrm>
                  <a:off x="10452186" y="4753064"/>
                  <a:ext cx="676276" cy="776288"/>
                </a:xfrm>
                <a:prstGeom prst="rect">
                  <a:avLst/>
                </a:prstGeom>
                <a:solidFill>
                  <a:srgbClr val="0000A8"/>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66" name="Rectangle 228">
                  <a:extLst>
                    <a:ext uri="{FF2B5EF4-FFF2-40B4-BE49-F238E27FC236}">
                      <a16:creationId xmlns="" xmlns:a16="http://schemas.microsoft.com/office/drawing/2014/main" id="{AEBD2839-8A70-0849-9413-EA386C5B0A76}"/>
                    </a:ext>
                  </a:extLst>
                </p:cNvPr>
                <p:cNvSpPr>
                  <a:spLocks noChangeArrowheads="1"/>
                </p:cNvSpPr>
                <p:nvPr/>
              </p:nvSpPr>
              <p:spPr bwMode="auto">
                <a:xfrm>
                  <a:off x="10418848" y="4776877"/>
                  <a:ext cx="690563" cy="800100"/>
                </a:xfrm>
                <a:prstGeom prst="rect">
                  <a:avLst/>
                </a:prstGeom>
                <a:solidFill>
                  <a:schemeClr val="bg1"/>
                </a:solidFill>
                <a:ln w="12700">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67" name="Rectangle 229">
                  <a:extLst>
                    <a:ext uri="{FF2B5EF4-FFF2-40B4-BE49-F238E27FC236}">
                      <a16:creationId xmlns="" xmlns:a16="http://schemas.microsoft.com/office/drawing/2014/main" id="{66D99AF7-74D7-B440-A1E0-2DC5D0A5EFA3}"/>
                    </a:ext>
                  </a:extLst>
                </p:cNvPr>
                <p:cNvSpPr>
                  <a:spLocks noChangeArrowheads="1"/>
                </p:cNvSpPr>
                <p:nvPr/>
              </p:nvSpPr>
              <p:spPr bwMode="auto">
                <a:xfrm>
                  <a:off x="10425991" y="4930726"/>
                  <a:ext cx="676276" cy="186668"/>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68" name="Text Box 230">
                  <a:extLst>
                    <a:ext uri="{FF2B5EF4-FFF2-40B4-BE49-F238E27FC236}">
                      <a16:creationId xmlns="" xmlns:a16="http://schemas.microsoft.com/office/drawing/2014/main" id="{0C785C80-53AC-EA4E-992A-05BE1EFF5EBC}"/>
                    </a:ext>
                  </a:extLst>
                </p:cNvPr>
                <p:cNvSpPr txBox="1">
                  <a:spLocks noChangeArrowheads="1"/>
                </p:cNvSpPr>
                <p:nvPr/>
              </p:nvSpPr>
              <p:spPr bwMode="auto">
                <a:xfrm>
                  <a:off x="10355149" y="4742972"/>
                  <a:ext cx="814388"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application</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white"/>
                      </a:solidFill>
                      <a:effectLst/>
                      <a:uLnTx/>
                      <a:uFillTx/>
                      <a:latin typeface="Arial" panose="020B0604020202020204" pitchFamily="34" charset="0"/>
                      <a:ea typeface="ＭＳ Ｐゴシック" panose="020B0600070205080204" pitchFamily="34" charset="-128"/>
                      <a:cs typeface="+mn-cs"/>
                    </a:rPr>
                    <a:t>transport</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network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data link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physical</a:t>
                  </a: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69" name="Line 231">
                  <a:extLst>
                    <a:ext uri="{FF2B5EF4-FFF2-40B4-BE49-F238E27FC236}">
                      <a16:creationId xmlns="" xmlns:a16="http://schemas.microsoft.com/office/drawing/2014/main" id="{444422FC-4C08-2E49-AD0C-394B62D1B370}"/>
                    </a:ext>
                  </a:extLst>
                </p:cNvPr>
                <p:cNvSpPr>
                  <a:spLocks noChangeShapeType="1"/>
                </p:cNvSpPr>
                <p:nvPr/>
              </p:nvSpPr>
              <p:spPr bwMode="auto">
                <a:xfrm>
                  <a:off x="10418848" y="5119777"/>
                  <a:ext cx="690563" cy="47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0" name="Line 232">
                  <a:extLst>
                    <a:ext uri="{FF2B5EF4-FFF2-40B4-BE49-F238E27FC236}">
                      <a16:creationId xmlns="" xmlns:a16="http://schemas.microsoft.com/office/drawing/2014/main" id="{D3DF9882-BA24-4148-9227-6803DB03F930}"/>
                    </a:ext>
                  </a:extLst>
                </p:cNvPr>
                <p:cNvSpPr>
                  <a:spLocks noChangeShapeType="1"/>
                </p:cNvSpPr>
                <p:nvPr/>
              </p:nvSpPr>
              <p:spPr bwMode="auto">
                <a:xfrm>
                  <a:off x="10428373" y="5257889"/>
                  <a:ext cx="690563" cy="47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1" name="Line 233">
                  <a:extLst>
                    <a:ext uri="{FF2B5EF4-FFF2-40B4-BE49-F238E27FC236}">
                      <a16:creationId xmlns="" xmlns:a16="http://schemas.microsoft.com/office/drawing/2014/main" id="{238E9799-3D8B-F54E-BFBB-FE1237FADF63}"/>
                    </a:ext>
                  </a:extLst>
                </p:cNvPr>
                <p:cNvSpPr>
                  <a:spLocks noChangeShapeType="1"/>
                </p:cNvSpPr>
                <p:nvPr/>
              </p:nvSpPr>
              <p:spPr bwMode="auto">
                <a:xfrm>
                  <a:off x="10428373" y="5396002"/>
                  <a:ext cx="690563" cy="47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8" name="Group 7">
                <a:extLst>
                  <a:ext uri="{FF2B5EF4-FFF2-40B4-BE49-F238E27FC236}">
                    <a16:creationId xmlns="" xmlns:a16="http://schemas.microsoft.com/office/drawing/2014/main" id="{677610FF-4F61-2C4A-A861-FC0ED9C69928}"/>
                  </a:ext>
                </a:extLst>
              </p:cNvPr>
              <p:cNvGrpSpPr/>
              <p:nvPr/>
            </p:nvGrpSpPr>
            <p:grpSpPr>
              <a:xfrm>
                <a:off x="8252702" y="1137866"/>
                <a:ext cx="814388" cy="854075"/>
                <a:chOff x="9791027" y="656358"/>
                <a:chExt cx="814388" cy="854075"/>
              </a:xfrm>
            </p:grpSpPr>
            <p:sp>
              <p:nvSpPr>
                <p:cNvPr id="519" name="Rectangle 227">
                  <a:extLst>
                    <a:ext uri="{FF2B5EF4-FFF2-40B4-BE49-F238E27FC236}">
                      <a16:creationId xmlns="" xmlns:a16="http://schemas.microsoft.com/office/drawing/2014/main" id="{B61510CE-247E-1E43-BA4A-EC188AFE0CB8}"/>
                    </a:ext>
                  </a:extLst>
                </p:cNvPr>
                <p:cNvSpPr>
                  <a:spLocks noChangeArrowheads="1"/>
                </p:cNvSpPr>
                <p:nvPr/>
              </p:nvSpPr>
              <p:spPr bwMode="auto">
                <a:xfrm>
                  <a:off x="9888064" y="666450"/>
                  <a:ext cx="676276" cy="776288"/>
                </a:xfrm>
                <a:prstGeom prst="rect">
                  <a:avLst/>
                </a:prstGeom>
                <a:solidFill>
                  <a:srgbClr val="0000A8"/>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20" name="Rectangle 228">
                  <a:extLst>
                    <a:ext uri="{FF2B5EF4-FFF2-40B4-BE49-F238E27FC236}">
                      <a16:creationId xmlns="" xmlns:a16="http://schemas.microsoft.com/office/drawing/2014/main" id="{4174338D-3A0E-9747-819D-0C19F4DF4AA8}"/>
                    </a:ext>
                  </a:extLst>
                </p:cNvPr>
                <p:cNvSpPr>
                  <a:spLocks noChangeArrowheads="1"/>
                </p:cNvSpPr>
                <p:nvPr/>
              </p:nvSpPr>
              <p:spPr bwMode="auto">
                <a:xfrm>
                  <a:off x="9854726" y="690263"/>
                  <a:ext cx="690563" cy="800100"/>
                </a:xfrm>
                <a:prstGeom prst="rect">
                  <a:avLst/>
                </a:prstGeom>
                <a:solidFill>
                  <a:schemeClr val="bg1"/>
                </a:solidFill>
                <a:ln w="12700">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21" name="Rectangle 229">
                  <a:extLst>
                    <a:ext uri="{FF2B5EF4-FFF2-40B4-BE49-F238E27FC236}">
                      <a16:creationId xmlns="" xmlns:a16="http://schemas.microsoft.com/office/drawing/2014/main" id="{621AE13C-4ABC-334F-8206-4D5E08465C6E}"/>
                    </a:ext>
                  </a:extLst>
                </p:cNvPr>
                <p:cNvSpPr>
                  <a:spLocks noChangeArrowheads="1"/>
                </p:cNvSpPr>
                <p:nvPr/>
              </p:nvSpPr>
              <p:spPr bwMode="auto">
                <a:xfrm>
                  <a:off x="9861869" y="844112"/>
                  <a:ext cx="676276" cy="186668"/>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22" name="Text Box 230">
                  <a:extLst>
                    <a:ext uri="{FF2B5EF4-FFF2-40B4-BE49-F238E27FC236}">
                      <a16:creationId xmlns="" xmlns:a16="http://schemas.microsoft.com/office/drawing/2014/main" id="{CA38D367-F86F-AB43-B21E-1EEE691D3D74}"/>
                    </a:ext>
                  </a:extLst>
                </p:cNvPr>
                <p:cNvSpPr txBox="1">
                  <a:spLocks noChangeArrowheads="1"/>
                </p:cNvSpPr>
                <p:nvPr/>
              </p:nvSpPr>
              <p:spPr bwMode="auto">
                <a:xfrm>
                  <a:off x="9791027" y="656358"/>
                  <a:ext cx="814388"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application</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white"/>
                      </a:solidFill>
                      <a:effectLst/>
                      <a:uLnTx/>
                      <a:uFillTx/>
                      <a:latin typeface="Arial" panose="020B0604020202020204" pitchFamily="34" charset="0"/>
                      <a:ea typeface="ＭＳ Ｐゴシック" panose="020B0600070205080204" pitchFamily="34" charset="-128"/>
                      <a:cs typeface="+mn-cs"/>
                    </a:rPr>
                    <a:t>transport</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network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data link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physical</a:t>
                  </a: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23" name="Line 231">
                  <a:extLst>
                    <a:ext uri="{FF2B5EF4-FFF2-40B4-BE49-F238E27FC236}">
                      <a16:creationId xmlns="" xmlns:a16="http://schemas.microsoft.com/office/drawing/2014/main" id="{A3474A7D-75ED-1D4F-BB1C-5BA4ECFE69E7}"/>
                    </a:ext>
                  </a:extLst>
                </p:cNvPr>
                <p:cNvSpPr>
                  <a:spLocks noChangeShapeType="1"/>
                </p:cNvSpPr>
                <p:nvPr/>
              </p:nvSpPr>
              <p:spPr bwMode="auto">
                <a:xfrm>
                  <a:off x="9854726" y="1033163"/>
                  <a:ext cx="690563" cy="47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4" name="Line 232">
                  <a:extLst>
                    <a:ext uri="{FF2B5EF4-FFF2-40B4-BE49-F238E27FC236}">
                      <a16:creationId xmlns="" xmlns:a16="http://schemas.microsoft.com/office/drawing/2014/main" id="{79D6BFCD-0081-1543-8A02-CDC78B944799}"/>
                    </a:ext>
                  </a:extLst>
                </p:cNvPr>
                <p:cNvSpPr>
                  <a:spLocks noChangeShapeType="1"/>
                </p:cNvSpPr>
                <p:nvPr/>
              </p:nvSpPr>
              <p:spPr bwMode="auto">
                <a:xfrm>
                  <a:off x="9864251" y="1171275"/>
                  <a:ext cx="690563" cy="47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5" name="Line 233">
                  <a:extLst>
                    <a:ext uri="{FF2B5EF4-FFF2-40B4-BE49-F238E27FC236}">
                      <a16:creationId xmlns="" xmlns:a16="http://schemas.microsoft.com/office/drawing/2014/main" id="{539E5FFB-197B-6F44-A1D2-C9A93359AB7C}"/>
                    </a:ext>
                  </a:extLst>
                </p:cNvPr>
                <p:cNvSpPr>
                  <a:spLocks noChangeShapeType="1"/>
                </p:cNvSpPr>
                <p:nvPr/>
              </p:nvSpPr>
              <p:spPr bwMode="auto">
                <a:xfrm>
                  <a:off x="9864251" y="1309388"/>
                  <a:ext cx="690563" cy="47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558" name="Up-Down Arrow 557">
                <a:extLst>
                  <a:ext uri="{FF2B5EF4-FFF2-40B4-BE49-F238E27FC236}">
                    <a16:creationId xmlns="" xmlns:a16="http://schemas.microsoft.com/office/drawing/2014/main" id="{1F1264FF-C88C-CF4E-85AF-1CB82BE0554E}"/>
                  </a:ext>
                </a:extLst>
              </p:cNvPr>
              <p:cNvSpPr/>
              <p:nvPr/>
            </p:nvSpPr>
            <p:spPr>
              <a:xfrm rot="19889198">
                <a:off x="9544123" y="1270072"/>
                <a:ext cx="626354" cy="3838406"/>
              </a:xfrm>
              <a:prstGeom prst="upDown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59" name="TextBox 558">
                <a:extLst>
                  <a:ext uri="{FF2B5EF4-FFF2-40B4-BE49-F238E27FC236}">
                    <a16:creationId xmlns="" xmlns:a16="http://schemas.microsoft.com/office/drawing/2014/main" id="{BDB4ECF5-2BA8-034C-9E12-98E6A9A3E77D}"/>
                  </a:ext>
                </a:extLst>
              </p:cNvPr>
              <p:cNvSpPr txBox="1"/>
              <p:nvPr/>
            </p:nvSpPr>
            <p:spPr>
              <a:xfrm rot="3706861">
                <a:off x="8640694" y="3103268"/>
                <a:ext cx="255044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logical end-end transport</a:t>
                </a:r>
              </a:p>
            </p:txBody>
          </p:sp>
        </p:grpSp>
      </p:grpSp>
      <p:sp>
        <p:nvSpPr>
          <p:cNvPr id="517" name="Rectangle 3">
            <a:extLst>
              <a:ext uri="{FF2B5EF4-FFF2-40B4-BE49-F238E27FC236}">
                <a16:creationId xmlns="" xmlns:a16="http://schemas.microsoft.com/office/drawing/2014/main" id="{5DD1F129-FF75-B647-8A9A-42B6C0C7E416}"/>
              </a:ext>
            </a:extLst>
          </p:cNvPr>
          <p:cNvSpPr txBox="1">
            <a:spLocks noChangeArrowheads="1"/>
          </p:cNvSpPr>
          <p:nvPr/>
        </p:nvSpPr>
        <p:spPr>
          <a:xfrm>
            <a:off x="684691" y="2787535"/>
            <a:ext cx="5815703" cy="2327753"/>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transport protocols actions in end systems: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sender: breaks application messages into </a:t>
            </a:r>
            <a:r>
              <a:rPr kumimoji="0" lang="en-US" sz="2400" b="0" i="1" u="none" strike="noStrike" kern="1200" cap="none" spc="0" normalizeH="0" baseline="0" noProof="0" dirty="0">
                <a:ln>
                  <a:noFill/>
                </a:ln>
                <a:solidFill>
                  <a:srgbClr val="CC0000"/>
                </a:solidFill>
                <a:effectLst/>
                <a:uLnTx/>
                <a:uFillTx/>
                <a:latin typeface="Calibri" panose="020F0502020204030204"/>
                <a:ea typeface="+mn-ea"/>
                <a:cs typeface="+mn-cs"/>
              </a:rPr>
              <a:t>segments</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passes to </a:t>
            </a:r>
            <a:r>
              <a:rPr kumimoji="0" lang="en-US" sz="2400" b="0" i="0" u="none" strike="noStrike" kern="1200" cap="none" spc="0" normalizeH="0" baseline="0" noProof="0" dirty="0" smtClean="0">
                <a:ln>
                  <a:noFill/>
                </a:ln>
                <a:solidFill>
                  <a:prstClr val="black"/>
                </a:solidFill>
                <a:effectLst/>
                <a:uLnTx/>
                <a:uFillTx/>
                <a:latin typeface="Calibri" panose="020F0502020204030204"/>
                <a:ea typeface="+mn-ea"/>
                <a:cs typeface="+mn-cs"/>
              </a:rPr>
              <a:t>network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layer</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receiver: reassembles segments into messages, passes to application layer</a:t>
            </a:r>
          </a:p>
        </p:txBody>
      </p:sp>
      <p:sp>
        <p:nvSpPr>
          <p:cNvPr id="518" name="Rectangle 3">
            <a:extLst>
              <a:ext uri="{FF2B5EF4-FFF2-40B4-BE49-F238E27FC236}">
                <a16:creationId xmlns="" xmlns:a16="http://schemas.microsoft.com/office/drawing/2014/main" id="{C3EBA7FC-18E1-7D43-9310-976F49009C6C}"/>
              </a:ext>
            </a:extLst>
          </p:cNvPr>
          <p:cNvSpPr txBox="1">
            <a:spLocks noChangeArrowheads="1"/>
          </p:cNvSpPr>
          <p:nvPr/>
        </p:nvSpPr>
        <p:spPr>
          <a:xfrm>
            <a:off x="681217" y="5165099"/>
            <a:ext cx="5815703" cy="1448546"/>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two transport protocols available to Internet applications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TCP, UDP</a:t>
            </a:r>
          </a:p>
        </p:txBody>
      </p:sp>
      <p:sp>
        <p:nvSpPr>
          <p:cNvPr id="526" name="Slide Number Placeholder 2">
            <a:extLst>
              <a:ext uri="{FF2B5EF4-FFF2-40B4-BE49-F238E27FC236}">
                <a16:creationId xmlns="" xmlns:a16="http://schemas.microsoft.com/office/drawing/2014/main" id="{58250C2D-03C7-2C42-9317-E77099EDA1D2}"/>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7</a:t>
            </a:fld>
            <a:endParaRPr lang="en-US" dirty="0"/>
          </a:p>
        </p:txBody>
      </p:sp>
    </p:spTree>
    <p:extLst>
      <p:ext uri="{BB962C8B-B14F-4D97-AF65-F5344CB8AC3E}">
        <p14:creationId xmlns:p14="http://schemas.microsoft.com/office/powerpoint/2010/main" val="3758367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44"/>
                                        </p:tgtEl>
                                        <p:attrNameLst>
                                          <p:attrName>style.visibility</p:attrName>
                                        </p:attrNameLst>
                                      </p:cBhvr>
                                      <p:to>
                                        <p:strVal val="visible"/>
                                      </p:to>
                                    </p:set>
                                    <p:animEffect transition="in" filter="dissolve">
                                      <p:cBhvr>
                                        <p:cTn id="10" dur="500"/>
                                        <p:tgtEl>
                                          <p:spTgt spid="444"/>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517"/>
                                        </p:tgtEl>
                                        <p:attrNameLst>
                                          <p:attrName>style.visibility</p:attrName>
                                        </p:attrNameLst>
                                      </p:cBhvr>
                                      <p:to>
                                        <p:strVal val="visible"/>
                                      </p:to>
                                    </p:set>
                                    <p:animEffect transition="in" filter="dissolve">
                                      <p:cBhvr>
                                        <p:cTn id="15" dur="500"/>
                                        <p:tgtEl>
                                          <p:spTgt spid="517"/>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518"/>
                                        </p:tgtEl>
                                        <p:attrNameLst>
                                          <p:attrName>style.visibility</p:attrName>
                                        </p:attrNameLst>
                                      </p:cBhvr>
                                      <p:to>
                                        <p:strVal val="visible"/>
                                      </p:to>
                                    </p:set>
                                    <p:animEffect transition="in" filter="dissolve">
                                      <p:cBhvr>
                                        <p:cTn id="20" dur="500"/>
                                        <p:tgtEl>
                                          <p:spTgt spid="5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4" grpId="0" animBg="1"/>
      <p:bldP spid="517" grpId="0"/>
      <p:bldP spid="51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704636" y="1221143"/>
            <a:ext cx="9353764" cy="4924677"/>
          </a:xfrm>
        </p:spPr>
        <p:txBody>
          <a:bodyPr>
            <a:normAutofit fontScale="92500" lnSpcReduction="20000"/>
          </a:bodyPr>
          <a:lstStyle/>
          <a:p>
            <a:r>
              <a:rPr lang="en-US" dirty="0"/>
              <a:t>The Transport Layer provides communication between processes running on different </a:t>
            </a:r>
            <a:r>
              <a:rPr lang="en-US" dirty="0" smtClean="0"/>
              <a:t>hosts. It </a:t>
            </a:r>
            <a:r>
              <a:rPr lang="en-US" dirty="0"/>
              <a:t>sits above the Network Layer</a:t>
            </a:r>
            <a:r>
              <a:rPr lang="en-US" dirty="0" smtClean="0"/>
              <a:t>.</a:t>
            </a:r>
          </a:p>
          <a:p>
            <a:r>
              <a:rPr lang="en-US" b="1" dirty="0" smtClean="0">
                <a:solidFill>
                  <a:srgbClr val="0000A3"/>
                </a:solidFill>
              </a:rPr>
              <a:t> Services of Transport layer</a:t>
            </a:r>
          </a:p>
          <a:p>
            <a:pPr marL="644525" indent="-514350">
              <a:buFont typeface="+mj-lt"/>
              <a:buAutoNum type="arabicPeriod"/>
            </a:pPr>
            <a:r>
              <a:rPr lang="en-US" dirty="0">
                <a:solidFill>
                  <a:srgbClr val="0000A3"/>
                </a:solidFill>
              </a:rPr>
              <a:t>Process-to-process </a:t>
            </a:r>
            <a:r>
              <a:rPr lang="en-US" dirty="0" smtClean="0">
                <a:solidFill>
                  <a:srgbClr val="0000A3"/>
                </a:solidFill>
              </a:rPr>
              <a:t>delivery: </a:t>
            </a:r>
            <a:r>
              <a:rPr lang="en-US" dirty="0" smtClean="0"/>
              <a:t>Network </a:t>
            </a:r>
            <a:r>
              <a:rPr lang="en-US" dirty="0"/>
              <a:t>layer </a:t>
            </a:r>
            <a:r>
              <a:rPr lang="en-US" dirty="0" smtClean="0"/>
              <a:t>provides host-to-host </a:t>
            </a:r>
            <a:r>
              <a:rPr lang="en-US" dirty="0"/>
              <a:t>delivery, but transport layer delivers data to the correct application (e.g., browser, email, video call</a:t>
            </a:r>
            <a:r>
              <a:rPr lang="en-US" dirty="0" smtClean="0"/>
              <a:t>).</a:t>
            </a:r>
          </a:p>
          <a:p>
            <a:pPr marL="644525" indent="-514350">
              <a:buFont typeface="+mj-lt"/>
              <a:buAutoNum type="arabicPeriod"/>
            </a:pPr>
            <a:r>
              <a:rPr lang="en-US" dirty="0">
                <a:solidFill>
                  <a:srgbClr val="0000A3"/>
                </a:solidFill>
              </a:rPr>
              <a:t>Multiplexing and </a:t>
            </a:r>
            <a:r>
              <a:rPr lang="en-US" dirty="0" smtClean="0">
                <a:solidFill>
                  <a:srgbClr val="0000A3"/>
                </a:solidFill>
              </a:rPr>
              <a:t>De-multiplexing:</a:t>
            </a:r>
          </a:p>
          <a:p>
            <a:r>
              <a:rPr lang="en-US" dirty="0" smtClean="0">
                <a:solidFill>
                  <a:srgbClr val="0000A3"/>
                </a:solidFill>
              </a:rPr>
              <a:t> </a:t>
            </a:r>
            <a:r>
              <a:rPr lang="en-US" b="1" dirty="0" smtClean="0"/>
              <a:t>Multiplexing</a:t>
            </a:r>
            <a:r>
              <a:rPr lang="en-US" b="1" dirty="0"/>
              <a:t>: </a:t>
            </a:r>
            <a:r>
              <a:rPr lang="en-US" dirty="0"/>
              <a:t>The transport layer collects data from multiple applications, adds transport layer headers (with port numbers), and passes them to the network layer as separate segments. This allows many applications to share the same network connection. </a:t>
            </a:r>
            <a:endParaRPr lang="en-US" dirty="0" smtClean="0"/>
          </a:p>
          <a:p>
            <a:r>
              <a:rPr lang="en-US" b="1" dirty="0" smtClean="0"/>
              <a:t>De-multiplexing</a:t>
            </a:r>
            <a:r>
              <a:rPr lang="en-US" b="1" dirty="0"/>
              <a:t>: </a:t>
            </a:r>
            <a:r>
              <a:rPr lang="en-US" dirty="0"/>
              <a:t>The transport layer receives segments from the network layer, checks the destination port numbers, and delivers each segment to the correct application process (e.g., web browser, email, etc.). </a:t>
            </a:r>
            <a:endParaRPr lang="en-US" dirty="0" smtClean="0"/>
          </a:p>
        </p:txBody>
      </p:sp>
      <p:sp>
        <p:nvSpPr>
          <p:cNvPr id="3" name="Title 2"/>
          <p:cNvSpPr>
            <a:spLocks noGrp="1"/>
          </p:cNvSpPr>
          <p:nvPr>
            <p:ph type="title"/>
          </p:nvPr>
        </p:nvSpPr>
        <p:spPr>
          <a:xfrm>
            <a:off x="838200" y="358921"/>
            <a:ext cx="10515600" cy="675071"/>
          </a:xfrm>
        </p:spPr>
        <p:txBody>
          <a:bodyPr>
            <a:normAutofit fontScale="90000"/>
          </a:bodyPr>
          <a:lstStyle/>
          <a:p>
            <a:r>
              <a:rPr lang="en-US" b="0" dirty="0">
                <a:latin typeface="+mn-lt"/>
              </a:rPr>
              <a:t>Transport services and protocols</a:t>
            </a:r>
          </a:p>
        </p:txBody>
      </p:sp>
      <p:sp>
        <p:nvSpPr>
          <p:cNvPr id="4" name="Slide Number Placeholder 3"/>
          <p:cNvSpPr>
            <a:spLocks noGrp="1"/>
          </p:cNvSpPr>
          <p:nvPr>
            <p:ph type="sldNum" sz="quarter" idx="4"/>
          </p:nvPr>
        </p:nvSpPr>
        <p:spPr/>
        <p:txBody>
          <a:bodyPr/>
          <a:lstStyle/>
          <a:p>
            <a:r>
              <a:rPr lang="en-US" smtClean="0"/>
              <a:t>Transport Layer: 3-</a:t>
            </a:r>
            <a:fld id="{C4204591-24BD-A542-B9D5-F8D8A88D2FEE}" type="slidenum">
              <a:rPr lang="en-US" smtClean="0"/>
              <a:pPr/>
              <a:t>8</a:t>
            </a:fld>
            <a:endParaRPr 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81249" y="1286730"/>
            <a:ext cx="1838325" cy="424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4821611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766280" y="1220593"/>
            <a:ext cx="11196535" cy="4740592"/>
          </a:xfrm>
        </p:spPr>
        <p:txBody>
          <a:bodyPr>
            <a:normAutofit lnSpcReduction="10000"/>
          </a:bodyPr>
          <a:lstStyle/>
          <a:p>
            <a:pPr marL="130175" indent="0">
              <a:buNone/>
            </a:pPr>
            <a:r>
              <a:rPr lang="en-US" dirty="0">
                <a:solidFill>
                  <a:srgbClr val="0000A3"/>
                </a:solidFill>
              </a:rPr>
              <a:t>3. </a:t>
            </a:r>
            <a:r>
              <a:rPr lang="en-US" dirty="0" smtClean="0">
                <a:solidFill>
                  <a:srgbClr val="0000A3"/>
                </a:solidFill>
              </a:rPr>
              <a:t>  Error </a:t>
            </a:r>
            <a:r>
              <a:rPr lang="en-US" dirty="0">
                <a:solidFill>
                  <a:srgbClr val="0000A3"/>
                </a:solidFill>
              </a:rPr>
              <a:t>control: </a:t>
            </a:r>
            <a:r>
              <a:rPr lang="en-US" dirty="0"/>
              <a:t>Detects corrupted data using </a:t>
            </a:r>
            <a:r>
              <a:rPr lang="en-US" dirty="0" smtClean="0"/>
              <a:t>checksums (error-detection </a:t>
            </a:r>
            <a:r>
              <a:rPr lang="en-US" dirty="0"/>
              <a:t>technique used to ensure data integrity during transmission</a:t>
            </a:r>
            <a:r>
              <a:rPr lang="en-US" dirty="0" smtClean="0"/>
              <a:t>).</a:t>
            </a:r>
          </a:p>
          <a:p>
            <a:pPr marL="130175" indent="0">
              <a:buNone/>
            </a:pPr>
            <a:r>
              <a:rPr lang="en-US" dirty="0" smtClean="0">
                <a:solidFill>
                  <a:srgbClr val="0000A3"/>
                </a:solidFill>
              </a:rPr>
              <a:t>4</a:t>
            </a:r>
            <a:r>
              <a:rPr lang="en-US" dirty="0">
                <a:solidFill>
                  <a:srgbClr val="0000A3"/>
                </a:solidFill>
              </a:rPr>
              <a:t>. </a:t>
            </a:r>
            <a:r>
              <a:rPr lang="en-US" dirty="0" smtClean="0">
                <a:solidFill>
                  <a:srgbClr val="0000A3"/>
                </a:solidFill>
              </a:rPr>
              <a:t>  Reliable </a:t>
            </a:r>
            <a:r>
              <a:rPr lang="en-US" dirty="0">
                <a:solidFill>
                  <a:srgbClr val="0000A3"/>
                </a:solidFill>
              </a:rPr>
              <a:t>data transfer (in reliable protocols): </a:t>
            </a:r>
            <a:endParaRPr lang="en-US" dirty="0" smtClean="0">
              <a:solidFill>
                <a:srgbClr val="0000A3"/>
              </a:solidFill>
            </a:endParaRPr>
          </a:p>
          <a:p>
            <a:pPr marL="130175" indent="0">
              <a:buNone/>
            </a:pPr>
            <a:r>
              <a:rPr lang="en-US" dirty="0">
                <a:solidFill>
                  <a:srgbClr val="0000A3"/>
                </a:solidFill>
              </a:rPr>
              <a:t> </a:t>
            </a:r>
            <a:r>
              <a:rPr lang="en-US" dirty="0" smtClean="0">
                <a:solidFill>
                  <a:srgbClr val="0000A3"/>
                </a:solidFill>
              </a:rPr>
              <a:t>     </a:t>
            </a:r>
            <a:r>
              <a:rPr lang="en-US" dirty="0" smtClean="0"/>
              <a:t>Ensures </a:t>
            </a:r>
            <a:r>
              <a:rPr lang="en-US" dirty="0"/>
              <a:t>data arrives </a:t>
            </a:r>
            <a:r>
              <a:rPr lang="en-US" dirty="0" smtClean="0"/>
              <a:t>without </a:t>
            </a:r>
            <a:r>
              <a:rPr lang="en-US" dirty="0"/>
              <a:t>loss, without duplication, and in </a:t>
            </a:r>
            <a:r>
              <a:rPr lang="en-US" dirty="0" smtClean="0"/>
              <a:t>order.  </a:t>
            </a:r>
          </a:p>
          <a:p>
            <a:pPr marL="644525" indent="-514350">
              <a:buAutoNum type="arabicPeriod" startAt="5"/>
            </a:pPr>
            <a:r>
              <a:rPr lang="en-US" dirty="0" smtClean="0">
                <a:solidFill>
                  <a:srgbClr val="0000A3"/>
                </a:solidFill>
              </a:rPr>
              <a:t>Flow control: </a:t>
            </a:r>
            <a:r>
              <a:rPr lang="en-US" dirty="0" smtClean="0"/>
              <a:t>Prevents </a:t>
            </a:r>
            <a:r>
              <a:rPr lang="en-US" dirty="0"/>
              <a:t>sender from overwhelming the receiver</a:t>
            </a:r>
            <a:r>
              <a:rPr lang="en-US" dirty="0" smtClean="0"/>
              <a:t>.</a:t>
            </a:r>
          </a:p>
          <a:p>
            <a:pPr marL="644525" indent="-514350">
              <a:buAutoNum type="arabicPeriod" startAt="5"/>
            </a:pPr>
            <a:r>
              <a:rPr lang="en-US" dirty="0" smtClean="0">
                <a:solidFill>
                  <a:srgbClr val="0000A3"/>
                </a:solidFill>
              </a:rPr>
              <a:t>Congestion control: </a:t>
            </a:r>
            <a:r>
              <a:rPr lang="en-US" dirty="0" smtClean="0"/>
              <a:t>Prevents </a:t>
            </a:r>
            <a:r>
              <a:rPr lang="en-US" dirty="0"/>
              <a:t>the network from being overloaded</a:t>
            </a:r>
            <a:r>
              <a:rPr lang="en-US" dirty="0" smtClean="0"/>
              <a:t>.</a:t>
            </a:r>
          </a:p>
          <a:p>
            <a:pPr marL="130175" indent="0">
              <a:buNone/>
            </a:pPr>
            <a:endParaRPr lang="en-US" b="1" dirty="0" smtClean="0">
              <a:solidFill>
                <a:srgbClr val="0000A3"/>
              </a:solidFill>
            </a:endParaRPr>
          </a:p>
          <a:p>
            <a:pPr marL="130175" indent="0">
              <a:buNone/>
            </a:pPr>
            <a:r>
              <a:rPr lang="en-US" b="1" dirty="0" smtClean="0">
                <a:solidFill>
                  <a:srgbClr val="0000A3"/>
                </a:solidFill>
              </a:rPr>
              <a:t>Transport </a:t>
            </a:r>
            <a:r>
              <a:rPr lang="en-US" b="1" dirty="0">
                <a:solidFill>
                  <a:srgbClr val="0000A3"/>
                </a:solidFill>
              </a:rPr>
              <a:t>Layer </a:t>
            </a:r>
            <a:r>
              <a:rPr lang="en-US" b="1" dirty="0" smtClean="0">
                <a:solidFill>
                  <a:srgbClr val="0000A3"/>
                </a:solidFill>
              </a:rPr>
              <a:t>Protocols:</a:t>
            </a:r>
          </a:p>
          <a:p>
            <a:pPr marL="130175" indent="0">
              <a:buNone/>
            </a:pPr>
            <a:r>
              <a:rPr lang="en-US" b="1" dirty="0" smtClean="0"/>
              <a:t>UDP</a:t>
            </a:r>
            <a:r>
              <a:rPr lang="en-US" dirty="0" smtClean="0"/>
              <a:t> </a:t>
            </a:r>
            <a:r>
              <a:rPr lang="en-US" dirty="0"/>
              <a:t>(User Datagram Protocol) – unreliable, no connection</a:t>
            </a:r>
            <a:r>
              <a:rPr lang="en-US" dirty="0" smtClean="0"/>
              <a:t>.</a:t>
            </a:r>
          </a:p>
          <a:p>
            <a:pPr marL="130175" indent="0">
              <a:buNone/>
            </a:pPr>
            <a:r>
              <a:rPr lang="en-US" b="1" dirty="0" smtClean="0"/>
              <a:t>TCP</a:t>
            </a:r>
            <a:r>
              <a:rPr lang="en-US" dirty="0" smtClean="0"/>
              <a:t> </a:t>
            </a:r>
            <a:r>
              <a:rPr lang="en-US" dirty="0"/>
              <a:t>(Transmission Control Protocol) – reliable, connection-oriented.</a:t>
            </a:r>
          </a:p>
        </p:txBody>
      </p:sp>
      <p:sp>
        <p:nvSpPr>
          <p:cNvPr id="3" name="Title 2"/>
          <p:cNvSpPr>
            <a:spLocks noGrp="1"/>
          </p:cNvSpPr>
          <p:nvPr>
            <p:ph type="title"/>
          </p:nvPr>
        </p:nvSpPr>
        <p:spPr>
          <a:xfrm>
            <a:off x="838200" y="198232"/>
            <a:ext cx="10515600" cy="894622"/>
          </a:xfrm>
        </p:spPr>
        <p:txBody>
          <a:bodyPr/>
          <a:lstStyle/>
          <a:p>
            <a:r>
              <a:rPr lang="en-US" dirty="0"/>
              <a:t>Transport services and protocols</a:t>
            </a:r>
          </a:p>
        </p:txBody>
      </p:sp>
      <p:sp>
        <p:nvSpPr>
          <p:cNvPr id="4" name="Slide Number Placeholder 3"/>
          <p:cNvSpPr>
            <a:spLocks noGrp="1"/>
          </p:cNvSpPr>
          <p:nvPr>
            <p:ph type="sldNum" sz="quarter" idx="4"/>
          </p:nvPr>
        </p:nvSpPr>
        <p:spPr/>
        <p:txBody>
          <a:bodyPr/>
          <a:lstStyle/>
          <a:p>
            <a:r>
              <a:rPr lang="en-US" smtClean="0"/>
              <a:t>Transport Layer: 3-</a:t>
            </a:r>
            <a:fld id="{C4204591-24BD-A542-B9D5-F8D8A88D2FEE}" type="slidenum">
              <a:rPr lang="en-US" smtClean="0"/>
              <a:pPr/>
              <a:t>9</a:t>
            </a:fld>
            <a:endParaRPr lang="en-US" dirty="0"/>
          </a:p>
        </p:txBody>
      </p:sp>
    </p:spTree>
    <p:extLst>
      <p:ext uri="{BB962C8B-B14F-4D97-AF65-F5344CB8AC3E}">
        <p14:creationId xmlns:p14="http://schemas.microsoft.com/office/powerpoint/2010/main" val="358305245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B8CD900-19EC-824C-BF74-AADFBF5A172E}"/>
              </a:ext>
            </a:extLst>
          </p:cNvPr>
          <p:cNvSpPr>
            <a:spLocks noGrp="1"/>
          </p:cNvSpPr>
          <p:nvPr>
            <p:ph type="title"/>
          </p:nvPr>
        </p:nvSpPr>
        <p:spPr>
          <a:xfrm>
            <a:off x="772314" y="298117"/>
            <a:ext cx="11100625" cy="625076"/>
          </a:xfrm>
        </p:spPr>
        <p:txBody>
          <a:bodyPr>
            <a:normAutofit fontScale="90000"/>
          </a:bodyPr>
          <a:lstStyle/>
          <a:p>
            <a:r>
              <a:rPr lang="en-US" altLang="en-US" dirty="0">
                <a:cs typeface="Calibri" panose="020F0502020204030204" pitchFamily="34" charset="0"/>
              </a:rPr>
              <a:t>Transport vs. network layer services and protocols</a:t>
            </a:r>
            <a:endParaRPr lang="en-US" dirty="0"/>
          </a:p>
        </p:txBody>
      </p:sp>
      <p:sp>
        <p:nvSpPr>
          <p:cNvPr id="517" name="Rectangle 3">
            <a:extLst>
              <a:ext uri="{FF2B5EF4-FFF2-40B4-BE49-F238E27FC236}">
                <a16:creationId xmlns="" xmlns:a16="http://schemas.microsoft.com/office/drawing/2014/main" id="{5055A8EA-25BB-5D41-BECF-4117E4AC2670}"/>
              </a:ext>
            </a:extLst>
          </p:cNvPr>
          <p:cNvSpPr txBox="1">
            <a:spLocks noChangeArrowheads="1"/>
          </p:cNvSpPr>
          <p:nvPr/>
        </p:nvSpPr>
        <p:spPr>
          <a:xfrm>
            <a:off x="438604" y="1210323"/>
            <a:ext cx="7263468" cy="4961734"/>
          </a:xfrm>
          <a:prstGeom prst="rect">
            <a:avLst/>
          </a:prstGeom>
        </p:spPr>
        <p:txBody>
          <a:bodyPr vert="horz" lIns="91440" tIns="45720" rIns="91440" bIns="45720" rtlCol="0">
            <a:normAutofit fontScale="92500" lnSpcReduction="2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lang="en-US" sz="3200" dirty="0">
                <a:solidFill>
                  <a:srgbClr val="000099"/>
                </a:solidFill>
                <a:latin typeface="Calibri" panose="020F0502020204030204"/>
              </a:rPr>
              <a:t>N</a:t>
            </a:r>
            <a:r>
              <a:rPr kumimoji="0" lang="en-US" sz="3200" b="0" i="0" u="none" strike="noStrike" kern="1200" cap="none" spc="0" normalizeH="0" baseline="0" noProof="0" dirty="0" err="1" smtClean="0">
                <a:ln>
                  <a:noFill/>
                </a:ln>
                <a:solidFill>
                  <a:srgbClr val="000099"/>
                </a:solidFill>
                <a:effectLst/>
                <a:uLnTx/>
                <a:uFillTx/>
                <a:latin typeface="Calibri" panose="020F0502020204030204"/>
                <a:ea typeface="+mn-ea"/>
                <a:cs typeface="+mn-cs"/>
              </a:rPr>
              <a:t>etwork</a:t>
            </a:r>
            <a:r>
              <a:rPr kumimoji="0" lang="en-US" sz="3200" b="0" i="0" u="none" strike="noStrike" kern="1200" cap="none" spc="0" normalizeH="0" baseline="0" noProof="0" dirty="0" smtClean="0">
                <a:ln>
                  <a:noFill/>
                </a:ln>
                <a:solidFill>
                  <a:srgbClr val="000099"/>
                </a:solidFill>
                <a:effectLst/>
                <a:uLnTx/>
                <a:uFillTx/>
                <a:latin typeface="Calibri" panose="020F0502020204030204"/>
                <a:ea typeface="+mn-ea"/>
                <a:cs typeface="+mn-cs"/>
              </a:rPr>
              <a:t> </a:t>
            </a:r>
            <a:r>
              <a:rPr kumimoji="0" lang="en-US" sz="3200" b="0" i="0" u="none" strike="noStrike" kern="1200" cap="none" spc="0" normalizeH="0" baseline="0" noProof="0" dirty="0">
                <a:ln>
                  <a:noFill/>
                </a:ln>
                <a:solidFill>
                  <a:srgbClr val="000099"/>
                </a:solidFill>
                <a:effectLst/>
                <a:uLnTx/>
                <a:uFillTx/>
                <a:latin typeface="Calibri" panose="020F0502020204030204"/>
                <a:ea typeface="+mn-ea"/>
                <a:cs typeface="+mn-cs"/>
              </a:rPr>
              <a:t>layer:</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 logical communication between </a:t>
            </a:r>
            <a:r>
              <a:rPr kumimoji="0" lang="en-US" sz="3200" b="0" i="1" u="none" strike="noStrike" kern="1200" cap="none" spc="0" normalizeH="0" baseline="0" noProof="0" dirty="0" smtClean="0">
                <a:ln>
                  <a:noFill/>
                </a:ln>
                <a:solidFill>
                  <a:srgbClr val="C00000"/>
                </a:solidFill>
                <a:effectLst/>
                <a:uLnTx/>
                <a:uFillTx/>
                <a:latin typeface="Calibri" panose="020F0502020204030204"/>
                <a:ea typeface="+mn-ea"/>
                <a:cs typeface="+mn-cs"/>
              </a:rPr>
              <a:t>hosts</a:t>
            </a:r>
          </a:p>
          <a:p>
            <a:pPr lvl="1">
              <a:buFont typeface="Wingdings" charset="2"/>
              <a:buChar char="§"/>
              <a:defRPr/>
            </a:pPr>
            <a:r>
              <a:rPr lang="en-US" dirty="0" smtClean="0"/>
              <a:t>No guarantee </a:t>
            </a:r>
            <a:r>
              <a:rPr lang="en-US" dirty="0"/>
              <a:t>of timing, order, or reliability</a:t>
            </a:r>
            <a:r>
              <a:rPr lang="en-US" dirty="0" smtClean="0"/>
              <a:t>. IP </a:t>
            </a:r>
            <a:r>
              <a:rPr lang="en-US" dirty="0"/>
              <a:t>protocol works here</a:t>
            </a:r>
            <a:r>
              <a:rPr lang="en-US" dirty="0" smtClean="0"/>
              <a:t>.</a:t>
            </a:r>
          </a:p>
          <a:p>
            <a:pPr lvl="1">
              <a:buFont typeface="Wingdings" charset="2"/>
              <a:buChar char="§"/>
              <a:defRPr/>
            </a:pPr>
            <a:endParaRPr kumimoji="0" lang="en-US" b="0" u="none" strike="noStrike" kern="1200" cap="none" spc="0" normalizeH="0" baseline="0" noProof="0" dirty="0">
              <a:ln>
                <a:noFill/>
              </a:ln>
              <a:effectLst/>
              <a:uLnTx/>
              <a:uFillTx/>
              <a:latin typeface="Calibri" panose="020F0502020204030204"/>
            </a:endParaRP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lang="en-US" sz="3200" dirty="0">
                <a:solidFill>
                  <a:srgbClr val="000099"/>
                </a:solidFill>
                <a:latin typeface="Calibri" panose="020F0502020204030204"/>
              </a:rPr>
              <a:t>T</a:t>
            </a:r>
            <a:r>
              <a:rPr kumimoji="0" lang="en-US" sz="3200" b="0" i="0" u="none" strike="noStrike" kern="1200" cap="none" spc="0" normalizeH="0" baseline="0" noProof="0" dirty="0" err="1" smtClean="0">
                <a:ln>
                  <a:noFill/>
                </a:ln>
                <a:solidFill>
                  <a:srgbClr val="000099"/>
                </a:solidFill>
                <a:effectLst/>
                <a:uLnTx/>
                <a:uFillTx/>
                <a:latin typeface="Calibri" panose="020F0502020204030204"/>
                <a:ea typeface="+mn-ea"/>
                <a:cs typeface="+mn-cs"/>
              </a:rPr>
              <a:t>ransport</a:t>
            </a:r>
            <a:r>
              <a:rPr kumimoji="0" lang="en-US" sz="3200" b="0" i="0" u="none" strike="noStrike" kern="1200" cap="none" spc="0" normalizeH="0" baseline="0" noProof="0" dirty="0" smtClean="0">
                <a:ln>
                  <a:noFill/>
                </a:ln>
                <a:solidFill>
                  <a:srgbClr val="000099"/>
                </a:solidFill>
                <a:effectLst/>
                <a:uLnTx/>
                <a:uFillTx/>
                <a:latin typeface="Calibri" panose="020F0502020204030204"/>
                <a:ea typeface="+mn-ea"/>
                <a:cs typeface="+mn-cs"/>
              </a:rPr>
              <a:t> </a:t>
            </a:r>
            <a:r>
              <a:rPr kumimoji="0" lang="en-US" sz="3200" b="0" i="0" u="none" strike="noStrike" kern="1200" cap="none" spc="0" normalizeH="0" baseline="0" noProof="0" dirty="0">
                <a:ln>
                  <a:noFill/>
                </a:ln>
                <a:solidFill>
                  <a:srgbClr val="000099"/>
                </a:solidFill>
                <a:effectLst/>
                <a:uLnTx/>
                <a:uFillTx/>
                <a:latin typeface="Calibri" panose="020F0502020204030204"/>
                <a:ea typeface="+mn-ea"/>
                <a:cs typeface="+mn-cs"/>
              </a:rPr>
              <a:t>layer</a:t>
            </a:r>
            <a:r>
              <a:rPr kumimoji="0" lang="en-US" sz="3200" b="0" i="1" u="none" strike="noStrike" kern="1200" cap="none" spc="0" normalizeH="0" baseline="0" noProof="0" dirty="0">
                <a:ln>
                  <a:noFill/>
                </a:ln>
                <a:solidFill>
                  <a:srgbClr val="000099"/>
                </a:solidFill>
                <a:effectLst/>
                <a:uLnTx/>
                <a:uFillTx/>
                <a:latin typeface="Calibri" panose="020F0502020204030204"/>
                <a:ea typeface="+mn-ea"/>
                <a:cs typeface="+mn-cs"/>
              </a:rPr>
              <a:t>:</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 logical communication between </a:t>
            </a:r>
            <a:r>
              <a:rPr kumimoji="0" lang="en-US" sz="3200" b="0" i="1" u="none" strike="noStrike" kern="1200" cap="none" spc="0" normalizeH="0" baseline="0" noProof="0" dirty="0">
                <a:ln>
                  <a:noFill/>
                </a:ln>
                <a:solidFill>
                  <a:srgbClr val="C00000"/>
                </a:solidFill>
                <a:effectLst/>
                <a:uLnTx/>
                <a:uFillTx/>
                <a:latin typeface="Calibri" panose="020F0502020204030204"/>
                <a:ea typeface="+mn-ea"/>
                <a:cs typeface="+mn-cs"/>
              </a:rPr>
              <a:t>processes</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lvl="1">
              <a:buFont typeface="Arial"/>
              <a:buChar char="•"/>
              <a:defRPr/>
            </a:pPr>
            <a:r>
              <a:rPr lang="en-US" sz="2800" dirty="0">
                <a:solidFill>
                  <a:prstClr val="black"/>
                </a:solidFill>
              </a:rPr>
              <a:t>Builds additional features on top of IP</a:t>
            </a:r>
            <a:r>
              <a:rPr lang="en-US" sz="2800" dirty="0" smtClean="0">
                <a:solidFill>
                  <a:prstClr val="black"/>
                </a:solidFill>
              </a:rPr>
              <a:t>:</a:t>
            </a:r>
          </a:p>
          <a:p>
            <a:pPr lvl="1">
              <a:buFont typeface="Arial"/>
              <a:buChar char="•"/>
              <a:defRPr/>
            </a:pPr>
            <a:r>
              <a:rPr lang="en-US" sz="2800" dirty="0" smtClean="0">
                <a:solidFill>
                  <a:prstClr val="black"/>
                </a:solidFill>
              </a:rPr>
              <a:t>reliability </a:t>
            </a:r>
            <a:r>
              <a:rPr lang="en-US" sz="2800" dirty="0">
                <a:solidFill>
                  <a:prstClr val="black"/>
                </a:solidFill>
              </a:rPr>
              <a:t>(TCP</a:t>
            </a:r>
            <a:r>
              <a:rPr lang="en-US" sz="2800" dirty="0" smtClean="0">
                <a:solidFill>
                  <a:prstClr val="black"/>
                </a:solidFill>
              </a:rPr>
              <a:t>)</a:t>
            </a:r>
          </a:p>
          <a:p>
            <a:pPr lvl="1">
              <a:buFont typeface="Arial"/>
              <a:buChar char="•"/>
              <a:defRPr/>
            </a:pPr>
            <a:r>
              <a:rPr lang="en-US" sz="2800" dirty="0" smtClean="0">
                <a:solidFill>
                  <a:prstClr val="black"/>
                </a:solidFill>
              </a:rPr>
              <a:t>flow control</a:t>
            </a:r>
          </a:p>
          <a:p>
            <a:pPr lvl="1">
              <a:buFont typeface="Arial"/>
              <a:buChar char="•"/>
              <a:defRPr/>
            </a:pPr>
            <a:r>
              <a:rPr lang="en-US" sz="2800" dirty="0" smtClean="0">
                <a:solidFill>
                  <a:prstClr val="black"/>
                </a:solidFill>
              </a:rPr>
              <a:t>congestion control</a:t>
            </a:r>
          </a:p>
          <a:p>
            <a:pPr marL="463550" lvl="1" indent="0">
              <a:buNone/>
              <a:defRPr/>
            </a:pPr>
            <a:endParaRPr lang="en-US" sz="2800" dirty="0" smtClean="0">
              <a:solidFill>
                <a:srgbClr val="FF0000"/>
              </a:solidFill>
            </a:endParaRPr>
          </a:p>
          <a:p>
            <a:pPr marL="463550" lvl="1" indent="0">
              <a:buNone/>
              <a:defRPr/>
            </a:pPr>
            <a:r>
              <a:rPr lang="en-US" sz="2800" dirty="0" smtClean="0">
                <a:solidFill>
                  <a:srgbClr val="FF0000"/>
                </a:solidFill>
              </a:rPr>
              <a:t>Transport </a:t>
            </a:r>
            <a:r>
              <a:rPr lang="en-US" sz="2800" dirty="0">
                <a:solidFill>
                  <a:srgbClr val="FF0000"/>
                </a:solidFill>
              </a:rPr>
              <a:t>layer depends on network layer for routing and delivery, but does not rely on it for </a:t>
            </a:r>
            <a:r>
              <a:rPr lang="en-US" sz="2800" dirty="0" smtClean="0">
                <a:solidFill>
                  <a:srgbClr val="FF0000"/>
                </a:solidFill>
              </a:rPr>
              <a:t>reliability.</a:t>
            </a:r>
            <a:endParaRPr kumimoji="0" lang="en-US" sz="2800" b="0" i="0" u="none" strike="noStrike" kern="1200" cap="none" spc="0" normalizeH="0" baseline="0" noProof="0" dirty="0">
              <a:ln>
                <a:noFill/>
              </a:ln>
              <a:solidFill>
                <a:srgbClr val="FF0000"/>
              </a:solidFill>
              <a:effectLst/>
              <a:uLnTx/>
              <a:uFillTx/>
              <a:latin typeface="Calibri" panose="020F0502020204030204"/>
            </a:endParaRPr>
          </a:p>
        </p:txBody>
      </p:sp>
      <p:sp>
        <p:nvSpPr>
          <p:cNvPr id="15" name="Slide Number Placeholder 2">
            <a:extLst>
              <a:ext uri="{FF2B5EF4-FFF2-40B4-BE49-F238E27FC236}">
                <a16:creationId xmlns="" xmlns:a16="http://schemas.microsoft.com/office/drawing/2014/main" id="{F55E6C29-4D3E-9C46-8DC6-206D0A0BA71B}"/>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10</a:t>
            </a:fld>
            <a:endParaRPr lang="en-US" dirty="0"/>
          </a:p>
        </p:txBody>
      </p:sp>
      <p:grpSp>
        <p:nvGrpSpPr>
          <p:cNvPr id="5" name="Group 4">
            <a:extLst>
              <a:ext uri="{FF2B5EF4-FFF2-40B4-BE49-F238E27FC236}">
                <a16:creationId xmlns:a16="http://schemas.microsoft.com/office/drawing/2014/main" xmlns="" id="{D2B3154C-E2F2-B640-9101-FD641275409F}"/>
              </a:ext>
            </a:extLst>
          </p:cNvPr>
          <p:cNvGrpSpPr/>
          <p:nvPr/>
        </p:nvGrpSpPr>
        <p:grpSpPr>
          <a:xfrm>
            <a:off x="7711805" y="1360398"/>
            <a:ext cx="4412737" cy="4310515"/>
            <a:chOff x="6430780" y="1365914"/>
            <a:chExt cx="5468536" cy="5077175"/>
          </a:xfrm>
        </p:grpSpPr>
        <p:sp>
          <p:nvSpPr>
            <p:cNvPr id="6" name="Rectangle 5">
              <a:extLst>
                <a:ext uri="{FF2B5EF4-FFF2-40B4-BE49-F238E27FC236}">
                  <a16:creationId xmlns:a16="http://schemas.microsoft.com/office/drawing/2014/main" xmlns="" id="{1E4A5E17-837C-DE48-93F3-00B93CF1AE37}"/>
                </a:ext>
              </a:extLst>
            </p:cNvPr>
            <p:cNvSpPr/>
            <p:nvPr/>
          </p:nvSpPr>
          <p:spPr>
            <a:xfrm>
              <a:off x="6539916" y="1365914"/>
              <a:ext cx="5359400" cy="4954628"/>
            </a:xfrm>
            <a:prstGeom prst="rect">
              <a:avLst/>
            </a:pr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Rectangle 7">
              <a:extLst>
                <a:ext uri="{FF2B5EF4-FFF2-40B4-BE49-F238E27FC236}">
                  <a16:creationId xmlns:a16="http://schemas.microsoft.com/office/drawing/2014/main" xmlns="" id="{C856713D-7747-664B-A733-CBE345A08191}"/>
                </a:ext>
              </a:extLst>
            </p:cNvPr>
            <p:cNvSpPr>
              <a:spLocks noChangeArrowheads="1"/>
            </p:cNvSpPr>
            <p:nvPr/>
          </p:nvSpPr>
          <p:spPr bwMode="auto">
            <a:xfrm>
              <a:off x="6430780" y="1910777"/>
              <a:ext cx="5230917" cy="4409765"/>
            </a:xfrm>
            <a:prstGeom prst="rect">
              <a:avLst/>
            </a:prstGeom>
            <a:noFill/>
            <a:ln w="19050">
              <a:solidFill>
                <a:srgbClr val="CC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0"/>
                <a:cs typeface="+mn-cs"/>
              </a:endParaRPr>
            </a:p>
          </p:txBody>
        </p:sp>
        <p:sp>
          <p:nvSpPr>
            <p:cNvPr id="8" name="Text Box 11">
              <a:extLst>
                <a:ext uri="{FF2B5EF4-FFF2-40B4-BE49-F238E27FC236}">
                  <a16:creationId xmlns:a16="http://schemas.microsoft.com/office/drawing/2014/main" xmlns="" id="{83681804-D37D-9E4B-A91F-556F18A79F50}"/>
                </a:ext>
              </a:extLst>
            </p:cNvPr>
            <p:cNvSpPr txBox="1">
              <a:spLocks noChangeArrowheads="1"/>
            </p:cNvSpPr>
            <p:nvPr/>
          </p:nvSpPr>
          <p:spPr bwMode="auto">
            <a:xfrm>
              <a:off x="7104167" y="1686939"/>
              <a:ext cx="3025187" cy="44563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80000"/>
                </a:lnSpc>
                <a:spcBef>
                  <a:spcPct val="45000"/>
                </a:spcBef>
                <a:spcAft>
                  <a:spcPts val="0"/>
                </a:spcAft>
                <a:buClr>
                  <a:srgbClr val="000099"/>
                </a:buClr>
                <a:buSzPct val="65000"/>
                <a:buFont typeface="Wingdings" charset="0"/>
                <a:buNone/>
                <a:tabLst/>
                <a:defRPr/>
              </a:pPr>
              <a:r>
                <a:rPr kumimoji="0" lang="en-US" sz="2800" b="0" i="1" u="none" strike="noStrike" kern="1200" cap="none" spc="0" normalizeH="0" baseline="0" noProof="0" dirty="0">
                  <a:ln>
                    <a:noFill/>
                  </a:ln>
                  <a:solidFill>
                    <a:srgbClr val="000099"/>
                  </a:solidFill>
                  <a:effectLst/>
                  <a:uLnTx/>
                  <a:uFillTx/>
                  <a:latin typeface="Calibri" panose="020F0502020204030204"/>
                  <a:ea typeface="ＭＳ Ｐゴシック" charset="0"/>
                  <a:cs typeface="+mn-cs"/>
                </a:rPr>
                <a:t>household analogy:</a:t>
              </a:r>
              <a:endParaRPr kumimoji="0" lang="en-US" sz="2800" b="0" i="1"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sp>
          <p:nvSpPr>
            <p:cNvPr id="9" name="Rectangle 4">
              <a:extLst>
                <a:ext uri="{FF2B5EF4-FFF2-40B4-BE49-F238E27FC236}">
                  <a16:creationId xmlns:a16="http://schemas.microsoft.com/office/drawing/2014/main" xmlns="" id="{2B981950-019B-6940-9B4D-39B4F993673F}"/>
                </a:ext>
              </a:extLst>
            </p:cNvPr>
            <p:cNvSpPr txBox="1">
              <a:spLocks noChangeArrowheads="1"/>
            </p:cNvSpPr>
            <p:nvPr/>
          </p:nvSpPr>
          <p:spPr>
            <a:xfrm>
              <a:off x="6539915" y="2193352"/>
              <a:ext cx="4916773" cy="4249737"/>
            </a:xfrm>
            <a:prstGeom prst="rect">
              <a:avLst/>
            </a:prstGeom>
            <a:extLst>
              <a:ext uri="{91240B29-F687-4F45-9708-019B960494DF}">
                <a14:hiddenLine xmlns:a14="http://schemas.microsoft.com/office/drawing/2010/main" w="19050" cmpd="sng">
                  <a:solidFill>
                    <a:srgbClr val="FF0000"/>
                  </a:solidFill>
                  <a:miter lim="800000"/>
                  <a:headEnd/>
                  <a:tailEnd/>
                </a14:hiddenLine>
              </a:ext>
            </a:extLst>
          </p:spPr>
          <p:txBody>
            <a:bodyPr vert="horz" lIns="91440" tIns="45720" rIns="91440" bIns="45720" rtlCol="0">
              <a:normAutofit fontScale="77500" lnSpcReduction="2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100000"/>
                </a:lnSpc>
                <a:spcBef>
                  <a:spcPts val="1000"/>
                </a:spcBef>
                <a:spcAft>
                  <a:spcPts val="0"/>
                </a:spcAft>
                <a:buClr>
                  <a:srgbClr val="0000A3"/>
                </a:buClr>
                <a:buSzTx/>
                <a:buFont typeface="Wingdings" pitchFamily="2" charset="2"/>
                <a:buNone/>
                <a:tabLst/>
                <a:defRPr/>
              </a:pPr>
              <a:r>
                <a:rPr kumimoji="0" lang="en-US" altLang="en-US" sz="30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12 kids in </a:t>
              </a:r>
              <a:r>
                <a:rPr kumimoji="0" lang="en-US" altLang="en-US" sz="3000" b="0" i="1" u="none" strike="noStrike" kern="1200" cap="none" spc="0" normalizeH="0" baseline="0" noProof="0" dirty="0" smtClean="0">
                  <a:ln>
                    <a:noFill/>
                  </a:ln>
                  <a:solidFill>
                    <a:prstClr val="black"/>
                  </a:solidFill>
                  <a:effectLst/>
                  <a:uLnTx/>
                  <a:uFillTx/>
                  <a:latin typeface="Calibri" panose="020F0502020204030204"/>
                  <a:ea typeface="ＭＳ Ｐゴシック" panose="020B0600070205080204" pitchFamily="34" charset="-128"/>
                  <a:cs typeface="+mn-cs"/>
                </a:rPr>
                <a:t>Mr. X’</a:t>
              </a:r>
              <a:r>
                <a:rPr kumimoji="0" lang="en-US" altLang="ja-JP" sz="3000" b="0" i="1" u="none" strike="noStrike" kern="1200" cap="none" spc="0" normalizeH="0" baseline="0" noProof="0" dirty="0" smtClean="0">
                  <a:ln>
                    <a:noFill/>
                  </a:ln>
                  <a:solidFill>
                    <a:prstClr val="black"/>
                  </a:solidFill>
                  <a:effectLst/>
                  <a:uLnTx/>
                  <a:uFillTx/>
                  <a:latin typeface="Calibri" panose="020F0502020204030204"/>
                  <a:ea typeface="ＭＳ Ｐゴシック" panose="020B0600070205080204" pitchFamily="34" charset="-128"/>
                  <a:cs typeface="+mn-cs"/>
                </a:rPr>
                <a:t>s </a:t>
              </a:r>
              <a:r>
                <a:rPr kumimoji="0" lang="en-US" altLang="ja-JP" sz="30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house sending letters to 12 kids in </a:t>
              </a:r>
              <a:r>
                <a:rPr kumimoji="0" lang="en-US" altLang="ja-JP" sz="3000" b="0" i="1" u="none" strike="noStrike" kern="1200" cap="none" spc="0" normalizeH="0" baseline="0" noProof="0" dirty="0" smtClean="0">
                  <a:ln>
                    <a:noFill/>
                  </a:ln>
                  <a:solidFill>
                    <a:prstClr val="black"/>
                  </a:solidFill>
                  <a:effectLst/>
                  <a:uLnTx/>
                  <a:uFillTx/>
                  <a:latin typeface="Calibri" panose="020F0502020204030204"/>
                  <a:ea typeface="ＭＳ Ｐゴシック" panose="020B0600070205080204" pitchFamily="34" charset="-128"/>
                  <a:cs typeface="+mn-cs"/>
                </a:rPr>
                <a:t>Mr. Y’s </a:t>
              </a:r>
              <a:r>
                <a:rPr kumimoji="0" lang="en-US" altLang="ja-JP" sz="30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house:</a:t>
              </a:r>
              <a:endParaRPr kumimoji="0" lang="en-US" altLang="ja-JP" sz="3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a:p>
              <a:pPr marL="352425" marR="0" lvl="0" indent="-222250" algn="l" defTabSz="914400" rtl="0" eaLnBrk="1" fontAlgn="auto" latinLnBrk="0" hangingPunct="1">
                <a:lnSpc>
                  <a:spcPct val="100000"/>
                </a:lnSpc>
                <a:spcBef>
                  <a:spcPts val="4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hosts = houses</a:t>
              </a:r>
            </a:p>
            <a:p>
              <a:pPr marL="352425" marR="0" lvl="0" indent="-222250" algn="l" defTabSz="914400" rtl="0" eaLnBrk="1" fontAlgn="auto" latinLnBrk="0" hangingPunct="1">
                <a:lnSpc>
                  <a:spcPct val="100000"/>
                </a:lnSpc>
                <a:spcBef>
                  <a:spcPts val="4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processes = kids</a:t>
              </a:r>
            </a:p>
            <a:p>
              <a:pPr marL="352425" marR="0" lvl="0" indent="-222250" algn="l" defTabSz="914400" rtl="0" eaLnBrk="1" fontAlgn="auto" latinLnBrk="0" hangingPunct="1">
                <a:lnSpc>
                  <a:spcPct val="100000"/>
                </a:lnSpc>
                <a:spcBef>
                  <a:spcPts val="4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app messages = letters in envelopes</a:t>
              </a:r>
            </a:p>
            <a:p>
              <a:pPr marL="352425" marR="0" lvl="0" indent="-222250" algn="l" defTabSz="914400" rtl="0" eaLnBrk="1" fontAlgn="auto" latinLnBrk="0" hangingPunct="1">
                <a:lnSpc>
                  <a:spcPct val="100000"/>
                </a:lnSpc>
                <a:spcBef>
                  <a:spcPts val="4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transport protocol = Ann and Bill who </a:t>
              </a:r>
              <a:r>
                <a:rPr kumimoji="0" lang="en-US" altLang="en-US" sz="2800" b="0" i="0" u="none" strike="noStrike" kern="1200" cap="none" spc="0" normalizeH="0" baseline="0" noProof="0" dirty="0" err="1">
                  <a:ln>
                    <a:noFill/>
                  </a:ln>
                  <a:solidFill>
                    <a:prstClr val="black"/>
                  </a:solidFill>
                  <a:effectLst/>
                  <a:uLnTx/>
                  <a:uFillTx/>
                  <a:latin typeface="Calibri" panose="020F0502020204030204"/>
                  <a:ea typeface="ＭＳ Ｐゴシック" panose="020B0600070205080204" pitchFamily="34" charset="-128"/>
                  <a:cs typeface="+mn-cs"/>
                </a:rPr>
                <a:t>demux</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to in-house siblings</a:t>
              </a:r>
            </a:p>
            <a:p>
              <a:pPr marL="352425" marR="0" lvl="0" indent="-222250" algn="l" defTabSz="914400" rtl="0" eaLnBrk="1" fontAlgn="auto" latinLnBrk="0" hangingPunct="1">
                <a:lnSpc>
                  <a:spcPct val="100000"/>
                </a:lnSpc>
                <a:spcBef>
                  <a:spcPts val="4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network-layer protocol = postal service</a:t>
              </a:r>
            </a:p>
            <a:p>
              <a:pPr marL="352425" marR="0" lvl="0" indent="-222250" algn="l" defTabSz="914400" rtl="0" eaLnBrk="1" fontAlgn="auto" latinLnBrk="0" hangingPunct="1">
                <a:lnSpc>
                  <a:spcPct val="70000"/>
                </a:lnSpc>
                <a:spcBef>
                  <a:spcPts val="1000"/>
                </a:spcBef>
                <a:spcAft>
                  <a:spcPts val="0"/>
                </a:spcAft>
                <a:buClr>
                  <a:srgbClr val="0000A3"/>
                </a:buClr>
                <a:buSzTx/>
                <a:buFont typeface="Wingdings" pitchFamily="2" charset="2"/>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grpSp>
    </p:spTree>
    <p:extLst>
      <p:ext uri="{BB962C8B-B14F-4D97-AF65-F5344CB8AC3E}">
        <p14:creationId xmlns:p14="http://schemas.microsoft.com/office/powerpoint/2010/main" val="2666551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517"/>
                                        </p:tgtEl>
                                        <p:attrNameLst>
                                          <p:attrName>style.visibility</p:attrName>
                                        </p:attrNameLst>
                                      </p:cBhvr>
                                      <p:to>
                                        <p:strVal val="visible"/>
                                      </p:to>
                                    </p:set>
                                    <p:animEffect transition="in" filter="dissolve">
                                      <p:cBhvr>
                                        <p:cTn id="7" dur="500"/>
                                        <p:tgtEl>
                                          <p:spTgt spid="5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 xmlns:a16="http://schemas.microsoft.com/office/drawing/2014/main" id="{8902B4EA-0158-774A-877D-888807F574B5}"/>
              </a:ext>
            </a:extLst>
          </p:cNvPr>
          <p:cNvGrpSpPr/>
          <p:nvPr/>
        </p:nvGrpSpPr>
        <p:grpSpPr>
          <a:xfrm>
            <a:off x="2578811" y="4965666"/>
            <a:ext cx="6866725" cy="1028731"/>
            <a:chOff x="2578811" y="4965666"/>
            <a:chExt cx="6866725" cy="1028731"/>
          </a:xfrm>
        </p:grpSpPr>
        <p:cxnSp>
          <p:nvCxnSpPr>
            <p:cNvPr id="128" name="Straight Connector 127">
              <a:extLst>
                <a:ext uri="{FF2B5EF4-FFF2-40B4-BE49-F238E27FC236}">
                  <a16:creationId xmlns="" xmlns:a16="http://schemas.microsoft.com/office/drawing/2014/main" id="{0763EEB6-87F6-D847-AD1E-3BFDCE6A9543}"/>
                </a:ext>
              </a:extLst>
            </p:cNvPr>
            <p:cNvCxnSpPr>
              <a:cxnSpLocks/>
            </p:cNvCxnSpPr>
            <p:nvPr/>
          </p:nvCxnSpPr>
          <p:spPr>
            <a:xfrm>
              <a:off x="2578811" y="5062556"/>
              <a:ext cx="1582832" cy="30261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 xmlns:a16="http://schemas.microsoft.com/office/drawing/2014/main" id="{09891B45-180E-B341-A7C6-D10A683BB102}"/>
                </a:ext>
              </a:extLst>
            </p:cNvPr>
            <p:cNvGrpSpPr/>
            <p:nvPr/>
          </p:nvGrpSpPr>
          <p:grpSpPr>
            <a:xfrm>
              <a:off x="4062521" y="4965666"/>
              <a:ext cx="5383015" cy="1028731"/>
              <a:chOff x="4062521" y="4965666"/>
              <a:chExt cx="5383015" cy="1028731"/>
            </a:xfrm>
          </p:grpSpPr>
          <p:cxnSp>
            <p:nvCxnSpPr>
              <p:cNvPr id="127" name="Straight Connector 126">
                <a:extLst>
                  <a:ext uri="{FF2B5EF4-FFF2-40B4-BE49-F238E27FC236}">
                    <a16:creationId xmlns="" xmlns:a16="http://schemas.microsoft.com/office/drawing/2014/main" id="{16BE7B71-3412-8546-BD1A-8BF76DC47254}"/>
                  </a:ext>
                </a:extLst>
              </p:cNvPr>
              <p:cNvCxnSpPr>
                <a:cxnSpLocks/>
              </p:cNvCxnSpPr>
              <p:nvPr/>
            </p:nvCxnSpPr>
            <p:spPr>
              <a:xfrm flipH="1">
                <a:off x="7972023" y="4973372"/>
                <a:ext cx="1473513" cy="47439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71" name="Freeform 296">
                <a:extLst>
                  <a:ext uri="{FF2B5EF4-FFF2-40B4-BE49-F238E27FC236}">
                    <a16:creationId xmlns="" xmlns:a16="http://schemas.microsoft.com/office/drawing/2014/main" id="{06DFDE96-5B04-984C-B72D-22D074DF3E82}"/>
                  </a:ext>
                </a:extLst>
              </p:cNvPr>
              <p:cNvSpPr>
                <a:spLocks/>
              </p:cNvSpPr>
              <p:nvPr/>
            </p:nvSpPr>
            <p:spPr bwMode="auto">
              <a:xfrm>
                <a:off x="4062521" y="4965666"/>
                <a:ext cx="4036903" cy="1028731"/>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Calibri"/>
                    <a:ea typeface="ＭＳ Ｐゴシック" panose="020B0600070205080204" pitchFamily="34" charset="-128"/>
                    <a:cs typeface="Arial"/>
                  </a:rPr>
                  <a:t>             </a:t>
                </a:r>
              </a:p>
            </p:txBody>
          </p:sp>
        </p:grpSp>
      </p:grpSp>
      <p:sp>
        <p:nvSpPr>
          <p:cNvPr id="182" name="Freeform 103">
            <a:extLst>
              <a:ext uri="{FF2B5EF4-FFF2-40B4-BE49-F238E27FC236}">
                <a16:creationId xmlns="" xmlns:a16="http://schemas.microsoft.com/office/drawing/2014/main" id="{DEF6D5D3-E4DA-4B46-BBC5-93311E115D92}"/>
              </a:ext>
            </a:extLst>
          </p:cNvPr>
          <p:cNvSpPr>
            <a:spLocks/>
          </p:cNvSpPr>
          <p:nvPr/>
        </p:nvSpPr>
        <p:spPr bwMode="auto">
          <a:xfrm>
            <a:off x="10295012" y="2167472"/>
            <a:ext cx="890436" cy="2912558"/>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3" name="Freeform 70">
            <a:extLst>
              <a:ext uri="{FF2B5EF4-FFF2-40B4-BE49-F238E27FC236}">
                <a16:creationId xmlns="" xmlns:a16="http://schemas.microsoft.com/office/drawing/2014/main" id="{4A88383C-61F9-1949-9D88-EC83EDA3F2B6}"/>
              </a:ext>
            </a:extLst>
          </p:cNvPr>
          <p:cNvSpPr>
            <a:spLocks/>
          </p:cNvSpPr>
          <p:nvPr/>
        </p:nvSpPr>
        <p:spPr bwMode="auto">
          <a:xfrm>
            <a:off x="854349" y="2256655"/>
            <a:ext cx="846644" cy="2922199"/>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22" name="Group 185">
            <a:extLst>
              <a:ext uri="{FF2B5EF4-FFF2-40B4-BE49-F238E27FC236}">
                <a16:creationId xmlns="" xmlns:a16="http://schemas.microsoft.com/office/drawing/2014/main" id="{7750F2FB-96FA-374A-AF56-26502EF04672}"/>
              </a:ext>
            </a:extLst>
          </p:cNvPr>
          <p:cNvGrpSpPr>
            <a:grpSpLocks/>
          </p:cNvGrpSpPr>
          <p:nvPr/>
        </p:nvGrpSpPr>
        <p:grpSpPr bwMode="auto">
          <a:xfrm>
            <a:off x="10955688" y="4246759"/>
            <a:ext cx="549832" cy="1070215"/>
            <a:chOff x="4140" y="429"/>
            <a:chExt cx="1425" cy="2396"/>
          </a:xfrm>
        </p:grpSpPr>
        <p:sp>
          <p:nvSpPr>
            <p:cNvPr id="223" name="Freeform 186">
              <a:extLst>
                <a:ext uri="{FF2B5EF4-FFF2-40B4-BE49-F238E27FC236}">
                  <a16:creationId xmlns="" xmlns:a16="http://schemas.microsoft.com/office/drawing/2014/main" id="{E441858B-A566-F746-B48C-912CA3020CC8}"/>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4" name="Rectangle 187">
              <a:extLst>
                <a:ext uri="{FF2B5EF4-FFF2-40B4-BE49-F238E27FC236}">
                  <a16:creationId xmlns="" xmlns:a16="http://schemas.microsoft.com/office/drawing/2014/main" id="{20003129-35A4-1E46-8065-8AF4C6403D5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25" name="Freeform 188">
              <a:extLst>
                <a:ext uri="{FF2B5EF4-FFF2-40B4-BE49-F238E27FC236}">
                  <a16:creationId xmlns="" xmlns:a16="http://schemas.microsoft.com/office/drawing/2014/main" id="{6F94D7AE-C4D1-AF4A-B970-086B7D245ACF}"/>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6" name="Freeform 189">
              <a:extLst>
                <a:ext uri="{FF2B5EF4-FFF2-40B4-BE49-F238E27FC236}">
                  <a16:creationId xmlns="" xmlns:a16="http://schemas.microsoft.com/office/drawing/2014/main" id="{EAFC03EF-54DF-8942-9852-25739DA158B4}"/>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7" name="Rectangle 190">
              <a:extLst>
                <a:ext uri="{FF2B5EF4-FFF2-40B4-BE49-F238E27FC236}">
                  <a16:creationId xmlns="" xmlns:a16="http://schemas.microsoft.com/office/drawing/2014/main" id="{2241F7B6-5281-A74E-8DCB-3BE3777E9369}"/>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28" name="Group 191">
              <a:extLst>
                <a:ext uri="{FF2B5EF4-FFF2-40B4-BE49-F238E27FC236}">
                  <a16:creationId xmlns="" xmlns:a16="http://schemas.microsoft.com/office/drawing/2014/main" id="{02DB0249-6EBB-FF4B-B17F-CC771B255D00}"/>
                </a:ext>
              </a:extLst>
            </p:cNvPr>
            <p:cNvGrpSpPr>
              <a:grpSpLocks/>
            </p:cNvGrpSpPr>
            <p:nvPr/>
          </p:nvGrpSpPr>
          <p:grpSpPr bwMode="auto">
            <a:xfrm>
              <a:off x="4749" y="668"/>
              <a:ext cx="581" cy="145"/>
              <a:chOff x="614" y="2568"/>
              <a:chExt cx="725" cy="139"/>
            </a:xfrm>
          </p:grpSpPr>
          <p:sp>
            <p:nvSpPr>
              <p:cNvPr id="253" name="AutoShape 192">
                <a:extLst>
                  <a:ext uri="{FF2B5EF4-FFF2-40B4-BE49-F238E27FC236}">
                    <a16:creationId xmlns="" xmlns:a16="http://schemas.microsoft.com/office/drawing/2014/main" id="{BE55370E-BC12-1B42-9E3C-C950033EEF89}"/>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4" name="AutoShape 193">
                <a:extLst>
                  <a:ext uri="{FF2B5EF4-FFF2-40B4-BE49-F238E27FC236}">
                    <a16:creationId xmlns="" xmlns:a16="http://schemas.microsoft.com/office/drawing/2014/main" id="{1BBB99EB-2FFB-5942-9855-24BEE1C68997}"/>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29" name="Rectangle 194">
              <a:extLst>
                <a:ext uri="{FF2B5EF4-FFF2-40B4-BE49-F238E27FC236}">
                  <a16:creationId xmlns="" xmlns:a16="http://schemas.microsoft.com/office/drawing/2014/main" id="{9C5699FC-2B4E-BD46-B9CC-CA578E2EA709}"/>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30" name="Group 195">
              <a:extLst>
                <a:ext uri="{FF2B5EF4-FFF2-40B4-BE49-F238E27FC236}">
                  <a16:creationId xmlns="" xmlns:a16="http://schemas.microsoft.com/office/drawing/2014/main" id="{676615F3-A30A-9740-8080-AFEE6BAAEF98}"/>
                </a:ext>
              </a:extLst>
            </p:cNvPr>
            <p:cNvGrpSpPr>
              <a:grpSpLocks/>
            </p:cNvGrpSpPr>
            <p:nvPr/>
          </p:nvGrpSpPr>
          <p:grpSpPr bwMode="auto">
            <a:xfrm>
              <a:off x="4747" y="994"/>
              <a:ext cx="581" cy="134"/>
              <a:chOff x="614" y="2568"/>
              <a:chExt cx="725" cy="139"/>
            </a:xfrm>
          </p:grpSpPr>
          <p:sp>
            <p:nvSpPr>
              <p:cNvPr id="251" name="AutoShape 196">
                <a:extLst>
                  <a:ext uri="{FF2B5EF4-FFF2-40B4-BE49-F238E27FC236}">
                    <a16:creationId xmlns="" xmlns:a16="http://schemas.microsoft.com/office/drawing/2014/main" id="{D31569A0-2CDC-3B4B-B7FA-067BF2CB0D93}"/>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2" name="AutoShape 197">
                <a:extLst>
                  <a:ext uri="{FF2B5EF4-FFF2-40B4-BE49-F238E27FC236}">
                    <a16:creationId xmlns="" xmlns:a16="http://schemas.microsoft.com/office/drawing/2014/main" id="{5D70C5E6-3DFB-1D45-8469-DE5EA96E13E8}"/>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1" name="Rectangle 198">
              <a:extLst>
                <a:ext uri="{FF2B5EF4-FFF2-40B4-BE49-F238E27FC236}">
                  <a16:creationId xmlns="" xmlns:a16="http://schemas.microsoft.com/office/drawing/2014/main" id="{AE060187-10EA-1F4E-AEDE-8C6C0E8358D2}"/>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2" name="Rectangle 199">
              <a:extLst>
                <a:ext uri="{FF2B5EF4-FFF2-40B4-BE49-F238E27FC236}">
                  <a16:creationId xmlns="" xmlns:a16="http://schemas.microsoft.com/office/drawing/2014/main" id="{32874526-51C0-C749-BDC8-3D9F62AFE767}"/>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33" name="Group 200">
              <a:extLst>
                <a:ext uri="{FF2B5EF4-FFF2-40B4-BE49-F238E27FC236}">
                  <a16:creationId xmlns="" xmlns:a16="http://schemas.microsoft.com/office/drawing/2014/main" id="{09E63F43-E74F-6045-A673-3756891EE94D}"/>
                </a:ext>
              </a:extLst>
            </p:cNvPr>
            <p:cNvGrpSpPr>
              <a:grpSpLocks/>
            </p:cNvGrpSpPr>
            <p:nvPr/>
          </p:nvGrpSpPr>
          <p:grpSpPr bwMode="auto">
            <a:xfrm>
              <a:off x="4735" y="1627"/>
              <a:ext cx="582" cy="151"/>
              <a:chOff x="614" y="2568"/>
              <a:chExt cx="725" cy="139"/>
            </a:xfrm>
          </p:grpSpPr>
          <p:sp>
            <p:nvSpPr>
              <p:cNvPr id="249" name="AutoShape 201">
                <a:extLst>
                  <a:ext uri="{FF2B5EF4-FFF2-40B4-BE49-F238E27FC236}">
                    <a16:creationId xmlns="" xmlns:a16="http://schemas.microsoft.com/office/drawing/2014/main" id="{0296B9BB-82CD-2A45-8E56-F4ACF6FCC028}"/>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0" name="AutoShape 202">
                <a:extLst>
                  <a:ext uri="{FF2B5EF4-FFF2-40B4-BE49-F238E27FC236}">
                    <a16:creationId xmlns="" xmlns:a16="http://schemas.microsoft.com/office/drawing/2014/main" id="{DD3C3254-A817-B449-AE0F-31BEFF504A04}"/>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4" name="Freeform 203">
              <a:extLst>
                <a:ext uri="{FF2B5EF4-FFF2-40B4-BE49-F238E27FC236}">
                  <a16:creationId xmlns="" xmlns:a16="http://schemas.microsoft.com/office/drawing/2014/main" id="{D05041BE-8046-EB49-A23A-C7FEB06D9108}"/>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35" name="Group 204">
              <a:extLst>
                <a:ext uri="{FF2B5EF4-FFF2-40B4-BE49-F238E27FC236}">
                  <a16:creationId xmlns="" xmlns:a16="http://schemas.microsoft.com/office/drawing/2014/main" id="{BD1D997D-F690-4C4E-9473-F0433427C91F}"/>
                </a:ext>
              </a:extLst>
            </p:cNvPr>
            <p:cNvGrpSpPr>
              <a:grpSpLocks/>
            </p:cNvGrpSpPr>
            <p:nvPr/>
          </p:nvGrpSpPr>
          <p:grpSpPr bwMode="auto">
            <a:xfrm>
              <a:off x="4739" y="1327"/>
              <a:ext cx="582" cy="139"/>
              <a:chOff x="614" y="2568"/>
              <a:chExt cx="725" cy="139"/>
            </a:xfrm>
          </p:grpSpPr>
          <p:sp>
            <p:nvSpPr>
              <p:cNvPr id="247" name="AutoShape 205">
                <a:extLst>
                  <a:ext uri="{FF2B5EF4-FFF2-40B4-BE49-F238E27FC236}">
                    <a16:creationId xmlns="" xmlns:a16="http://schemas.microsoft.com/office/drawing/2014/main" id="{631C3D3D-8F7D-6F44-AD56-665A5242B691}"/>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8" name="AutoShape 206">
                <a:extLst>
                  <a:ext uri="{FF2B5EF4-FFF2-40B4-BE49-F238E27FC236}">
                    <a16:creationId xmlns="" xmlns:a16="http://schemas.microsoft.com/office/drawing/2014/main" id="{E7F87D38-4528-0F45-9911-B79B599D25FC}"/>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6" name="Rectangle 207">
              <a:extLst>
                <a:ext uri="{FF2B5EF4-FFF2-40B4-BE49-F238E27FC236}">
                  <a16:creationId xmlns="" xmlns:a16="http://schemas.microsoft.com/office/drawing/2014/main" id="{60B24777-81BE-BC42-AC64-6F2229E5FBE5}"/>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7" name="Freeform 208">
              <a:extLst>
                <a:ext uri="{FF2B5EF4-FFF2-40B4-BE49-F238E27FC236}">
                  <a16:creationId xmlns="" xmlns:a16="http://schemas.microsoft.com/office/drawing/2014/main" id="{FD1049FD-ADAC-FC43-A186-6585ECAE4331}"/>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8" name="Freeform 209">
              <a:extLst>
                <a:ext uri="{FF2B5EF4-FFF2-40B4-BE49-F238E27FC236}">
                  <a16:creationId xmlns="" xmlns:a16="http://schemas.microsoft.com/office/drawing/2014/main" id="{A25585BA-2AFC-3047-B9D5-7CC45D5DBC49}"/>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9" name="Oval 210">
              <a:extLst>
                <a:ext uri="{FF2B5EF4-FFF2-40B4-BE49-F238E27FC236}">
                  <a16:creationId xmlns="" xmlns:a16="http://schemas.microsoft.com/office/drawing/2014/main" id="{78C608B6-FCB9-3F43-A504-D33DD77827D8}"/>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0" name="Freeform 211">
              <a:extLst>
                <a:ext uri="{FF2B5EF4-FFF2-40B4-BE49-F238E27FC236}">
                  <a16:creationId xmlns="" xmlns:a16="http://schemas.microsoft.com/office/drawing/2014/main" id="{F24BE4FA-86B6-5840-8B76-BF70EF006A8E}"/>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41" name="AutoShape 212">
              <a:extLst>
                <a:ext uri="{FF2B5EF4-FFF2-40B4-BE49-F238E27FC236}">
                  <a16:creationId xmlns="" xmlns:a16="http://schemas.microsoft.com/office/drawing/2014/main" id="{22C6B4EC-00C6-BA43-95E2-370E8204DDA3}"/>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2" name="AutoShape 213">
              <a:extLst>
                <a:ext uri="{FF2B5EF4-FFF2-40B4-BE49-F238E27FC236}">
                  <a16:creationId xmlns="" xmlns:a16="http://schemas.microsoft.com/office/drawing/2014/main" id="{7B9210ED-D802-C84E-8A67-93399801B5DA}"/>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3" name="Oval 214">
              <a:extLst>
                <a:ext uri="{FF2B5EF4-FFF2-40B4-BE49-F238E27FC236}">
                  <a16:creationId xmlns="" xmlns:a16="http://schemas.microsoft.com/office/drawing/2014/main" id="{552E77C8-7BFE-BF4D-8F0B-DF6513BE6459}"/>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4" name="Oval 215">
              <a:extLst>
                <a:ext uri="{FF2B5EF4-FFF2-40B4-BE49-F238E27FC236}">
                  <a16:creationId xmlns="" xmlns:a16="http://schemas.microsoft.com/office/drawing/2014/main" id="{86496A7E-E21F-444D-B883-E410329FF242}"/>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245" name="Oval 216">
              <a:extLst>
                <a:ext uri="{FF2B5EF4-FFF2-40B4-BE49-F238E27FC236}">
                  <a16:creationId xmlns="" xmlns:a16="http://schemas.microsoft.com/office/drawing/2014/main" id="{555E4B0D-EDB2-D04B-B9AD-93FA92DDAA2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6" name="Rectangle 217">
              <a:extLst>
                <a:ext uri="{FF2B5EF4-FFF2-40B4-BE49-F238E27FC236}">
                  <a16:creationId xmlns="" xmlns:a16="http://schemas.microsoft.com/office/drawing/2014/main" id="{DE659B39-E72A-634A-A2AC-C4BA4DC9C619}"/>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3" name="Group 2">
            <a:extLst>
              <a:ext uri="{FF2B5EF4-FFF2-40B4-BE49-F238E27FC236}">
                <a16:creationId xmlns="" xmlns:a16="http://schemas.microsoft.com/office/drawing/2014/main" id="{64AFD9EC-1CA1-D34D-965E-2E8D95748C38}"/>
              </a:ext>
            </a:extLst>
          </p:cNvPr>
          <p:cNvGrpSpPr/>
          <p:nvPr/>
        </p:nvGrpSpPr>
        <p:grpSpPr>
          <a:xfrm>
            <a:off x="8510352" y="2078288"/>
            <a:ext cx="1946338" cy="2912558"/>
            <a:chOff x="8091785" y="2078288"/>
            <a:chExt cx="2364905" cy="2912558"/>
          </a:xfrm>
        </p:grpSpPr>
        <p:sp>
          <p:nvSpPr>
            <p:cNvPr id="145" name="Rectangle 23">
              <a:extLst>
                <a:ext uri="{FF2B5EF4-FFF2-40B4-BE49-F238E27FC236}">
                  <a16:creationId xmlns="" xmlns:a16="http://schemas.microsoft.com/office/drawing/2014/main" id="{F1314FFD-BA11-A042-BA84-1061E3729058}"/>
                </a:ext>
              </a:extLst>
            </p:cNvPr>
            <p:cNvSpPr>
              <a:spLocks noChangeArrowheads="1"/>
            </p:cNvSpPr>
            <p:nvPr/>
          </p:nvSpPr>
          <p:spPr bwMode="auto">
            <a:xfrm>
              <a:off x="8179440" y="2078288"/>
              <a:ext cx="2277250" cy="2799267"/>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6" name="Rectangle 24">
              <a:extLst>
                <a:ext uri="{FF2B5EF4-FFF2-40B4-BE49-F238E27FC236}">
                  <a16:creationId xmlns="" xmlns:a16="http://schemas.microsoft.com/office/drawing/2014/main" id="{89D8A59C-E128-B74A-B94F-06FAC9DB7326}"/>
                </a:ext>
              </a:extLst>
            </p:cNvPr>
            <p:cNvSpPr>
              <a:spLocks noChangeArrowheads="1"/>
            </p:cNvSpPr>
            <p:nvPr/>
          </p:nvSpPr>
          <p:spPr bwMode="auto">
            <a:xfrm>
              <a:off x="8091785" y="2167472"/>
              <a:ext cx="2254867" cy="2823374"/>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7" name="Line 25">
              <a:extLst>
                <a:ext uri="{FF2B5EF4-FFF2-40B4-BE49-F238E27FC236}">
                  <a16:creationId xmlns="" xmlns:a16="http://schemas.microsoft.com/office/drawing/2014/main" id="{B922FB1F-8B1A-1843-A740-29E910EB3E97}"/>
                </a:ext>
              </a:extLst>
            </p:cNvPr>
            <p:cNvSpPr>
              <a:spLocks noChangeShapeType="1"/>
            </p:cNvSpPr>
            <p:nvPr/>
          </p:nvSpPr>
          <p:spPr bwMode="auto">
            <a:xfrm>
              <a:off x="8108956" y="2749010"/>
              <a:ext cx="2238254" cy="482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9" name="Line 27">
              <a:extLst>
                <a:ext uri="{FF2B5EF4-FFF2-40B4-BE49-F238E27FC236}">
                  <a16:creationId xmlns="" xmlns:a16="http://schemas.microsoft.com/office/drawing/2014/main" id="{FF1A214D-FBCE-7342-8332-F3FA9C577B4A}"/>
                </a:ext>
              </a:extLst>
            </p:cNvPr>
            <p:cNvSpPr>
              <a:spLocks noChangeShapeType="1"/>
            </p:cNvSpPr>
            <p:nvPr/>
          </p:nvSpPr>
          <p:spPr bwMode="auto">
            <a:xfrm>
              <a:off x="8108201" y="3602458"/>
              <a:ext cx="223338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1" name="Text Box 26">
              <a:extLst>
                <a:ext uri="{FF2B5EF4-FFF2-40B4-BE49-F238E27FC236}">
                  <a16:creationId xmlns="" xmlns:a16="http://schemas.microsoft.com/office/drawing/2014/main" id="{50D62C6A-4C80-854F-A4B8-723E99A5A7F0}"/>
                </a:ext>
              </a:extLst>
            </p:cNvPr>
            <p:cNvSpPr txBox="1">
              <a:spLocks noChangeArrowheads="1"/>
            </p:cNvSpPr>
            <p:nvPr/>
          </p:nvSpPr>
          <p:spPr bwMode="auto">
            <a:xfrm>
              <a:off x="8218436" y="4533100"/>
              <a:ext cx="2019294" cy="440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52" name="Text Box 26">
              <a:extLst>
                <a:ext uri="{FF2B5EF4-FFF2-40B4-BE49-F238E27FC236}">
                  <a16:creationId xmlns="" xmlns:a16="http://schemas.microsoft.com/office/drawing/2014/main" id="{A79D3A45-C33B-7046-9088-A02FAACCA14B}"/>
                </a:ext>
              </a:extLst>
            </p:cNvPr>
            <p:cNvSpPr txBox="1">
              <a:spLocks noChangeArrowheads="1"/>
            </p:cNvSpPr>
            <p:nvPr/>
          </p:nvSpPr>
          <p:spPr bwMode="auto">
            <a:xfrm>
              <a:off x="8218436" y="4088345"/>
              <a:ext cx="2019294" cy="440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53" name="Text Box 26">
              <a:extLst>
                <a:ext uri="{FF2B5EF4-FFF2-40B4-BE49-F238E27FC236}">
                  <a16:creationId xmlns="" xmlns:a16="http://schemas.microsoft.com/office/drawing/2014/main" id="{F3520259-D4C5-3340-8000-3B8C746A7797}"/>
                </a:ext>
              </a:extLst>
            </p:cNvPr>
            <p:cNvSpPr txBox="1">
              <a:spLocks noChangeArrowheads="1"/>
            </p:cNvSpPr>
            <p:nvPr/>
          </p:nvSpPr>
          <p:spPr bwMode="auto">
            <a:xfrm>
              <a:off x="8218436" y="3646079"/>
              <a:ext cx="2019294" cy="398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 (IP)</a:t>
              </a:r>
            </a:p>
          </p:txBody>
        </p:sp>
        <p:sp>
          <p:nvSpPr>
            <p:cNvPr id="155" name="Line 27">
              <a:extLst>
                <a:ext uri="{FF2B5EF4-FFF2-40B4-BE49-F238E27FC236}">
                  <a16:creationId xmlns="" xmlns:a16="http://schemas.microsoft.com/office/drawing/2014/main" id="{E1326351-38D1-A440-A7B8-5079367D54AC}"/>
                </a:ext>
              </a:extLst>
            </p:cNvPr>
            <p:cNvSpPr>
              <a:spLocks noChangeShapeType="1"/>
            </p:cNvSpPr>
            <p:nvPr/>
          </p:nvSpPr>
          <p:spPr bwMode="auto">
            <a:xfrm>
              <a:off x="8116255" y="4074895"/>
              <a:ext cx="223338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6" name="Line 27">
              <a:extLst>
                <a:ext uri="{FF2B5EF4-FFF2-40B4-BE49-F238E27FC236}">
                  <a16:creationId xmlns="" xmlns:a16="http://schemas.microsoft.com/office/drawing/2014/main" id="{891B0B5D-A14D-1A40-B291-CC1A04A094FC}"/>
                </a:ext>
              </a:extLst>
            </p:cNvPr>
            <p:cNvSpPr>
              <a:spLocks noChangeShapeType="1"/>
            </p:cNvSpPr>
            <p:nvPr/>
          </p:nvSpPr>
          <p:spPr bwMode="auto">
            <a:xfrm>
              <a:off x="8111389" y="4528049"/>
              <a:ext cx="223338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4" name="Text Box 26">
              <a:extLst>
                <a:ext uri="{FF2B5EF4-FFF2-40B4-BE49-F238E27FC236}">
                  <a16:creationId xmlns="" xmlns:a16="http://schemas.microsoft.com/office/drawing/2014/main" id="{D8A757BB-1762-8B47-A046-060F718CBC6B}"/>
                </a:ext>
              </a:extLst>
            </p:cNvPr>
            <p:cNvSpPr txBox="1">
              <a:spLocks noChangeArrowheads="1"/>
            </p:cNvSpPr>
            <p:nvPr/>
          </p:nvSpPr>
          <p:spPr bwMode="auto">
            <a:xfrm>
              <a:off x="8179440" y="2284368"/>
              <a:ext cx="2019294" cy="398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grpSp>
      <p:grpSp>
        <p:nvGrpSpPr>
          <p:cNvPr id="76" name="Group 75">
            <a:extLst>
              <a:ext uri="{FF2B5EF4-FFF2-40B4-BE49-F238E27FC236}">
                <a16:creationId xmlns="" xmlns:a16="http://schemas.microsoft.com/office/drawing/2014/main" id="{EA5C4C69-3F64-BA46-87DE-D8D9E085DAC9}"/>
              </a:ext>
            </a:extLst>
          </p:cNvPr>
          <p:cNvGrpSpPr/>
          <p:nvPr/>
        </p:nvGrpSpPr>
        <p:grpSpPr>
          <a:xfrm>
            <a:off x="1687770" y="2167472"/>
            <a:ext cx="2131701" cy="2912558"/>
            <a:chOff x="8091785" y="2078288"/>
            <a:chExt cx="2364905" cy="2912558"/>
          </a:xfrm>
        </p:grpSpPr>
        <p:sp>
          <p:nvSpPr>
            <p:cNvPr id="77" name="Rectangle 23">
              <a:extLst>
                <a:ext uri="{FF2B5EF4-FFF2-40B4-BE49-F238E27FC236}">
                  <a16:creationId xmlns="" xmlns:a16="http://schemas.microsoft.com/office/drawing/2014/main" id="{12A4D2D3-BB7A-1141-97E1-1746F6AB4244}"/>
                </a:ext>
              </a:extLst>
            </p:cNvPr>
            <p:cNvSpPr>
              <a:spLocks noChangeArrowheads="1"/>
            </p:cNvSpPr>
            <p:nvPr/>
          </p:nvSpPr>
          <p:spPr bwMode="auto">
            <a:xfrm>
              <a:off x="8179440" y="2078288"/>
              <a:ext cx="2277250" cy="2799267"/>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8" name="Rectangle 24">
              <a:extLst>
                <a:ext uri="{FF2B5EF4-FFF2-40B4-BE49-F238E27FC236}">
                  <a16:creationId xmlns="" xmlns:a16="http://schemas.microsoft.com/office/drawing/2014/main" id="{CC2D939F-B2EB-B142-B2EB-F35198972B0C}"/>
                </a:ext>
              </a:extLst>
            </p:cNvPr>
            <p:cNvSpPr>
              <a:spLocks noChangeArrowheads="1"/>
            </p:cNvSpPr>
            <p:nvPr/>
          </p:nvSpPr>
          <p:spPr bwMode="auto">
            <a:xfrm>
              <a:off x="8091785" y="2167472"/>
              <a:ext cx="2254867" cy="2823374"/>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9" name="Line 25">
              <a:extLst>
                <a:ext uri="{FF2B5EF4-FFF2-40B4-BE49-F238E27FC236}">
                  <a16:creationId xmlns="" xmlns:a16="http://schemas.microsoft.com/office/drawing/2014/main" id="{29206320-7227-5C45-BF48-477A94FE149F}"/>
                </a:ext>
              </a:extLst>
            </p:cNvPr>
            <p:cNvSpPr>
              <a:spLocks noChangeShapeType="1"/>
            </p:cNvSpPr>
            <p:nvPr/>
          </p:nvSpPr>
          <p:spPr bwMode="auto">
            <a:xfrm>
              <a:off x="8108956" y="2749010"/>
              <a:ext cx="2238254" cy="482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1" name="Line 27">
              <a:extLst>
                <a:ext uri="{FF2B5EF4-FFF2-40B4-BE49-F238E27FC236}">
                  <a16:creationId xmlns="" xmlns:a16="http://schemas.microsoft.com/office/drawing/2014/main" id="{7462DAE7-AE3D-CD41-8750-E700715A5202}"/>
                </a:ext>
              </a:extLst>
            </p:cNvPr>
            <p:cNvSpPr>
              <a:spLocks noChangeShapeType="1"/>
            </p:cNvSpPr>
            <p:nvPr/>
          </p:nvSpPr>
          <p:spPr bwMode="auto">
            <a:xfrm>
              <a:off x="8121121" y="3602458"/>
              <a:ext cx="223338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2" name="Text Box 26">
              <a:extLst>
                <a:ext uri="{FF2B5EF4-FFF2-40B4-BE49-F238E27FC236}">
                  <a16:creationId xmlns="" xmlns:a16="http://schemas.microsoft.com/office/drawing/2014/main" id="{B868290D-DE89-8749-A32C-C5FCE36D7556}"/>
                </a:ext>
              </a:extLst>
            </p:cNvPr>
            <p:cNvSpPr txBox="1">
              <a:spLocks noChangeArrowheads="1"/>
            </p:cNvSpPr>
            <p:nvPr/>
          </p:nvSpPr>
          <p:spPr bwMode="auto">
            <a:xfrm>
              <a:off x="8218436" y="4533100"/>
              <a:ext cx="2019294" cy="440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83" name="Text Box 26">
              <a:extLst>
                <a:ext uri="{FF2B5EF4-FFF2-40B4-BE49-F238E27FC236}">
                  <a16:creationId xmlns="" xmlns:a16="http://schemas.microsoft.com/office/drawing/2014/main" id="{18546DEE-76AB-C744-936A-7F4DF63895D8}"/>
                </a:ext>
              </a:extLst>
            </p:cNvPr>
            <p:cNvSpPr txBox="1">
              <a:spLocks noChangeArrowheads="1"/>
            </p:cNvSpPr>
            <p:nvPr/>
          </p:nvSpPr>
          <p:spPr bwMode="auto">
            <a:xfrm>
              <a:off x="8218436" y="4088345"/>
              <a:ext cx="2019294" cy="440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84" name="Text Box 26">
              <a:extLst>
                <a:ext uri="{FF2B5EF4-FFF2-40B4-BE49-F238E27FC236}">
                  <a16:creationId xmlns="" xmlns:a16="http://schemas.microsoft.com/office/drawing/2014/main" id="{9DE3AC7C-D9B1-ED4C-B925-37B31767739C}"/>
                </a:ext>
              </a:extLst>
            </p:cNvPr>
            <p:cNvSpPr txBox="1">
              <a:spLocks noChangeArrowheads="1"/>
            </p:cNvSpPr>
            <p:nvPr/>
          </p:nvSpPr>
          <p:spPr bwMode="auto">
            <a:xfrm>
              <a:off x="8218436" y="3646079"/>
              <a:ext cx="2019294" cy="737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 (IP)</a:t>
              </a:r>
            </a:p>
          </p:txBody>
        </p:sp>
        <p:sp>
          <p:nvSpPr>
            <p:cNvPr id="85" name="Line 27">
              <a:extLst>
                <a:ext uri="{FF2B5EF4-FFF2-40B4-BE49-F238E27FC236}">
                  <a16:creationId xmlns="" xmlns:a16="http://schemas.microsoft.com/office/drawing/2014/main" id="{266E1BE0-4561-9344-ACBD-29F42E90D9F3}"/>
                </a:ext>
              </a:extLst>
            </p:cNvPr>
            <p:cNvSpPr>
              <a:spLocks noChangeShapeType="1"/>
            </p:cNvSpPr>
            <p:nvPr/>
          </p:nvSpPr>
          <p:spPr bwMode="auto">
            <a:xfrm>
              <a:off x="8116255" y="4074895"/>
              <a:ext cx="223338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6" name="Line 27">
              <a:extLst>
                <a:ext uri="{FF2B5EF4-FFF2-40B4-BE49-F238E27FC236}">
                  <a16:creationId xmlns="" xmlns:a16="http://schemas.microsoft.com/office/drawing/2014/main" id="{3ED696C7-AECF-C14F-8CD8-7153D36CBC69}"/>
                </a:ext>
              </a:extLst>
            </p:cNvPr>
            <p:cNvSpPr>
              <a:spLocks noChangeShapeType="1"/>
            </p:cNvSpPr>
            <p:nvPr/>
          </p:nvSpPr>
          <p:spPr bwMode="auto">
            <a:xfrm>
              <a:off x="8111389" y="4528049"/>
              <a:ext cx="223338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7" name="Text Box 26">
              <a:extLst>
                <a:ext uri="{FF2B5EF4-FFF2-40B4-BE49-F238E27FC236}">
                  <a16:creationId xmlns="" xmlns:a16="http://schemas.microsoft.com/office/drawing/2014/main" id="{42139D70-AB44-E047-B37E-AABECE12201B}"/>
                </a:ext>
              </a:extLst>
            </p:cNvPr>
            <p:cNvSpPr txBox="1">
              <a:spLocks noChangeArrowheads="1"/>
            </p:cNvSpPr>
            <p:nvPr/>
          </p:nvSpPr>
          <p:spPr bwMode="auto">
            <a:xfrm>
              <a:off x="8179440" y="2284368"/>
              <a:ext cx="2019294" cy="398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grpSp>
      <p:sp>
        <p:nvSpPr>
          <p:cNvPr id="129" name="Text Box 26">
            <a:extLst>
              <a:ext uri="{FF2B5EF4-FFF2-40B4-BE49-F238E27FC236}">
                <a16:creationId xmlns="" xmlns:a16="http://schemas.microsoft.com/office/drawing/2014/main" id="{BF5BF946-F5E7-1544-AF56-E534E43CF495}"/>
              </a:ext>
            </a:extLst>
          </p:cNvPr>
          <p:cNvSpPr txBox="1">
            <a:spLocks noChangeArrowheads="1"/>
          </p:cNvSpPr>
          <p:nvPr/>
        </p:nvSpPr>
        <p:spPr bwMode="auto">
          <a:xfrm>
            <a:off x="8732527" y="2993828"/>
            <a:ext cx="1401811" cy="398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grpSp>
        <p:nvGrpSpPr>
          <p:cNvPr id="93" name="Group 92">
            <a:extLst>
              <a:ext uri="{FF2B5EF4-FFF2-40B4-BE49-F238E27FC236}">
                <a16:creationId xmlns="" xmlns:a16="http://schemas.microsoft.com/office/drawing/2014/main" id="{EFA7BEBF-82FA-3440-93DD-AFB07D2DDF8D}"/>
              </a:ext>
            </a:extLst>
          </p:cNvPr>
          <p:cNvGrpSpPr/>
          <p:nvPr/>
        </p:nvGrpSpPr>
        <p:grpSpPr>
          <a:xfrm>
            <a:off x="500734" y="4943580"/>
            <a:ext cx="1026523" cy="597153"/>
            <a:chOff x="7493876" y="2774731"/>
            <a:chExt cx="1481958" cy="894622"/>
          </a:xfrm>
        </p:grpSpPr>
        <p:sp>
          <p:nvSpPr>
            <p:cNvPr id="107" name="Freeform 106">
              <a:extLst>
                <a:ext uri="{FF2B5EF4-FFF2-40B4-BE49-F238E27FC236}">
                  <a16:creationId xmlns="" xmlns:a16="http://schemas.microsoft.com/office/drawing/2014/main" id="{FD49C136-01B9-DB45-BCCD-F4E482387145}"/>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sp>
          <p:nvSpPr>
            <p:cNvPr id="108" name="Oval 107">
              <a:extLst>
                <a:ext uri="{FF2B5EF4-FFF2-40B4-BE49-F238E27FC236}">
                  <a16:creationId xmlns="" xmlns:a16="http://schemas.microsoft.com/office/drawing/2014/main" id="{3DF9189A-C970-C34D-8402-F20083341C9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grpSp>
          <p:nvGrpSpPr>
            <p:cNvPr id="109" name="Group 108">
              <a:extLst>
                <a:ext uri="{FF2B5EF4-FFF2-40B4-BE49-F238E27FC236}">
                  <a16:creationId xmlns="" xmlns:a16="http://schemas.microsoft.com/office/drawing/2014/main" id="{51F5139E-A5EB-E64B-B1E6-C3669AE818C6}"/>
                </a:ext>
              </a:extLst>
            </p:cNvPr>
            <p:cNvGrpSpPr/>
            <p:nvPr/>
          </p:nvGrpSpPr>
          <p:grpSpPr>
            <a:xfrm>
              <a:off x="7713663" y="2848339"/>
              <a:ext cx="1042107" cy="425543"/>
              <a:chOff x="7786941" y="2884917"/>
              <a:chExt cx="897649" cy="353919"/>
            </a:xfrm>
          </p:grpSpPr>
          <p:sp>
            <p:nvSpPr>
              <p:cNvPr id="110" name="Freeform 109">
                <a:extLst>
                  <a:ext uri="{FF2B5EF4-FFF2-40B4-BE49-F238E27FC236}">
                    <a16:creationId xmlns="" xmlns:a16="http://schemas.microsoft.com/office/drawing/2014/main" id="{7F7CB1D2-0FD2-A14F-A399-1C2D3650F2EA}"/>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1" name="Freeform 110">
                <a:extLst>
                  <a:ext uri="{FF2B5EF4-FFF2-40B4-BE49-F238E27FC236}">
                    <a16:creationId xmlns="" xmlns:a16="http://schemas.microsoft.com/office/drawing/2014/main" id="{688C61D0-9947-2E41-89C2-D2B4591C1F3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2" name="Freeform 111">
                <a:extLst>
                  <a:ext uri="{FF2B5EF4-FFF2-40B4-BE49-F238E27FC236}">
                    <a16:creationId xmlns="" xmlns:a16="http://schemas.microsoft.com/office/drawing/2014/main" id="{ADE46CF5-DF22-8F48-87EF-A46F29E0F1A9}"/>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3" name="Freeform 112">
                <a:extLst>
                  <a:ext uri="{FF2B5EF4-FFF2-40B4-BE49-F238E27FC236}">
                    <a16:creationId xmlns="" xmlns:a16="http://schemas.microsoft.com/office/drawing/2014/main" id="{CEACF782-B549-1D4E-B840-69A6AFFE6A7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grpSp>
      <p:sp>
        <p:nvSpPr>
          <p:cNvPr id="114" name="Title 1">
            <a:extLst>
              <a:ext uri="{FF2B5EF4-FFF2-40B4-BE49-F238E27FC236}">
                <a16:creationId xmlns="" xmlns:a16="http://schemas.microsoft.com/office/drawing/2014/main" id="{1464CB5C-96D6-3645-94B5-DB9FA70972D2}"/>
              </a:ext>
            </a:extLst>
          </p:cNvPr>
          <p:cNvSpPr>
            <a:spLocks noGrp="1"/>
          </p:cNvSpPr>
          <p:nvPr>
            <p:ph type="title"/>
          </p:nvPr>
        </p:nvSpPr>
        <p:spPr>
          <a:xfrm>
            <a:off x="798690" y="289325"/>
            <a:ext cx="11100625" cy="894622"/>
          </a:xfrm>
        </p:spPr>
        <p:txBody>
          <a:bodyPr>
            <a:normAutofit/>
          </a:bodyPr>
          <a:lstStyle/>
          <a:p>
            <a:r>
              <a:rPr lang="en-US" sz="4400" dirty="0"/>
              <a:t>Transport Layer Actions</a:t>
            </a:r>
          </a:p>
        </p:txBody>
      </p:sp>
      <p:grpSp>
        <p:nvGrpSpPr>
          <p:cNvPr id="115" name="Group 149">
            <a:extLst>
              <a:ext uri="{FF2B5EF4-FFF2-40B4-BE49-F238E27FC236}">
                <a16:creationId xmlns="" xmlns:a16="http://schemas.microsoft.com/office/drawing/2014/main" id="{D80894D4-838A-2B47-82E9-ED060F8608E9}"/>
              </a:ext>
            </a:extLst>
          </p:cNvPr>
          <p:cNvGrpSpPr>
            <a:grpSpLocks/>
          </p:cNvGrpSpPr>
          <p:nvPr/>
        </p:nvGrpSpPr>
        <p:grpSpPr bwMode="auto">
          <a:xfrm>
            <a:off x="2462207" y="2756023"/>
            <a:ext cx="412750" cy="158750"/>
            <a:chOff x="1287" y="2524"/>
            <a:chExt cx="260" cy="100"/>
          </a:xfrm>
        </p:grpSpPr>
        <p:sp>
          <p:nvSpPr>
            <p:cNvPr id="116" name="Rectangle 73">
              <a:extLst>
                <a:ext uri="{FF2B5EF4-FFF2-40B4-BE49-F238E27FC236}">
                  <a16:creationId xmlns="" xmlns:a16="http://schemas.microsoft.com/office/drawing/2014/main" id="{4F7EB976-F7A9-464D-96B7-3FE5D6F41C71}"/>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17" name="Rectangle 74">
              <a:extLst>
                <a:ext uri="{FF2B5EF4-FFF2-40B4-BE49-F238E27FC236}">
                  <a16:creationId xmlns="" xmlns:a16="http://schemas.microsoft.com/office/drawing/2014/main" id="{4368CF72-2B59-FB4B-92FA-68E13D10F3ED}"/>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18" name="Rectangle 75">
              <a:extLst>
                <a:ext uri="{FF2B5EF4-FFF2-40B4-BE49-F238E27FC236}">
                  <a16:creationId xmlns="" xmlns:a16="http://schemas.microsoft.com/office/drawing/2014/main" id="{0D0AC942-AA10-F747-BEAC-52DAFF24DAB3}"/>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19" name="Rectangle 129">
              <a:extLst>
                <a:ext uri="{FF2B5EF4-FFF2-40B4-BE49-F238E27FC236}">
                  <a16:creationId xmlns="" xmlns:a16="http://schemas.microsoft.com/office/drawing/2014/main" id="{C51B66A9-7495-DF44-B4DE-37BC9E90E09B}"/>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120" name="Group 149">
            <a:extLst>
              <a:ext uri="{FF2B5EF4-FFF2-40B4-BE49-F238E27FC236}">
                <a16:creationId xmlns="" xmlns:a16="http://schemas.microsoft.com/office/drawing/2014/main" id="{B5F38E94-4EF7-1F4B-AAC4-BF50DC083CD9}"/>
              </a:ext>
            </a:extLst>
          </p:cNvPr>
          <p:cNvGrpSpPr>
            <a:grpSpLocks/>
          </p:cNvGrpSpPr>
          <p:nvPr/>
        </p:nvGrpSpPr>
        <p:grpSpPr bwMode="auto">
          <a:xfrm>
            <a:off x="9681144" y="2673610"/>
            <a:ext cx="412750" cy="158750"/>
            <a:chOff x="1287" y="2524"/>
            <a:chExt cx="260" cy="100"/>
          </a:xfrm>
        </p:grpSpPr>
        <p:sp>
          <p:nvSpPr>
            <p:cNvPr id="121" name="Rectangle 73">
              <a:extLst>
                <a:ext uri="{FF2B5EF4-FFF2-40B4-BE49-F238E27FC236}">
                  <a16:creationId xmlns="" xmlns:a16="http://schemas.microsoft.com/office/drawing/2014/main" id="{71D7BEDA-E8D6-9F4F-8EE3-D5290D9AF39D}"/>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22" name="Rectangle 74">
              <a:extLst>
                <a:ext uri="{FF2B5EF4-FFF2-40B4-BE49-F238E27FC236}">
                  <a16:creationId xmlns="" xmlns:a16="http://schemas.microsoft.com/office/drawing/2014/main" id="{D93A8064-E5FB-2844-9B3D-C598CCB67BDD}"/>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23" name="Rectangle 75">
              <a:extLst>
                <a:ext uri="{FF2B5EF4-FFF2-40B4-BE49-F238E27FC236}">
                  <a16:creationId xmlns="" xmlns:a16="http://schemas.microsoft.com/office/drawing/2014/main" id="{DF7AA994-9DC7-8349-BB16-6DED06C89AC0}"/>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24" name="Rectangle 129">
              <a:extLst>
                <a:ext uri="{FF2B5EF4-FFF2-40B4-BE49-F238E27FC236}">
                  <a16:creationId xmlns="" xmlns:a16="http://schemas.microsoft.com/office/drawing/2014/main" id="{06FC6EA9-9071-D843-8C39-AFF854F3BEFC}"/>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 name="TextBox 1">
            <a:extLst>
              <a:ext uri="{FF2B5EF4-FFF2-40B4-BE49-F238E27FC236}">
                <a16:creationId xmlns="" xmlns:a16="http://schemas.microsoft.com/office/drawing/2014/main" id="{6B2BB341-9BE1-8640-8E8B-7EC80706964E}"/>
              </a:ext>
            </a:extLst>
          </p:cNvPr>
          <p:cNvSpPr txBox="1"/>
          <p:nvPr/>
        </p:nvSpPr>
        <p:spPr>
          <a:xfrm>
            <a:off x="4212477" y="1830701"/>
            <a:ext cx="389834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Sender:</a:t>
            </a:r>
          </a:p>
          <a:p>
            <a:pPr marL="285750" marR="0" lvl="0" indent="-219075" algn="l" defTabSz="914400" rtl="0" eaLnBrk="1" fontAlgn="auto" latinLnBrk="0" hangingPunct="1">
              <a:lnSpc>
                <a:spcPct val="100000"/>
              </a:lnSpc>
              <a:spcBef>
                <a:spcPts val="0"/>
              </a:spcBef>
              <a:spcAft>
                <a:spcPts val="0"/>
              </a:spcAft>
              <a:buClr>
                <a:srgbClr val="0200A3"/>
              </a:buClr>
              <a:buSzTx/>
              <a:buFont typeface="Wingdings" pitchFamily="2" charset="2"/>
              <a:buChar char="§"/>
              <a:tabLst/>
              <a:defRPr/>
            </a:pPr>
            <a:endParaRPr kumimoji="0" lang="en-US"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102" name="Rectangle 101">
            <a:extLst>
              <a:ext uri="{FF2B5EF4-FFF2-40B4-BE49-F238E27FC236}">
                <a16:creationId xmlns="" xmlns:a16="http://schemas.microsoft.com/office/drawing/2014/main" id="{6480FBEB-6DAE-6343-96A8-03D66CDE01DB}"/>
              </a:ext>
            </a:extLst>
          </p:cNvPr>
          <p:cNvSpPr/>
          <p:nvPr/>
        </p:nvSpPr>
        <p:spPr>
          <a:xfrm>
            <a:off x="8071146" y="2078287"/>
            <a:ext cx="2415414" cy="3369475"/>
          </a:xfrm>
          <a:prstGeom prst="rect">
            <a:avLst/>
          </a:prstGeom>
          <a:solidFill>
            <a:schemeClr val="bg1">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nvGrpSpPr>
          <p:cNvPr id="88" name="Group 87">
            <a:extLst>
              <a:ext uri="{FF2B5EF4-FFF2-40B4-BE49-F238E27FC236}">
                <a16:creationId xmlns="" xmlns:a16="http://schemas.microsoft.com/office/drawing/2014/main" id="{CA134BD1-8CE1-DD46-92D0-46AEECA91934}"/>
              </a:ext>
            </a:extLst>
          </p:cNvPr>
          <p:cNvGrpSpPr/>
          <p:nvPr/>
        </p:nvGrpSpPr>
        <p:grpSpPr>
          <a:xfrm>
            <a:off x="9130164" y="2303106"/>
            <a:ext cx="1259074" cy="369332"/>
            <a:chOff x="8934916" y="2775692"/>
            <a:chExt cx="1259074" cy="369332"/>
          </a:xfrm>
        </p:grpSpPr>
        <p:sp>
          <p:nvSpPr>
            <p:cNvPr id="89" name="Rectangle 88">
              <a:extLst>
                <a:ext uri="{FF2B5EF4-FFF2-40B4-BE49-F238E27FC236}">
                  <a16:creationId xmlns="" xmlns:a16="http://schemas.microsoft.com/office/drawing/2014/main" id="{6A02A536-E595-E54F-85ED-50268229A5F1}"/>
                </a:ext>
              </a:extLst>
            </p:cNvPr>
            <p:cNvSpPr/>
            <p:nvPr/>
          </p:nvSpPr>
          <p:spPr>
            <a:xfrm>
              <a:off x="8964931" y="2842303"/>
              <a:ext cx="1140727"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0" name="TextBox 89">
              <a:extLst>
                <a:ext uri="{FF2B5EF4-FFF2-40B4-BE49-F238E27FC236}">
                  <a16:creationId xmlns="" xmlns:a16="http://schemas.microsoft.com/office/drawing/2014/main" id="{26EE5E72-5714-C64B-A3D2-C89CD03AFF69}"/>
                </a:ext>
              </a:extLst>
            </p:cNvPr>
            <p:cNvSpPr txBox="1"/>
            <p:nvPr/>
          </p:nvSpPr>
          <p:spPr>
            <a:xfrm>
              <a:off x="8934916" y="2775692"/>
              <a:ext cx="125907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app. msg</a:t>
              </a:r>
            </a:p>
          </p:txBody>
        </p:sp>
      </p:grpSp>
      <p:sp>
        <p:nvSpPr>
          <p:cNvPr id="91" name="TextBox 90">
            <a:extLst>
              <a:ext uri="{FF2B5EF4-FFF2-40B4-BE49-F238E27FC236}">
                <a16:creationId xmlns="" xmlns:a16="http://schemas.microsoft.com/office/drawing/2014/main" id="{44FC0E6A-CBE5-AC4B-BF65-426B6D4CBC72}"/>
              </a:ext>
            </a:extLst>
          </p:cNvPr>
          <p:cNvSpPr txBox="1"/>
          <p:nvPr/>
        </p:nvSpPr>
        <p:spPr>
          <a:xfrm>
            <a:off x="4391544" y="2325099"/>
            <a:ext cx="3825456" cy="720197"/>
          </a:xfrm>
          <a:prstGeom prst="rect">
            <a:avLst/>
          </a:prstGeom>
          <a:noFill/>
        </p:spPr>
        <p:txBody>
          <a:bodyPr wrap="square" rtlCol="0">
            <a:spAutoFit/>
          </a:bodyPr>
          <a:lstStyle/>
          <a:p>
            <a:pPr marL="285750" marR="0" lvl="0" indent="-219075" algn="l" defTabSz="914400" rtl="0" eaLnBrk="1" fontAlgn="auto" latinLnBrk="0" hangingPunct="1">
              <a:lnSpc>
                <a:spcPct val="85000"/>
              </a:lnSpc>
              <a:spcBef>
                <a:spcPts val="0"/>
              </a:spcBef>
              <a:spcAft>
                <a:spcPts val="0"/>
              </a:spcAft>
              <a:buClr>
                <a:srgbClr val="0200A3"/>
              </a:buClr>
              <a:buSzTx/>
              <a:buFont typeface="Wingdings" pitchFamily="2" charset="2"/>
              <a:buChar char="§"/>
              <a:tabLst/>
              <a:defRPr/>
            </a:pPr>
            <a:r>
              <a:rPr kumimoji="0" lang="en-US" sz="2400" b="0" i="0" u="none" strike="noStrike" kern="1200" cap="none" spc="0" normalizeH="0" baseline="0" noProof="0" dirty="0" smtClean="0">
                <a:ln>
                  <a:noFill/>
                </a:ln>
                <a:solidFill>
                  <a:prstClr val="black"/>
                </a:solidFill>
                <a:effectLst/>
                <a:uLnTx/>
                <a:uFillTx/>
                <a:latin typeface="Calibri"/>
                <a:ea typeface="+mn-ea"/>
                <a:cs typeface="+mn-cs"/>
              </a:rPr>
              <a:t>passed </a:t>
            </a:r>
            <a:r>
              <a:rPr kumimoji="0" lang="en-US" sz="2400" b="0" i="0" u="none" strike="noStrike" kern="1200" cap="none" spc="0" normalizeH="0" baseline="0" noProof="0" dirty="0">
                <a:ln>
                  <a:noFill/>
                </a:ln>
                <a:solidFill>
                  <a:prstClr val="black"/>
                </a:solidFill>
                <a:effectLst/>
                <a:uLnTx/>
                <a:uFillTx/>
                <a:latin typeface="Calibri"/>
                <a:ea typeface="+mn-ea"/>
                <a:cs typeface="+mn-cs"/>
              </a:rPr>
              <a:t>an application-layer message</a:t>
            </a:r>
          </a:p>
        </p:txBody>
      </p:sp>
      <p:sp>
        <p:nvSpPr>
          <p:cNvPr id="94" name="TextBox 93">
            <a:extLst>
              <a:ext uri="{FF2B5EF4-FFF2-40B4-BE49-F238E27FC236}">
                <a16:creationId xmlns="" xmlns:a16="http://schemas.microsoft.com/office/drawing/2014/main" id="{D9421943-E484-5046-BEAC-6D59475EF6C3}"/>
              </a:ext>
            </a:extLst>
          </p:cNvPr>
          <p:cNvSpPr txBox="1"/>
          <p:nvPr/>
        </p:nvSpPr>
        <p:spPr>
          <a:xfrm>
            <a:off x="4388186" y="2990916"/>
            <a:ext cx="3825456" cy="722955"/>
          </a:xfrm>
          <a:prstGeom prst="rect">
            <a:avLst/>
          </a:prstGeom>
          <a:noFill/>
        </p:spPr>
        <p:txBody>
          <a:bodyPr wrap="square" rtlCol="0">
            <a:spAutoFit/>
          </a:bodyPr>
          <a:lstStyle/>
          <a:p>
            <a:pPr marL="285750" marR="0" lvl="0" indent="-219075" algn="l" defTabSz="914400" rtl="0" eaLnBrk="1" fontAlgn="auto" latinLnBrk="0" hangingPunct="1">
              <a:lnSpc>
                <a:spcPct val="85000"/>
              </a:lnSpc>
              <a:spcBef>
                <a:spcPts val="0"/>
              </a:spcBef>
              <a:spcAft>
                <a:spcPts val="0"/>
              </a:spcAft>
              <a:buClr>
                <a:srgbClr val="0200A3"/>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determines segment header fields values</a:t>
            </a:r>
          </a:p>
        </p:txBody>
      </p:sp>
      <p:sp>
        <p:nvSpPr>
          <p:cNvPr id="95" name="TextBox 94">
            <a:extLst>
              <a:ext uri="{FF2B5EF4-FFF2-40B4-BE49-F238E27FC236}">
                <a16:creationId xmlns="" xmlns:a16="http://schemas.microsoft.com/office/drawing/2014/main" id="{BFD6C411-175C-8D4E-9A66-3E03AAA9F0F9}"/>
              </a:ext>
            </a:extLst>
          </p:cNvPr>
          <p:cNvSpPr txBox="1"/>
          <p:nvPr/>
        </p:nvSpPr>
        <p:spPr>
          <a:xfrm>
            <a:off x="4376692" y="3592863"/>
            <a:ext cx="3825456" cy="461665"/>
          </a:xfrm>
          <a:prstGeom prst="rect">
            <a:avLst/>
          </a:prstGeom>
          <a:noFill/>
        </p:spPr>
        <p:txBody>
          <a:bodyPr wrap="square" rtlCol="0">
            <a:spAutoFit/>
          </a:bodyPr>
          <a:lstStyle/>
          <a:p>
            <a:pPr marL="285750" marR="0" lvl="0" indent="-219075" algn="l" defTabSz="914400" rtl="0" eaLnBrk="1" fontAlgn="auto" latinLnBrk="0" hangingPunct="1">
              <a:lnSpc>
                <a:spcPct val="100000"/>
              </a:lnSpc>
              <a:spcBef>
                <a:spcPts val="0"/>
              </a:spcBef>
              <a:spcAft>
                <a:spcPts val="0"/>
              </a:spcAft>
              <a:buClr>
                <a:srgbClr val="0200A3"/>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creates segment</a:t>
            </a:r>
          </a:p>
        </p:txBody>
      </p:sp>
      <p:sp>
        <p:nvSpPr>
          <p:cNvPr id="97" name="TextBox 96">
            <a:extLst>
              <a:ext uri="{FF2B5EF4-FFF2-40B4-BE49-F238E27FC236}">
                <a16:creationId xmlns="" xmlns:a16="http://schemas.microsoft.com/office/drawing/2014/main" id="{A88394C2-8FDA-8F48-B59B-B744ABBDA541}"/>
              </a:ext>
            </a:extLst>
          </p:cNvPr>
          <p:cNvSpPr txBox="1"/>
          <p:nvPr/>
        </p:nvSpPr>
        <p:spPr>
          <a:xfrm>
            <a:off x="4381369" y="4025163"/>
            <a:ext cx="3825456" cy="461665"/>
          </a:xfrm>
          <a:prstGeom prst="rect">
            <a:avLst/>
          </a:prstGeom>
          <a:noFill/>
        </p:spPr>
        <p:txBody>
          <a:bodyPr wrap="square" rtlCol="0">
            <a:spAutoFit/>
          </a:bodyPr>
          <a:lstStyle/>
          <a:p>
            <a:pPr marL="285750" marR="0" lvl="0" indent="-219075" algn="l" defTabSz="914400" rtl="0" eaLnBrk="1" fontAlgn="auto" latinLnBrk="0" hangingPunct="1">
              <a:lnSpc>
                <a:spcPct val="100000"/>
              </a:lnSpc>
              <a:spcBef>
                <a:spcPts val="0"/>
              </a:spcBef>
              <a:spcAft>
                <a:spcPts val="0"/>
              </a:spcAft>
              <a:buClr>
                <a:srgbClr val="0200A3"/>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passes segment to IP</a:t>
            </a:r>
          </a:p>
        </p:txBody>
      </p:sp>
      <p:sp>
        <p:nvSpPr>
          <p:cNvPr id="131" name="Text Box 26">
            <a:extLst>
              <a:ext uri="{FF2B5EF4-FFF2-40B4-BE49-F238E27FC236}">
                <a16:creationId xmlns="" xmlns:a16="http://schemas.microsoft.com/office/drawing/2014/main" id="{82B22EF0-AE16-E34A-9DFF-15D46D5130BC}"/>
              </a:ext>
            </a:extLst>
          </p:cNvPr>
          <p:cNvSpPr txBox="1">
            <a:spLocks noChangeArrowheads="1"/>
          </p:cNvSpPr>
          <p:nvPr/>
        </p:nvSpPr>
        <p:spPr bwMode="auto">
          <a:xfrm>
            <a:off x="1944359" y="3086580"/>
            <a:ext cx="1535315" cy="398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98" name="Rectangle 97">
            <a:extLst>
              <a:ext uri="{FF2B5EF4-FFF2-40B4-BE49-F238E27FC236}">
                <a16:creationId xmlns="" xmlns:a16="http://schemas.microsoft.com/office/drawing/2014/main" id="{EB709716-FAB0-AB45-BCAE-75F8CF2AEC09}"/>
              </a:ext>
            </a:extLst>
          </p:cNvPr>
          <p:cNvSpPr/>
          <p:nvPr/>
        </p:nvSpPr>
        <p:spPr>
          <a:xfrm>
            <a:off x="270781" y="1644192"/>
            <a:ext cx="3715697" cy="4052070"/>
          </a:xfrm>
          <a:prstGeom prst="rect">
            <a:avLst/>
          </a:prstGeom>
          <a:solidFill>
            <a:schemeClr val="bg1">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nvGrpSpPr>
          <p:cNvPr id="106" name="Group 105">
            <a:extLst>
              <a:ext uri="{FF2B5EF4-FFF2-40B4-BE49-F238E27FC236}">
                <a16:creationId xmlns="" xmlns:a16="http://schemas.microsoft.com/office/drawing/2014/main" id="{73FB16D4-A4BA-C046-940D-43D50465EB6F}"/>
              </a:ext>
            </a:extLst>
          </p:cNvPr>
          <p:cNvGrpSpPr/>
          <p:nvPr/>
        </p:nvGrpSpPr>
        <p:grpSpPr>
          <a:xfrm>
            <a:off x="8473556" y="2992506"/>
            <a:ext cx="1259074" cy="338554"/>
            <a:chOff x="8964789" y="2639236"/>
            <a:chExt cx="1259074" cy="338554"/>
          </a:xfrm>
        </p:grpSpPr>
        <p:sp>
          <p:nvSpPr>
            <p:cNvPr id="125" name="Rectangle 124">
              <a:extLst>
                <a:ext uri="{FF2B5EF4-FFF2-40B4-BE49-F238E27FC236}">
                  <a16:creationId xmlns="" xmlns:a16="http://schemas.microsoft.com/office/drawing/2014/main" id="{CA58A03E-5455-0E40-8FB9-71E1E5E2CADE}"/>
                </a:ext>
              </a:extLst>
            </p:cNvPr>
            <p:cNvSpPr/>
            <p:nvPr/>
          </p:nvSpPr>
          <p:spPr>
            <a:xfrm>
              <a:off x="9032744" y="2707400"/>
              <a:ext cx="543189"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26" name="TextBox 125">
              <a:extLst>
                <a:ext uri="{FF2B5EF4-FFF2-40B4-BE49-F238E27FC236}">
                  <a16:creationId xmlns="" xmlns:a16="http://schemas.microsoft.com/office/drawing/2014/main" id="{97A208B0-D27E-5D40-B156-11CB7075B098}"/>
                </a:ext>
              </a:extLst>
            </p:cNvPr>
            <p:cNvSpPr txBox="1"/>
            <p:nvPr/>
          </p:nvSpPr>
          <p:spPr>
            <a:xfrm>
              <a:off x="8964789" y="2639236"/>
              <a:ext cx="1259074"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T</a:t>
              </a:r>
              <a:r>
                <a:rPr kumimoji="0" lang="en-US" sz="1600" b="0" i="0" u="none" strike="noStrike" kern="1200" cap="none" spc="0" normalizeH="0" baseline="-25000" noProof="0" dirty="0">
                  <a:ln>
                    <a:noFill/>
                  </a:ln>
                  <a:solidFill>
                    <a:prstClr val="black"/>
                  </a:solidFill>
                  <a:effectLst/>
                  <a:uLnTx/>
                  <a:uFillTx/>
                  <a:latin typeface="Calibri"/>
                  <a:ea typeface="+mn-ea"/>
                  <a:cs typeface="+mn-cs"/>
                </a:rPr>
                <a:t>h</a:t>
              </a:r>
            </a:p>
          </p:txBody>
        </p:sp>
      </p:grpSp>
      <p:grpSp>
        <p:nvGrpSpPr>
          <p:cNvPr id="5" name="Group 4">
            <a:extLst>
              <a:ext uri="{FF2B5EF4-FFF2-40B4-BE49-F238E27FC236}">
                <a16:creationId xmlns="" xmlns:a16="http://schemas.microsoft.com/office/drawing/2014/main" id="{E73E5E98-A439-0647-8DF1-844937CD72A0}"/>
              </a:ext>
            </a:extLst>
          </p:cNvPr>
          <p:cNvGrpSpPr/>
          <p:nvPr/>
        </p:nvGrpSpPr>
        <p:grpSpPr>
          <a:xfrm>
            <a:off x="8549491" y="2999047"/>
            <a:ext cx="1818022" cy="369332"/>
            <a:chOff x="7863122" y="5632673"/>
            <a:chExt cx="1818022" cy="369332"/>
          </a:xfrm>
        </p:grpSpPr>
        <p:grpSp>
          <p:nvGrpSpPr>
            <p:cNvPr id="99" name="Group 98">
              <a:extLst>
                <a:ext uri="{FF2B5EF4-FFF2-40B4-BE49-F238E27FC236}">
                  <a16:creationId xmlns="" xmlns:a16="http://schemas.microsoft.com/office/drawing/2014/main" id="{39CCB6B2-1F81-ED45-AF48-A3187F0215CC}"/>
                </a:ext>
              </a:extLst>
            </p:cNvPr>
            <p:cNvGrpSpPr/>
            <p:nvPr/>
          </p:nvGrpSpPr>
          <p:grpSpPr>
            <a:xfrm>
              <a:off x="7863122" y="5638955"/>
              <a:ext cx="1259074" cy="338554"/>
              <a:chOff x="8964789" y="2648929"/>
              <a:chExt cx="1259074" cy="338554"/>
            </a:xfrm>
          </p:grpSpPr>
          <p:sp>
            <p:nvSpPr>
              <p:cNvPr id="100" name="Rectangle 99">
                <a:extLst>
                  <a:ext uri="{FF2B5EF4-FFF2-40B4-BE49-F238E27FC236}">
                    <a16:creationId xmlns="" xmlns:a16="http://schemas.microsoft.com/office/drawing/2014/main" id="{B77AF83C-DA1E-A642-9E78-5EEE36A0AD7E}"/>
                  </a:ext>
                </a:extLst>
              </p:cNvPr>
              <p:cNvSpPr/>
              <p:nvPr/>
            </p:nvSpPr>
            <p:spPr>
              <a:xfrm>
                <a:off x="9032744" y="2707400"/>
                <a:ext cx="543189"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1" name="TextBox 100">
                <a:extLst>
                  <a:ext uri="{FF2B5EF4-FFF2-40B4-BE49-F238E27FC236}">
                    <a16:creationId xmlns="" xmlns:a16="http://schemas.microsoft.com/office/drawing/2014/main" id="{AB8C9E1E-8C93-DA4B-813F-B38E4305D2BE}"/>
                  </a:ext>
                </a:extLst>
              </p:cNvPr>
              <p:cNvSpPr txBox="1"/>
              <p:nvPr/>
            </p:nvSpPr>
            <p:spPr>
              <a:xfrm>
                <a:off x="8964789" y="2648929"/>
                <a:ext cx="1259074"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T</a:t>
                </a:r>
                <a:r>
                  <a:rPr kumimoji="0" lang="en-US" sz="1600" b="0" i="0" u="none" strike="noStrike" kern="1200" cap="none" spc="0" normalizeH="0" baseline="-25000" noProof="0" dirty="0">
                    <a:ln>
                      <a:noFill/>
                    </a:ln>
                    <a:solidFill>
                      <a:prstClr val="black"/>
                    </a:solidFill>
                    <a:effectLst/>
                    <a:uLnTx/>
                    <a:uFillTx/>
                    <a:latin typeface="Calibri"/>
                    <a:ea typeface="+mn-ea"/>
                    <a:cs typeface="+mn-cs"/>
                  </a:rPr>
                  <a:t>h</a:t>
                </a:r>
              </a:p>
            </p:txBody>
          </p:sp>
        </p:grpSp>
        <p:grpSp>
          <p:nvGrpSpPr>
            <p:cNvPr id="103" name="Group 102">
              <a:extLst>
                <a:ext uri="{FF2B5EF4-FFF2-40B4-BE49-F238E27FC236}">
                  <a16:creationId xmlns="" xmlns:a16="http://schemas.microsoft.com/office/drawing/2014/main" id="{8B56BF3A-3903-6343-9BD8-2E85489C092E}"/>
                </a:ext>
              </a:extLst>
            </p:cNvPr>
            <p:cNvGrpSpPr/>
            <p:nvPr/>
          </p:nvGrpSpPr>
          <p:grpSpPr>
            <a:xfrm>
              <a:off x="8422070" y="5632673"/>
              <a:ext cx="1259074" cy="369332"/>
              <a:chOff x="8934916" y="2778923"/>
              <a:chExt cx="1259074" cy="369332"/>
            </a:xfrm>
          </p:grpSpPr>
          <p:sp>
            <p:nvSpPr>
              <p:cNvPr id="104" name="Rectangle 103">
                <a:extLst>
                  <a:ext uri="{FF2B5EF4-FFF2-40B4-BE49-F238E27FC236}">
                    <a16:creationId xmlns="" xmlns:a16="http://schemas.microsoft.com/office/drawing/2014/main" id="{C0632306-DF2A-5145-82E2-F627C1E9171F}"/>
                  </a:ext>
                </a:extLst>
              </p:cNvPr>
              <p:cNvSpPr/>
              <p:nvPr/>
            </p:nvSpPr>
            <p:spPr>
              <a:xfrm>
                <a:off x="8964931" y="2842303"/>
                <a:ext cx="1140727"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5" name="TextBox 104">
                <a:extLst>
                  <a:ext uri="{FF2B5EF4-FFF2-40B4-BE49-F238E27FC236}">
                    <a16:creationId xmlns="" xmlns:a16="http://schemas.microsoft.com/office/drawing/2014/main" id="{E104975E-6986-5E45-89F2-36AAE86B3B12}"/>
                  </a:ext>
                </a:extLst>
              </p:cNvPr>
              <p:cNvSpPr txBox="1"/>
              <p:nvPr/>
            </p:nvSpPr>
            <p:spPr>
              <a:xfrm>
                <a:off x="8934916" y="2778923"/>
                <a:ext cx="125907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app. msg</a:t>
                </a:r>
              </a:p>
            </p:txBody>
          </p:sp>
        </p:grpSp>
      </p:grpSp>
      <p:sp>
        <p:nvSpPr>
          <p:cNvPr id="130" name="Slide Number Placeholder 2">
            <a:extLst>
              <a:ext uri="{FF2B5EF4-FFF2-40B4-BE49-F238E27FC236}">
                <a16:creationId xmlns="" xmlns:a16="http://schemas.microsoft.com/office/drawing/2014/main" id="{684D6C37-F877-7142-9DC9-7032BA75668F}"/>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11</a:t>
            </a:fld>
            <a:endParaRPr lang="en-US" dirty="0"/>
          </a:p>
        </p:txBody>
      </p:sp>
    </p:spTree>
    <p:extLst>
      <p:ext uri="{BB962C8B-B14F-4D97-AF65-F5344CB8AC3E}">
        <p14:creationId xmlns:p14="http://schemas.microsoft.com/office/powerpoint/2010/main" val="383833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2"/>
                                        </p:tgtEl>
                                        <p:attrNameLst>
                                          <p:attrName>style.visibility</p:attrName>
                                        </p:attrNameLst>
                                      </p:cBhvr>
                                      <p:to>
                                        <p:strVal val="visible"/>
                                      </p:to>
                                    </p:set>
                                    <p:animEffect transition="in" filter="dissolve">
                                      <p:cBhvr>
                                        <p:cTn id="7" dur="500"/>
                                        <p:tgtEl>
                                          <p:spTgt spid="10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88"/>
                                        </p:tgtEl>
                                        <p:attrNameLst>
                                          <p:attrName>style.visibility</p:attrName>
                                        </p:attrNameLst>
                                      </p:cBhvr>
                                      <p:to>
                                        <p:strVal val="visible"/>
                                      </p:to>
                                    </p:set>
                                    <p:animEffect transition="in" filter="dissolve">
                                      <p:cBhvr>
                                        <p:cTn id="12" dur="500"/>
                                        <p:tgtEl>
                                          <p:spTgt spid="88"/>
                                        </p:tgtEl>
                                      </p:cBhvr>
                                    </p:animEffect>
                                  </p:childTnLst>
                                </p:cTn>
                              </p:par>
                              <p:par>
                                <p:cTn id="13" presetID="0" presetClass="path" presetSubtype="0" accel="50000" decel="50000" fill="hold" nodeType="withEffect">
                                  <p:stCondLst>
                                    <p:cond delay="0"/>
                                  </p:stCondLst>
                                  <p:childTnLst>
                                    <p:animMotion origin="layout" path="M -6.25E-7 -1.48148E-6 L 0.00065 0.10139 " pathEditMode="relative" rAng="0" ptsTypes="AA">
                                      <p:cBhvr>
                                        <p:cTn id="14" dur="2000" fill="hold"/>
                                        <p:tgtEl>
                                          <p:spTgt spid="88"/>
                                        </p:tgtEl>
                                        <p:attrNameLst>
                                          <p:attrName>ppt_x</p:attrName>
                                          <p:attrName>ppt_y</p:attrName>
                                        </p:attrNameLst>
                                      </p:cBhvr>
                                      <p:rCtr x="26" y="5069"/>
                                    </p:animMotion>
                                  </p:childTnLst>
                                </p:cTn>
                              </p:par>
                              <p:par>
                                <p:cTn id="15" presetID="9" presetClass="entr" presetSubtype="0" fill="hold" grpId="0" nodeType="withEffect">
                                  <p:stCondLst>
                                    <p:cond delay="0"/>
                                  </p:stCondLst>
                                  <p:childTnLst>
                                    <p:set>
                                      <p:cBhvr>
                                        <p:cTn id="16" dur="1" fill="hold">
                                          <p:stCondLst>
                                            <p:cond delay="0"/>
                                          </p:stCondLst>
                                        </p:cTn>
                                        <p:tgtEl>
                                          <p:spTgt spid="91"/>
                                        </p:tgtEl>
                                        <p:attrNameLst>
                                          <p:attrName>style.visibility</p:attrName>
                                        </p:attrNameLst>
                                      </p:cBhvr>
                                      <p:to>
                                        <p:strVal val="visible"/>
                                      </p:to>
                                    </p:set>
                                    <p:animEffect transition="in" filter="dissolve">
                                      <p:cBhvr>
                                        <p:cTn id="17" dur="500"/>
                                        <p:tgtEl>
                                          <p:spTgt spid="91"/>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06"/>
                                        </p:tgtEl>
                                        <p:attrNameLst>
                                          <p:attrName>style.visibility</p:attrName>
                                        </p:attrNameLst>
                                      </p:cBhvr>
                                      <p:to>
                                        <p:strVal val="visible"/>
                                      </p:to>
                                    </p:set>
                                    <p:animEffect transition="in" filter="dissolve">
                                      <p:cBhvr>
                                        <p:cTn id="22" dur="500"/>
                                        <p:tgtEl>
                                          <p:spTgt spid="106"/>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94"/>
                                        </p:tgtEl>
                                        <p:attrNameLst>
                                          <p:attrName>style.visibility</p:attrName>
                                        </p:attrNameLst>
                                      </p:cBhvr>
                                      <p:to>
                                        <p:strVal val="visible"/>
                                      </p:to>
                                    </p:set>
                                    <p:animEffect transition="in" filter="dissolve">
                                      <p:cBhvr>
                                        <p:cTn id="25" dur="500"/>
                                        <p:tgtEl>
                                          <p:spTgt spid="94"/>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xit" presetSubtype="0" fill="hold" nodeType="clickEffect">
                                  <p:stCondLst>
                                    <p:cond delay="0"/>
                                  </p:stCondLst>
                                  <p:childTnLst>
                                    <p:animEffect transition="out" filter="dissolve">
                                      <p:cBhvr>
                                        <p:cTn id="29" dur="500"/>
                                        <p:tgtEl>
                                          <p:spTgt spid="106"/>
                                        </p:tgtEl>
                                      </p:cBhvr>
                                    </p:animEffect>
                                    <p:set>
                                      <p:cBhvr>
                                        <p:cTn id="30" dur="1" fill="hold">
                                          <p:stCondLst>
                                            <p:cond delay="499"/>
                                          </p:stCondLst>
                                        </p:cTn>
                                        <p:tgtEl>
                                          <p:spTgt spid="106"/>
                                        </p:tgtEl>
                                        <p:attrNameLst>
                                          <p:attrName>style.visibility</p:attrName>
                                        </p:attrNameLst>
                                      </p:cBhvr>
                                      <p:to>
                                        <p:strVal val="hidden"/>
                                      </p:to>
                                    </p:set>
                                  </p:childTnLst>
                                </p:cTn>
                              </p:par>
                              <p:par>
                                <p:cTn id="31" presetID="9" presetClass="exit" presetSubtype="0" fill="hold" nodeType="withEffect">
                                  <p:stCondLst>
                                    <p:cond delay="0"/>
                                  </p:stCondLst>
                                  <p:childTnLst>
                                    <p:animEffect transition="out" filter="dissolve">
                                      <p:cBhvr>
                                        <p:cTn id="32" dur="500"/>
                                        <p:tgtEl>
                                          <p:spTgt spid="88"/>
                                        </p:tgtEl>
                                      </p:cBhvr>
                                    </p:animEffect>
                                    <p:set>
                                      <p:cBhvr>
                                        <p:cTn id="33" dur="1" fill="hold">
                                          <p:stCondLst>
                                            <p:cond delay="499"/>
                                          </p:stCondLst>
                                        </p:cTn>
                                        <p:tgtEl>
                                          <p:spTgt spid="88"/>
                                        </p:tgtEl>
                                        <p:attrNameLst>
                                          <p:attrName>style.visibility</p:attrName>
                                        </p:attrNameLst>
                                      </p:cBhvr>
                                      <p:to>
                                        <p:strVal val="hidden"/>
                                      </p:to>
                                    </p:set>
                                  </p:childTnLst>
                                </p:cTn>
                              </p:par>
                            </p:childTnLst>
                          </p:cTn>
                        </p:par>
                        <p:par>
                          <p:cTn id="34" fill="hold">
                            <p:stCondLst>
                              <p:cond delay="500"/>
                            </p:stCondLst>
                            <p:childTnLst>
                              <p:par>
                                <p:cTn id="35" presetID="9" presetClass="entr" presetSubtype="0" fill="hold" nodeType="after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dissolve">
                                      <p:cBhvr>
                                        <p:cTn id="37" dur="500"/>
                                        <p:tgtEl>
                                          <p:spTgt spid="5"/>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95"/>
                                        </p:tgtEl>
                                        <p:attrNameLst>
                                          <p:attrName>style.visibility</p:attrName>
                                        </p:attrNameLst>
                                      </p:cBhvr>
                                      <p:to>
                                        <p:strVal val="visible"/>
                                      </p:to>
                                    </p:set>
                                    <p:animEffect transition="in" filter="dissolve">
                                      <p:cBhvr>
                                        <p:cTn id="40" dur="500"/>
                                        <p:tgtEl>
                                          <p:spTgt spid="95"/>
                                        </p:tgtEl>
                                      </p:cBhvr>
                                    </p:animEffect>
                                  </p:childTnLst>
                                </p:cTn>
                              </p:par>
                            </p:childTnLst>
                          </p:cTn>
                        </p:par>
                      </p:childTnLst>
                    </p:cTn>
                  </p:par>
                  <p:par>
                    <p:cTn id="41" fill="hold">
                      <p:stCondLst>
                        <p:cond delay="indefinite"/>
                      </p:stCondLst>
                      <p:childTnLst>
                        <p:par>
                          <p:cTn id="42" fill="hold">
                            <p:stCondLst>
                              <p:cond delay="0"/>
                            </p:stCondLst>
                            <p:childTnLst>
                              <p:par>
                                <p:cTn id="43" presetID="0" presetClass="path" presetSubtype="0" accel="50000" decel="50000" fill="hold" nodeType="clickEffect">
                                  <p:stCondLst>
                                    <p:cond delay="0"/>
                                  </p:stCondLst>
                                  <p:childTnLst>
                                    <p:animMotion origin="layout" path="M -1.25E-6 -3.7037E-7 L 0.00052 0.09306 " pathEditMode="relative" rAng="0" ptsTypes="AA">
                                      <p:cBhvr>
                                        <p:cTn id="44" dur="2000" fill="hold"/>
                                        <p:tgtEl>
                                          <p:spTgt spid="5"/>
                                        </p:tgtEl>
                                        <p:attrNameLst>
                                          <p:attrName>ppt_x</p:attrName>
                                          <p:attrName>ppt_y</p:attrName>
                                        </p:attrNameLst>
                                      </p:cBhvr>
                                      <p:rCtr x="26" y="4653"/>
                                    </p:animMotion>
                                  </p:childTnLst>
                                </p:cTn>
                              </p:par>
                              <p:par>
                                <p:cTn id="45" presetID="9" presetClass="entr" presetSubtype="0" fill="hold" grpId="0" nodeType="withEffect">
                                  <p:stCondLst>
                                    <p:cond delay="0"/>
                                  </p:stCondLst>
                                  <p:childTnLst>
                                    <p:set>
                                      <p:cBhvr>
                                        <p:cTn id="46" dur="1" fill="hold">
                                          <p:stCondLst>
                                            <p:cond delay="0"/>
                                          </p:stCondLst>
                                        </p:cTn>
                                        <p:tgtEl>
                                          <p:spTgt spid="97"/>
                                        </p:tgtEl>
                                        <p:attrNameLst>
                                          <p:attrName>style.visibility</p:attrName>
                                        </p:attrNameLst>
                                      </p:cBhvr>
                                      <p:to>
                                        <p:strVal val="visible"/>
                                      </p:to>
                                    </p:set>
                                    <p:animEffect transition="in" filter="dissolve">
                                      <p:cBhvr>
                                        <p:cTn id="47" dur="500"/>
                                        <p:tgtEl>
                                          <p:spTgt spid="97"/>
                                        </p:tgtEl>
                                      </p:cBhvr>
                                    </p:animEffect>
                                  </p:childTnLst>
                                </p:cTn>
                              </p:par>
                            </p:childTnLst>
                          </p:cTn>
                        </p:par>
                      </p:childTnLst>
                    </p:cTn>
                  </p:par>
                  <p:par>
                    <p:cTn id="48" fill="hold">
                      <p:stCondLst>
                        <p:cond delay="indefinite"/>
                      </p:stCondLst>
                      <p:childTnLst>
                        <p:par>
                          <p:cTn id="49" fill="hold">
                            <p:stCondLst>
                              <p:cond delay="0"/>
                            </p:stCondLst>
                            <p:childTnLst>
                              <p:par>
                                <p:cTn id="50" presetID="0" presetClass="path" presetSubtype="0" accel="50000" decel="50000" fill="hold" nodeType="clickEffect">
                                  <p:stCondLst>
                                    <p:cond delay="0"/>
                                  </p:stCondLst>
                                  <p:childTnLst>
                                    <p:animMotion origin="layout" path="M 0.00052 0.09306 C -0.00013 0.14931 -0.00091 0.20347 -0.00169 0.26181 L -0.11432 0.32593 L -0.43333 0.31991 C -0.47513 0.3044 -0.51719 0.27778 -0.55846 0.26366 " pathEditMode="relative" rAng="0" ptsTypes="AAAAA">
                                      <p:cBhvr>
                                        <p:cTn id="51" dur="2000" fill="hold"/>
                                        <p:tgtEl>
                                          <p:spTgt spid="5"/>
                                        </p:tgtEl>
                                        <p:attrNameLst>
                                          <p:attrName>ppt_x</p:attrName>
                                          <p:attrName>ppt_y</p:attrName>
                                        </p:attrNameLst>
                                      </p:cBhvr>
                                      <p:rCtr x="-27943" y="116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 grpId="0" animBg="1"/>
      <p:bldP spid="91" grpId="0"/>
      <p:bldP spid="94" grpId="0"/>
      <p:bldP spid="95" grpId="0"/>
      <p:bldP spid="9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 xmlns:a16="http://schemas.microsoft.com/office/drawing/2014/main" id="{8902B4EA-0158-774A-877D-888807F574B5}"/>
              </a:ext>
            </a:extLst>
          </p:cNvPr>
          <p:cNvGrpSpPr/>
          <p:nvPr/>
        </p:nvGrpSpPr>
        <p:grpSpPr>
          <a:xfrm>
            <a:off x="2578811" y="4965666"/>
            <a:ext cx="6866725" cy="1028731"/>
            <a:chOff x="2578811" y="4965666"/>
            <a:chExt cx="6866725" cy="1028731"/>
          </a:xfrm>
        </p:grpSpPr>
        <p:cxnSp>
          <p:nvCxnSpPr>
            <p:cNvPr id="128" name="Straight Connector 127">
              <a:extLst>
                <a:ext uri="{FF2B5EF4-FFF2-40B4-BE49-F238E27FC236}">
                  <a16:creationId xmlns="" xmlns:a16="http://schemas.microsoft.com/office/drawing/2014/main" id="{0763EEB6-87F6-D847-AD1E-3BFDCE6A9543}"/>
                </a:ext>
              </a:extLst>
            </p:cNvPr>
            <p:cNvCxnSpPr>
              <a:cxnSpLocks/>
            </p:cNvCxnSpPr>
            <p:nvPr/>
          </p:nvCxnSpPr>
          <p:spPr>
            <a:xfrm>
              <a:off x="2578811" y="5062556"/>
              <a:ext cx="1582832" cy="30261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 xmlns:a16="http://schemas.microsoft.com/office/drawing/2014/main" id="{09891B45-180E-B341-A7C6-D10A683BB102}"/>
                </a:ext>
              </a:extLst>
            </p:cNvPr>
            <p:cNvGrpSpPr/>
            <p:nvPr/>
          </p:nvGrpSpPr>
          <p:grpSpPr>
            <a:xfrm>
              <a:off x="4062521" y="4965666"/>
              <a:ext cx="5383015" cy="1028731"/>
              <a:chOff x="4062521" y="4965666"/>
              <a:chExt cx="5383015" cy="1028731"/>
            </a:xfrm>
          </p:grpSpPr>
          <p:cxnSp>
            <p:nvCxnSpPr>
              <p:cNvPr id="127" name="Straight Connector 126">
                <a:extLst>
                  <a:ext uri="{FF2B5EF4-FFF2-40B4-BE49-F238E27FC236}">
                    <a16:creationId xmlns="" xmlns:a16="http://schemas.microsoft.com/office/drawing/2014/main" id="{16BE7B71-3412-8546-BD1A-8BF76DC47254}"/>
                  </a:ext>
                </a:extLst>
              </p:cNvPr>
              <p:cNvCxnSpPr>
                <a:cxnSpLocks/>
              </p:cNvCxnSpPr>
              <p:nvPr/>
            </p:nvCxnSpPr>
            <p:spPr>
              <a:xfrm flipH="1">
                <a:off x="7972023" y="4973372"/>
                <a:ext cx="1473513" cy="47439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71" name="Freeform 296">
                <a:extLst>
                  <a:ext uri="{FF2B5EF4-FFF2-40B4-BE49-F238E27FC236}">
                    <a16:creationId xmlns="" xmlns:a16="http://schemas.microsoft.com/office/drawing/2014/main" id="{06DFDE96-5B04-984C-B72D-22D074DF3E82}"/>
                  </a:ext>
                </a:extLst>
              </p:cNvPr>
              <p:cNvSpPr>
                <a:spLocks/>
              </p:cNvSpPr>
              <p:nvPr/>
            </p:nvSpPr>
            <p:spPr bwMode="auto">
              <a:xfrm>
                <a:off x="4062521" y="4965666"/>
                <a:ext cx="4036903" cy="1028731"/>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Calibri"/>
                    <a:ea typeface="ＭＳ Ｐゴシック" panose="020B0600070205080204" pitchFamily="34" charset="-128"/>
                    <a:cs typeface="Arial"/>
                  </a:rPr>
                  <a:t>             </a:t>
                </a:r>
              </a:p>
            </p:txBody>
          </p:sp>
        </p:grpSp>
      </p:grpSp>
      <p:sp>
        <p:nvSpPr>
          <p:cNvPr id="182" name="Freeform 103">
            <a:extLst>
              <a:ext uri="{FF2B5EF4-FFF2-40B4-BE49-F238E27FC236}">
                <a16:creationId xmlns="" xmlns:a16="http://schemas.microsoft.com/office/drawing/2014/main" id="{DEF6D5D3-E4DA-4B46-BBC5-93311E115D92}"/>
              </a:ext>
            </a:extLst>
          </p:cNvPr>
          <p:cNvSpPr>
            <a:spLocks/>
          </p:cNvSpPr>
          <p:nvPr/>
        </p:nvSpPr>
        <p:spPr bwMode="auto">
          <a:xfrm>
            <a:off x="10295012" y="2167472"/>
            <a:ext cx="890436" cy="2912558"/>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3" name="Freeform 70">
            <a:extLst>
              <a:ext uri="{FF2B5EF4-FFF2-40B4-BE49-F238E27FC236}">
                <a16:creationId xmlns="" xmlns:a16="http://schemas.microsoft.com/office/drawing/2014/main" id="{4A88383C-61F9-1949-9D88-EC83EDA3F2B6}"/>
              </a:ext>
            </a:extLst>
          </p:cNvPr>
          <p:cNvSpPr>
            <a:spLocks/>
          </p:cNvSpPr>
          <p:nvPr/>
        </p:nvSpPr>
        <p:spPr bwMode="auto">
          <a:xfrm>
            <a:off x="854349" y="2256655"/>
            <a:ext cx="846644" cy="2922199"/>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22" name="Group 185">
            <a:extLst>
              <a:ext uri="{FF2B5EF4-FFF2-40B4-BE49-F238E27FC236}">
                <a16:creationId xmlns="" xmlns:a16="http://schemas.microsoft.com/office/drawing/2014/main" id="{7750F2FB-96FA-374A-AF56-26502EF04672}"/>
              </a:ext>
            </a:extLst>
          </p:cNvPr>
          <p:cNvGrpSpPr>
            <a:grpSpLocks/>
          </p:cNvGrpSpPr>
          <p:nvPr/>
        </p:nvGrpSpPr>
        <p:grpSpPr bwMode="auto">
          <a:xfrm>
            <a:off x="10955688" y="4246759"/>
            <a:ext cx="549832" cy="1070215"/>
            <a:chOff x="4140" y="429"/>
            <a:chExt cx="1425" cy="2396"/>
          </a:xfrm>
        </p:grpSpPr>
        <p:sp>
          <p:nvSpPr>
            <p:cNvPr id="223" name="Freeform 186">
              <a:extLst>
                <a:ext uri="{FF2B5EF4-FFF2-40B4-BE49-F238E27FC236}">
                  <a16:creationId xmlns="" xmlns:a16="http://schemas.microsoft.com/office/drawing/2014/main" id="{E441858B-A566-F746-B48C-912CA3020CC8}"/>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4" name="Rectangle 187">
              <a:extLst>
                <a:ext uri="{FF2B5EF4-FFF2-40B4-BE49-F238E27FC236}">
                  <a16:creationId xmlns="" xmlns:a16="http://schemas.microsoft.com/office/drawing/2014/main" id="{20003129-35A4-1E46-8065-8AF4C6403D5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25" name="Freeform 188">
              <a:extLst>
                <a:ext uri="{FF2B5EF4-FFF2-40B4-BE49-F238E27FC236}">
                  <a16:creationId xmlns="" xmlns:a16="http://schemas.microsoft.com/office/drawing/2014/main" id="{6F94D7AE-C4D1-AF4A-B970-086B7D245ACF}"/>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6" name="Freeform 189">
              <a:extLst>
                <a:ext uri="{FF2B5EF4-FFF2-40B4-BE49-F238E27FC236}">
                  <a16:creationId xmlns="" xmlns:a16="http://schemas.microsoft.com/office/drawing/2014/main" id="{EAFC03EF-54DF-8942-9852-25739DA158B4}"/>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7" name="Rectangle 190">
              <a:extLst>
                <a:ext uri="{FF2B5EF4-FFF2-40B4-BE49-F238E27FC236}">
                  <a16:creationId xmlns="" xmlns:a16="http://schemas.microsoft.com/office/drawing/2014/main" id="{2241F7B6-5281-A74E-8DCB-3BE3777E9369}"/>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28" name="Group 191">
              <a:extLst>
                <a:ext uri="{FF2B5EF4-FFF2-40B4-BE49-F238E27FC236}">
                  <a16:creationId xmlns="" xmlns:a16="http://schemas.microsoft.com/office/drawing/2014/main" id="{02DB0249-6EBB-FF4B-B17F-CC771B255D00}"/>
                </a:ext>
              </a:extLst>
            </p:cNvPr>
            <p:cNvGrpSpPr>
              <a:grpSpLocks/>
            </p:cNvGrpSpPr>
            <p:nvPr/>
          </p:nvGrpSpPr>
          <p:grpSpPr bwMode="auto">
            <a:xfrm>
              <a:off x="4749" y="668"/>
              <a:ext cx="581" cy="145"/>
              <a:chOff x="614" y="2568"/>
              <a:chExt cx="725" cy="139"/>
            </a:xfrm>
          </p:grpSpPr>
          <p:sp>
            <p:nvSpPr>
              <p:cNvPr id="253" name="AutoShape 192">
                <a:extLst>
                  <a:ext uri="{FF2B5EF4-FFF2-40B4-BE49-F238E27FC236}">
                    <a16:creationId xmlns="" xmlns:a16="http://schemas.microsoft.com/office/drawing/2014/main" id="{BE55370E-BC12-1B42-9E3C-C950033EEF89}"/>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4" name="AutoShape 193">
                <a:extLst>
                  <a:ext uri="{FF2B5EF4-FFF2-40B4-BE49-F238E27FC236}">
                    <a16:creationId xmlns="" xmlns:a16="http://schemas.microsoft.com/office/drawing/2014/main" id="{1BBB99EB-2FFB-5942-9855-24BEE1C68997}"/>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29" name="Rectangle 194">
              <a:extLst>
                <a:ext uri="{FF2B5EF4-FFF2-40B4-BE49-F238E27FC236}">
                  <a16:creationId xmlns="" xmlns:a16="http://schemas.microsoft.com/office/drawing/2014/main" id="{9C5699FC-2B4E-BD46-B9CC-CA578E2EA709}"/>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30" name="Group 195">
              <a:extLst>
                <a:ext uri="{FF2B5EF4-FFF2-40B4-BE49-F238E27FC236}">
                  <a16:creationId xmlns="" xmlns:a16="http://schemas.microsoft.com/office/drawing/2014/main" id="{676615F3-A30A-9740-8080-AFEE6BAAEF98}"/>
                </a:ext>
              </a:extLst>
            </p:cNvPr>
            <p:cNvGrpSpPr>
              <a:grpSpLocks/>
            </p:cNvGrpSpPr>
            <p:nvPr/>
          </p:nvGrpSpPr>
          <p:grpSpPr bwMode="auto">
            <a:xfrm>
              <a:off x="4747" y="994"/>
              <a:ext cx="581" cy="134"/>
              <a:chOff x="614" y="2568"/>
              <a:chExt cx="725" cy="139"/>
            </a:xfrm>
          </p:grpSpPr>
          <p:sp>
            <p:nvSpPr>
              <p:cNvPr id="251" name="AutoShape 196">
                <a:extLst>
                  <a:ext uri="{FF2B5EF4-FFF2-40B4-BE49-F238E27FC236}">
                    <a16:creationId xmlns="" xmlns:a16="http://schemas.microsoft.com/office/drawing/2014/main" id="{D31569A0-2CDC-3B4B-B7FA-067BF2CB0D93}"/>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2" name="AutoShape 197">
                <a:extLst>
                  <a:ext uri="{FF2B5EF4-FFF2-40B4-BE49-F238E27FC236}">
                    <a16:creationId xmlns="" xmlns:a16="http://schemas.microsoft.com/office/drawing/2014/main" id="{5D70C5E6-3DFB-1D45-8469-DE5EA96E13E8}"/>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1" name="Rectangle 198">
              <a:extLst>
                <a:ext uri="{FF2B5EF4-FFF2-40B4-BE49-F238E27FC236}">
                  <a16:creationId xmlns="" xmlns:a16="http://schemas.microsoft.com/office/drawing/2014/main" id="{AE060187-10EA-1F4E-AEDE-8C6C0E8358D2}"/>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2" name="Rectangle 199">
              <a:extLst>
                <a:ext uri="{FF2B5EF4-FFF2-40B4-BE49-F238E27FC236}">
                  <a16:creationId xmlns="" xmlns:a16="http://schemas.microsoft.com/office/drawing/2014/main" id="{32874526-51C0-C749-BDC8-3D9F62AFE767}"/>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33" name="Group 200">
              <a:extLst>
                <a:ext uri="{FF2B5EF4-FFF2-40B4-BE49-F238E27FC236}">
                  <a16:creationId xmlns="" xmlns:a16="http://schemas.microsoft.com/office/drawing/2014/main" id="{09E63F43-E74F-6045-A673-3756891EE94D}"/>
                </a:ext>
              </a:extLst>
            </p:cNvPr>
            <p:cNvGrpSpPr>
              <a:grpSpLocks/>
            </p:cNvGrpSpPr>
            <p:nvPr/>
          </p:nvGrpSpPr>
          <p:grpSpPr bwMode="auto">
            <a:xfrm>
              <a:off x="4735" y="1627"/>
              <a:ext cx="582" cy="151"/>
              <a:chOff x="614" y="2568"/>
              <a:chExt cx="725" cy="139"/>
            </a:xfrm>
          </p:grpSpPr>
          <p:sp>
            <p:nvSpPr>
              <p:cNvPr id="249" name="AutoShape 201">
                <a:extLst>
                  <a:ext uri="{FF2B5EF4-FFF2-40B4-BE49-F238E27FC236}">
                    <a16:creationId xmlns="" xmlns:a16="http://schemas.microsoft.com/office/drawing/2014/main" id="{0296B9BB-82CD-2A45-8E56-F4ACF6FCC028}"/>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0" name="AutoShape 202">
                <a:extLst>
                  <a:ext uri="{FF2B5EF4-FFF2-40B4-BE49-F238E27FC236}">
                    <a16:creationId xmlns="" xmlns:a16="http://schemas.microsoft.com/office/drawing/2014/main" id="{DD3C3254-A817-B449-AE0F-31BEFF504A04}"/>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4" name="Freeform 203">
              <a:extLst>
                <a:ext uri="{FF2B5EF4-FFF2-40B4-BE49-F238E27FC236}">
                  <a16:creationId xmlns="" xmlns:a16="http://schemas.microsoft.com/office/drawing/2014/main" id="{D05041BE-8046-EB49-A23A-C7FEB06D9108}"/>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35" name="Group 204">
              <a:extLst>
                <a:ext uri="{FF2B5EF4-FFF2-40B4-BE49-F238E27FC236}">
                  <a16:creationId xmlns="" xmlns:a16="http://schemas.microsoft.com/office/drawing/2014/main" id="{BD1D997D-F690-4C4E-9473-F0433427C91F}"/>
                </a:ext>
              </a:extLst>
            </p:cNvPr>
            <p:cNvGrpSpPr>
              <a:grpSpLocks/>
            </p:cNvGrpSpPr>
            <p:nvPr/>
          </p:nvGrpSpPr>
          <p:grpSpPr bwMode="auto">
            <a:xfrm>
              <a:off x="4739" y="1327"/>
              <a:ext cx="582" cy="139"/>
              <a:chOff x="614" y="2568"/>
              <a:chExt cx="725" cy="139"/>
            </a:xfrm>
          </p:grpSpPr>
          <p:sp>
            <p:nvSpPr>
              <p:cNvPr id="247" name="AutoShape 205">
                <a:extLst>
                  <a:ext uri="{FF2B5EF4-FFF2-40B4-BE49-F238E27FC236}">
                    <a16:creationId xmlns="" xmlns:a16="http://schemas.microsoft.com/office/drawing/2014/main" id="{631C3D3D-8F7D-6F44-AD56-665A5242B691}"/>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8" name="AutoShape 206">
                <a:extLst>
                  <a:ext uri="{FF2B5EF4-FFF2-40B4-BE49-F238E27FC236}">
                    <a16:creationId xmlns="" xmlns:a16="http://schemas.microsoft.com/office/drawing/2014/main" id="{E7F87D38-4528-0F45-9911-B79B599D25FC}"/>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6" name="Rectangle 207">
              <a:extLst>
                <a:ext uri="{FF2B5EF4-FFF2-40B4-BE49-F238E27FC236}">
                  <a16:creationId xmlns="" xmlns:a16="http://schemas.microsoft.com/office/drawing/2014/main" id="{60B24777-81BE-BC42-AC64-6F2229E5FBE5}"/>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7" name="Freeform 208">
              <a:extLst>
                <a:ext uri="{FF2B5EF4-FFF2-40B4-BE49-F238E27FC236}">
                  <a16:creationId xmlns="" xmlns:a16="http://schemas.microsoft.com/office/drawing/2014/main" id="{FD1049FD-ADAC-FC43-A186-6585ECAE4331}"/>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8" name="Freeform 209">
              <a:extLst>
                <a:ext uri="{FF2B5EF4-FFF2-40B4-BE49-F238E27FC236}">
                  <a16:creationId xmlns="" xmlns:a16="http://schemas.microsoft.com/office/drawing/2014/main" id="{A25585BA-2AFC-3047-B9D5-7CC45D5DBC49}"/>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9" name="Oval 210">
              <a:extLst>
                <a:ext uri="{FF2B5EF4-FFF2-40B4-BE49-F238E27FC236}">
                  <a16:creationId xmlns="" xmlns:a16="http://schemas.microsoft.com/office/drawing/2014/main" id="{78C608B6-FCB9-3F43-A504-D33DD77827D8}"/>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0" name="Freeform 211">
              <a:extLst>
                <a:ext uri="{FF2B5EF4-FFF2-40B4-BE49-F238E27FC236}">
                  <a16:creationId xmlns="" xmlns:a16="http://schemas.microsoft.com/office/drawing/2014/main" id="{F24BE4FA-86B6-5840-8B76-BF70EF006A8E}"/>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41" name="AutoShape 212">
              <a:extLst>
                <a:ext uri="{FF2B5EF4-FFF2-40B4-BE49-F238E27FC236}">
                  <a16:creationId xmlns="" xmlns:a16="http://schemas.microsoft.com/office/drawing/2014/main" id="{22C6B4EC-00C6-BA43-95E2-370E8204DDA3}"/>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2" name="AutoShape 213">
              <a:extLst>
                <a:ext uri="{FF2B5EF4-FFF2-40B4-BE49-F238E27FC236}">
                  <a16:creationId xmlns="" xmlns:a16="http://schemas.microsoft.com/office/drawing/2014/main" id="{7B9210ED-D802-C84E-8A67-93399801B5DA}"/>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3" name="Oval 214">
              <a:extLst>
                <a:ext uri="{FF2B5EF4-FFF2-40B4-BE49-F238E27FC236}">
                  <a16:creationId xmlns="" xmlns:a16="http://schemas.microsoft.com/office/drawing/2014/main" id="{552E77C8-7BFE-BF4D-8F0B-DF6513BE6459}"/>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4" name="Oval 215">
              <a:extLst>
                <a:ext uri="{FF2B5EF4-FFF2-40B4-BE49-F238E27FC236}">
                  <a16:creationId xmlns="" xmlns:a16="http://schemas.microsoft.com/office/drawing/2014/main" id="{86496A7E-E21F-444D-B883-E410329FF242}"/>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245" name="Oval 216">
              <a:extLst>
                <a:ext uri="{FF2B5EF4-FFF2-40B4-BE49-F238E27FC236}">
                  <a16:creationId xmlns="" xmlns:a16="http://schemas.microsoft.com/office/drawing/2014/main" id="{555E4B0D-EDB2-D04B-B9AD-93FA92DDAA2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6" name="Rectangle 217">
              <a:extLst>
                <a:ext uri="{FF2B5EF4-FFF2-40B4-BE49-F238E27FC236}">
                  <a16:creationId xmlns="" xmlns:a16="http://schemas.microsoft.com/office/drawing/2014/main" id="{DE659B39-E72A-634A-A2AC-C4BA4DC9C619}"/>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3" name="Group 2">
            <a:extLst>
              <a:ext uri="{FF2B5EF4-FFF2-40B4-BE49-F238E27FC236}">
                <a16:creationId xmlns="" xmlns:a16="http://schemas.microsoft.com/office/drawing/2014/main" id="{64AFD9EC-1CA1-D34D-965E-2E8D95748C38}"/>
              </a:ext>
            </a:extLst>
          </p:cNvPr>
          <p:cNvGrpSpPr/>
          <p:nvPr/>
        </p:nvGrpSpPr>
        <p:grpSpPr>
          <a:xfrm>
            <a:off x="8510352" y="2078288"/>
            <a:ext cx="1946338" cy="2912558"/>
            <a:chOff x="8091785" y="2078288"/>
            <a:chExt cx="2364905" cy="2912558"/>
          </a:xfrm>
        </p:grpSpPr>
        <p:sp>
          <p:nvSpPr>
            <p:cNvPr id="145" name="Rectangle 23">
              <a:extLst>
                <a:ext uri="{FF2B5EF4-FFF2-40B4-BE49-F238E27FC236}">
                  <a16:creationId xmlns="" xmlns:a16="http://schemas.microsoft.com/office/drawing/2014/main" id="{F1314FFD-BA11-A042-BA84-1061E3729058}"/>
                </a:ext>
              </a:extLst>
            </p:cNvPr>
            <p:cNvSpPr>
              <a:spLocks noChangeArrowheads="1"/>
            </p:cNvSpPr>
            <p:nvPr/>
          </p:nvSpPr>
          <p:spPr bwMode="auto">
            <a:xfrm>
              <a:off x="8179440" y="2078288"/>
              <a:ext cx="2277250" cy="2799267"/>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6" name="Rectangle 24">
              <a:extLst>
                <a:ext uri="{FF2B5EF4-FFF2-40B4-BE49-F238E27FC236}">
                  <a16:creationId xmlns="" xmlns:a16="http://schemas.microsoft.com/office/drawing/2014/main" id="{89D8A59C-E128-B74A-B94F-06FAC9DB7326}"/>
                </a:ext>
              </a:extLst>
            </p:cNvPr>
            <p:cNvSpPr>
              <a:spLocks noChangeArrowheads="1"/>
            </p:cNvSpPr>
            <p:nvPr/>
          </p:nvSpPr>
          <p:spPr bwMode="auto">
            <a:xfrm>
              <a:off x="8091785" y="2167472"/>
              <a:ext cx="2254867" cy="2823374"/>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7" name="Line 25">
              <a:extLst>
                <a:ext uri="{FF2B5EF4-FFF2-40B4-BE49-F238E27FC236}">
                  <a16:creationId xmlns="" xmlns:a16="http://schemas.microsoft.com/office/drawing/2014/main" id="{B922FB1F-8B1A-1843-A740-29E910EB3E97}"/>
                </a:ext>
              </a:extLst>
            </p:cNvPr>
            <p:cNvSpPr>
              <a:spLocks noChangeShapeType="1"/>
            </p:cNvSpPr>
            <p:nvPr/>
          </p:nvSpPr>
          <p:spPr bwMode="auto">
            <a:xfrm>
              <a:off x="8108956" y="2749010"/>
              <a:ext cx="2238254" cy="482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9" name="Line 27">
              <a:extLst>
                <a:ext uri="{FF2B5EF4-FFF2-40B4-BE49-F238E27FC236}">
                  <a16:creationId xmlns="" xmlns:a16="http://schemas.microsoft.com/office/drawing/2014/main" id="{FF1A214D-FBCE-7342-8332-F3FA9C577B4A}"/>
                </a:ext>
              </a:extLst>
            </p:cNvPr>
            <p:cNvSpPr>
              <a:spLocks noChangeShapeType="1"/>
            </p:cNvSpPr>
            <p:nvPr/>
          </p:nvSpPr>
          <p:spPr bwMode="auto">
            <a:xfrm>
              <a:off x="8108201" y="3602458"/>
              <a:ext cx="223338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1" name="Text Box 26">
              <a:extLst>
                <a:ext uri="{FF2B5EF4-FFF2-40B4-BE49-F238E27FC236}">
                  <a16:creationId xmlns="" xmlns:a16="http://schemas.microsoft.com/office/drawing/2014/main" id="{50D62C6A-4C80-854F-A4B8-723E99A5A7F0}"/>
                </a:ext>
              </a:extLst>
            </p:cNvPr>
            <p:cNvSpPr txBox="1">
              <a:spLocks noChangeArrowheads="1"/>
            </p:cNvSpPr>
            <p:nvPr/>
          </p:nvSpPr>
          <p:spPr bwMode="auto">
            <a:xfrm>
              <a:off x="8218436" y="4533100"/>
              <a:ext cx="2019294" cy="440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52" name="Text Box 26">
              <a:extLst>
                <a:ext uri="{FF2B5EF4-FFF2-40B4-BE49-F238E27FC236}">
                  <a16:creationId xmlns="" xmlns:a16="http://schemas.microsoft.com/office/drawing/2014/main" id="{A79D3A45-C33B-7046-9088-A02FAACCA14B}"/>
                </a:ext>
              </a:extLst>
            </p:cNvPr>
            <p:cNvSpPr txBox="1">
              <a:spLocks noChangeArrowheads="1"/>
            </p:cNvSpPr>
            <p:nvPr/>
          </p:nvSpPr>
          <p:spPr bwMode="auto">
            <a:xfrm>
              <a:off x="8218436" y="4088345"/>
              <a:ext cx="2019294" cy="440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53" name="Text Box 26">
              <a:extLst>
                <a:ext uri="{FF2B5EF4-FFF2-40B4-BE49-F238E27FC236}">
                  <a16:creationId xmlns="" xmlns:a16="http://schemas.microsoft.com/office/drawing/2014/main" id="{F3520259-D4C5-3340-8000-3B8C746A7797}"/>
                </a:ext>
              </a:extLst>
            </p:cNvPr>
            <p:cNvSpPr txBox="1">
              <a:spLocks noChangeArrowheads="1"/>
            </p:cNvSpPr>
            <p:nvPr/>
          </p:nvSpPr>
          <p:spPr bwMode="auto">
            <a:xfrm>
              <a:off x="8218436" y="3646079"/>
              <a:ext cx="2019294" cy="398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 (IP)</a:t>
              </a:r>
            </a:p>
          </p:txBody>
        </p:sp>
        <p:sp>
          <p:nvSpPr>
            <p:cNvPr id="155" name="Line 27">
              <a:extLst>
                <a:ext uri="{FF2B5EF4-FFF2-40B4-BE49-F238E27FC236}">
                  <a16:creationId xmlns="" xmlns:a16="http://schemas.microsoft.com/office/drawing/2014/main" id="{E1326351-38D1-A440-A7B8-5079367D54AC}"/>
                </a:ext>
              </a:extLst>
            </p:cNvPr>
            <p:cNvSpPr>
              <a:spLocks noChangeShapeType="1"/>
            </p:cNvSpPr>
            <p:nvPr/>
          </p:nvSpPr>
          <p:spPr bwMode="auto">
            <a:xfrm>
              <a:off x="8116255" y="4074895"/>
              <a:ext cx="223338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6" name="Line 27">
              <a:extLst>
                <a:ext uri="{FF2B5EF4-FFF2-40B4-BE49-F238E27FC236}">
                  <a16:creationId xmlns="" xmlns:a16="http://schemas.microsoft.com/office/drawing/2014/main" id="{891B0B5D-A14D-1A40-B291-CC1A04A094FC}"/>
                </a:ext>
              </a:extLst>
            </p:cNvPr>
            <p:cNvSpPr>
              <a:spLocks noChangeShapeType="1"/>
            </p:cNvSpPr>
            <p:nvPr/>
          </p:nvSpPr>
          <p:spPr bwMode="auto">
            <a:xfrm>
              <a:off x="8111389" y="4528049"/>
              <a:ext cx="223338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4" name="Text Box 26">
              <a:extLst>
                <a:ext uri="{FF2B5EF4-FFF2-40B4-BE49-F238E27FC236}">
                  <a16:creationId xmlns="" xmlns:a16="http://schemas.microsoft.com/office/drawing/2014/main" id="{D8A757BB-1762-8B47-A046-060F718CBC6B}"/>
                </a:ext>
              </a:extLst>
            </p:cNvPr>
            <p:cNvSpPr txBox="1">
              <a:spLocks noChangeArrowheads="1"/>
            </p:cNvSpPr>
            <p:nvPr/>
          </p:nvSpPr>
          <p:spPr bwMode="auto">
            <a:xfrm>
              <a:off x="8179440" y="2284368"/>
              <a:ext cx="2019294" cy="398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grpSp>
      <p:grpSp>
        <p:nvGrpSpPr>
          <p:cNvPr id="76" name="Group 75">
            <a:extLst>
              <a:ext uri="{FF2B5EF4-FFF2-40B4-BE49-F238E27FC236}">
                <a16:creationId xmlns="" xmlns:a16="http://schemas.microsoft.com/office/drawing/2014/main" id="{EA5C4C69-3F64-BA46-87DE-D8D9E085DAC9}"/>
              </a:ext>
            </a:extLst>
          </p:cNvPr>
          <p:cNvGrpSpPr/>
          <p:nvPr/>
        </p:nvGrpSpPr>
        <p:grpSpPr>
          <a:xfrm>
            <a:off x="1687770" y="2167472"/>
            <a:ext cx="2131701" cy="2912558"/>
            <a:chOff x="8091785" y="2078288"/>
            <a:chExt cx="2364905" cy="2912558"/>
          </a:xfrm>
        </p:grpSpPr>
        <p:sp>
          <p:nvSpPr>
            <p:cNvPr id="77" name="Rectangle 23">
              <a:extLst>
                <a:ext uri="{FF2B5EF4-FFF2-40B4-BE49-F238E27FC236}">
                  <a16:creationId xmlns="" xmlns:a16="http://schemas.microsoft.com/office/drawing/2014/main" id="{12A4D2D3-BB7A-1141-97E1-1746F6AB4244}"/>
                </a:ext>
              </a:extLst>
            </p:cNvPr>
            <p:cNvSpPr>
              <a:spLocks noChangeArrowheads="1"/>
            </p:cNvSpPr>
            <p:nvPr/>
          </p:nvSpPr>
          <p:spPr bwMode="auto">
            <a:xfrm>
              <a:off x="8179440" y="2078288"/>
              <a:ext cx="2277250" cy="2799267"/>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8" name="Rectangle 24">
              <a:extLst>
                <a:ext uri="{FF2B5EF4-FFF2-40B4-BE49-F238E27FC236}">
                  <a16:creationId xmlns="" xmlns:a16="http://schemas.microsoft.com/office/drawing/2014/main" id="{CC2D939F-B2EB-B142-B2EB-F35198972B0C}"/>
                </a:ext>
              </a:extLst>
            </p:cNvPr>
            <p:cNvSpPr>
              <a:spLocks noChangeArrowheads="1"/>
            </p:cNvSpPr>
            <p:nvPr/>
          </p:nvSpPr>
          <p:spPr bwMode="auto">
            <a:xfrm>
              <a:off x="8091785" y="2167472"/>
              <a:ext cx="2254867" cy="2823374"/>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9" name="Line 25">
              <a:extLst>
                <a:ext uri="{FF2B5EF4-FFF2-40B4-BE49-F238E27FC236}">
                  <a16:creationId xmlns="" xmlns:a16="http://schemas.microsoft.com/office/drawing/2014/main" id="{29206320-7227-5C45-BF48-477A94FE149F}"/>
                </a:ext>
              </a:extLst>
            </p:cNvPr>
            <p:cNvSpPr>
              <a:spLocks noChangeShapeType="1"/>
            </p:cNvSpPr>
            <p:nvPr/>
          </p:nvSpPr>
          <p:spPr bwMode="auto">
            <a:xfrm>
              <a:off x="8108956" y="2749010"/>
              <a:ext cx="2238254" cy="482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1" name="Line 27">
              <a:extLst>
                <a:ext uri="{FF2B5EF4-FFF2-40B4-BE49-F238E27FC236}">
                  <a16:creationId xmlns="" xmlns:a16="http://schemas.microsoft.com/office/drawing/2014/main" id="{7462DAE7-AE3D-CD41-8750-E700715A5202}"/>
                </a:ext>
              </a:extLst>
            </p:cNvPr>
            <p:cNvSpPr>
              <a:spLocks noChangeShapeType="1"/>
            </p:cNvSpPr>
            <p:nvPr/>
          </p:nvSpPr>
          <p:spPr bwMode="auto">
            <a:xfrm>
              <a:off x="8121121" y="3602458"/>
              <a:ext cx="223338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2" name="Text Box 26">
              <a:extLst>
                <a:ext uri="{FF2B5EF4-FFF2-40B4-BE49-F238E27FC236}">
                  <a16:creationId xmlns="" xmlns:a16="http://schemas.microsoft.com/office/drawing/2014/main" id="{B868290D-DE89-8749-A32C-C5FCE36D7556}"/>
                </a:ext>
              </a:extLst>
            </p:cNvPr>
            <p:cNvSpPr txBox="1">
              <a:spLocks noChangeArrowheads="1"/>
            </p:cNvSpPr>
            <p:nvPr/>
          </p:nvSpPr>
          <p:spPr bwMode="auto">
            <a:xfrm>
              <a:off x="8218436" y="4533100"/>
              <a:ext cx="2019294" cy="440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83" name="Text Box 26">
              <a:extLst>
                <a:ext uri="{FF2B5EF4-FFF2-40B4-BE49-F238E27FC236}">
                  <a16:creationId xmlns="" xmlns:a16="http://schemas.microsoft.com/office/drawing/2014/main" id="{18546DEE-76AB-C744-936A-7F4DF63895D8}"/>
                </a:ext>
              </a:extLst>
            </p:cNvPr>
            <p:cNvSpPr txBox="1">
              <a:spLocks noChangeArrowheads="1"/>
            </p:cNvSpPr>
            <p:nvPr/>
          </p:nvSpPr>
          <p:spPr bwMode="auto">
            <a:xfrm>
              <a:off x="8218436" y="4088345"/>
              <a:ext cx="2019294" cy="440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84" name="Text Box 26">
              <a:extLst>
                <a:ext uri="{FF2B5EF4-FFF2-40B4-BE49-F238E27FC236}">
                  <a16:creationId xmlns="" xmlns:a16="http://schemas.microsoft.com/office/drawing/2014/main" id="{9DE3AC7C-D9B1-ED4C-B925-37B31767739C}"/>
                </a:ext>
              </a:extLst>
            </p:cNvPr>
            <p:cNvSpPr txBox="1">
              <a:spLocks noChangeArrowheads="1"/>
            </p:cNvSpPr>
            <p:nvPr/>
          </p:nvSpPr>
          <p:spPr bwMode="auto">
            <a:xfrm>
              <a:off x="8218436" y="3646079"/>
              <a:ext cx="2019294" cy="737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 (IP)</a:t>
              </a:r>
            </a:p>
          </p:txBody>
        </p:sp>
        <p:sp>
          <p:nvSpPr>
            <p:cNvPr id="85" name="Line 27">
              <a:extLst>
                <a:ext uri="{FF2B5EF4-FFF2-40B4-BE49-F238E27FC236}">
                  <a16:creationId xmlns="" xmlns:a16="http://schemas.microsoft.com/office/drawing/2014/main" id="{266E1BE0-4561-9344-ACBD-29F42E90D9F3}"/>
                </a:ext>
              </a:extLst>
            </p:cNvPr>
            <p:cNvSpPr>
              <a:spLocks noChangeShapeType="1"/>
            </p:cNvSpPr>
            <p:nvPr/>
          </p:nvSpPr>
          <p:spPr bwMode="auto">
            <a:xfrm>
              <a:off x="8116255" y="4074895"/>
              <a:ext cx="223338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6" name="Line 27">
              <a:extLst>
                <a:ext uri="{FF2B5EF4-FFF2-40B4-BE49-F238E27FC236}">
                  <a16:creationId xmlns="" xmlns:a16="http://schemas.microsoft.com/office/drawing/2014/main" id="{3ED696C7-AECF-C14F-8CD8-7153D36CBC69}"/>
                </a:ext>
              </a:extLst>
            </p:cNvPr>
            <p:cNvSpPr>
              <a:spLocks noChangeShapeType="1"/>
            </p:cNvSpPr>
            <p:nvPr/>
          </p:nvSpPr>
          <p:spPr bwMode="auto">
            <a:xfrm>
              <a:off x="8111389" y="4528049"/>
              <a:ext cx="223338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7" name="Text Box 26">
              <a:extLst>
                <a:ext uri="{FF2B5EF4-FFF2-40B4-BE49-F238E27FC236}">
                  <a16:creationId xmlns="" xmlns:a16="http://schemas.microsoft.com/office/drawing/2014/main" id="{42139D70-AB44-E047-B37E-AABECE12201B}"/>
                </a:ext>
              </a:extLst>
            </p:cNvPr>
            <p:cNvSpPr txBox="1">
              <a:spLocks noChangeArrowheads="1"/>
            </p:cNvSpPr>
            <p:nvPr/>
          </p:nvSpPr>
          <p:spPr bwMode="auto">
            <a:xfrm>
              <a:off x="8179440" y="2284368"/>
              <a:ext cx="2019294" cy="398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grpSp>
      <p:sp>
        <p:nvSpPr>
          <p:cNvPr id="129" name="Text Box 26">
            <a:extLst>
              <a:ext uri="{FF2B5EF4-FFF2-40B4-BE49-F238E27FC236}">
                <a16:creationId xmlns="" xmlns:a16="http://schemas.microsoft.com/office/drawing/2014/main" id="{BF5BF946-F5E7-1544-AF56-E534E43CF495}"/>
              </a:ext>
            </a:extLst>
          </p:cNvPr>
          <p:cNvSpPr txBox="1">
            <a:spLocks noChangeArrowheads="1"/>
          </p:cNvSpPr>
          <p:nvPr/>
        </p:nvSpPr>
        <p:spPr bwMode="auto">
          <a:xfrm>
            <a:off x="8732527" y="2993828"/>
            <a:ext cx="1401811" cy="398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grpSp>
        <p:nvGrpSpPr>
          <p:cNvPr id="93" name="Group 92">
            <a:extLst>
              <a:ext uri="{FF2B5EF4-FFF2-40B4-BE49-F238E27FC236}">
                <a16:creationId xmlns="" xmlns:a16="http://schemas.microsoft.com/office/drawing/2014/main" id="{EFA7BEBF-82FA-3440-93DD-AFB07D2DDF8D}"/>
              </a:ext>
            </a:extLst>
          </p:cNvPr>
          <p:cNvGrpSpPr/>
          <p:nvPr/>
        </p:nvGrpSpPr>
        <p:grpSpPr>
          <a:xfrm>
            <a:off x="500734" y="4943580"/>
            <a:ext cx="1026523" cy="597153"/>
            <a:chOff x="7493876" y="2774731"/>
            <a:chExt cx="1481958" cy="894622"/>
          </a:xfrm>
        </p:grpSpPr>
        <p:sp>
          <p:nvSpPr>
            <p:cNvPr id="107" name="Freeform 106">
              <a:extLst>
                <a:ext uri="{FF2B5EF4-FFF2-40B4-BE49-F238E27FC236}">
                  <a16:creationId xmlns="" xmlns:a16="http://schemas.microsoft.com/office/drawing/2014/main" id="{FD49C136-01B9-DB45-BCCD-F4E482387145}"/>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sp>
          <p:nvSpPr>
            <p:cNvPr id="108" name="Oval 107">
              <a:extLst>
                <a:ext uri="{FF2B5EF4-FFF2-40B4-BE49-F238E27FC236}">
                  <a16:creationId xmlns="" xmlns:a16="http://schemas.microsoft.com/office/drawing/2014/main" id="{3DF9189A-C970-C34D-8402-F20083341C9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grpSp>
          <p:nvGrpSpPr>
            <p:cNvPr id="109" name="Group 108">
              <a:extLst>
                <a:ext uri="{FF2B5EF4-FFF2-40B4-BE49-F238E27FC236}">
                  <a16:creationId xmlns="" xmlns:a16="http://schemas.microsoft.com/office/drawing/2014/main" id="{51F5139E-A5EB-E64B-B1E6-C3669AE818C6}"/>
                </a:ext>
              </a:extLst>
            </p:cNvPr>
            <p:cNvGrpSpPr/>
            <p:nvPr/>
          </p:nvGrpSpPr>
          <p:grpSpPr>
            <a:xfrm>
              <a:off x="7713663" y="2848339"/>
              <a:ext cx="1042107" cy="425543"/>
              <a:chOff x="7786941" y="2884917"/>
              <a:chExt cx="897649" cy="353919"/>
            </a:xfrm>
          </p:grpSpPr>
          <p:sp>
            <p:nvSpPr>
              <p:cNvPr id="110" name="Freeform 109">
                <a:extLst>
                  <a:ext uri="{FF2B5EF4-FFF2-40B4-BE49-F238E27FC236}">
                    <a16:creationId xmlns="" xmlns:a16="http://schemas.microsoft.com/office/drawing/2014/main" id="{7F7CB1D2-0FD2-A14F-A399-1C2D3650F2EA}"/>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1" name="Freeform 110">
                <a:extLst>
                  <a:ext uri="{FF2B5EF4-FFF2-40B4-BE49-F238E27FC236}">
                    <a16:creationId xmlns="" xmlns:a16="http://schemas.microsoft.com/office/drawing/2014/main" id="{688C61D0-9947-2E41-89C2-D2B4591C1F3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2" name="Freeform 111">
                <a:extLst>
                  <a:ext uri="{FF2B5EF4-FFF2-40B4-BE49-F238E27FC236}">
                    <a16:creationId xmlns="" xmlns:a16="http://schemas.microsoft.com/office/drawing/2014/main" id="{ADE46CF5-DF22-8F48-87EF-A46F29E0F1A9}"/>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3" name="Freeform 112">
                <a:extLst>
                  <a:ext uri="{FF2B5EF4-FFF2-40B4-BE49-F238E27FC236}">
                    <a16:creationId xmlns="" xmlns:a16="http://schemas.microsoft.com/office/drawing/2014/main" id="{CEACF782-B549-1D4E-B840-69A6AFFE6A7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grpSp>
      <p:sp>
        <p:nvSpPr>
          <p:cNvPr id="114" name="Title 1">
            <a:extLst>
              <a:ext uri="{FF2B5EF4-FFF2-40B4-BE49-F238E27FC236}">
                <a16:creationId xmlns="" xmlns:a16="http://schemas.microsoft.com/office/drawing/2014/main" id="{1464CB5C-96D6-3645-94B5-DB9FA70972D2}"/>
              </a:ext>
            </a:extLst>
          </p:cNvPr>
          <p:cNvSpPr>
            <a:spLocks noGrp="1"/>
          </p:cNvSpPr>
          <p:nvPr>
            <p:ph type="title"/>
          </p:nvPr>
        </p:nvSpPr>
        <p:spPr>
          <a:xfrm>
            <a:off x="798690" y="289325"/>
            <a:ext cx="11100625" cy="894622"/>
          </a:xfrm>
        </p:spPr>
        <p:txBody>
          <a:bodyPr>
            <a:normAutofit/>
          </a:bodyPr>
          <a:lstStyle/>
          <a:p>
            <a:r>
              <a:rPr lang="en-US" sz="4400" dirty="0"/>
              <a:t>Transport Layer Actions</a:t>
            </a:r>
          </a:p>
        </p:txBody>
      </p:sp>
      <p:grpSp>
        <p:nvGrpSpPr>
          <p:cNvPr id="115" name="Group 149">
            <a:extLst>
              <a:ext uri="{FF2B5EF4-FFF2-40B4-BE49-F238E27FC236}">
                <a16:creationId xmlns="" xmlns:a16="http://schemas.microsoft.com/office/drawing/2014/main" id="{D80894D4-838A-2B47-82E9-ED060F8608E9}"/>
              </a:ext>
            </a:extLst>
          </p:cNvPr>
          <p:cNvGrpSpPr>
            <a:grpSpLocks/>
          </p:cNvGrpSpPr>
          <p:nvPr/>
        </p:nvGrpSpPr>
        <p:grpSpPr bwMode="auto">
          <a:xfrm>
            <a:off x="2462207" y="2756023"/>
            <a:ext cx="412750" cy="158750"/>
            <a:chOff x="1287" y="2524"/>
            <a:chExt cx="260" cy="100"/>
          </a:xfrm>
        </p:grpSpPr>
        <p:sp>
          <p:nvSpPr>
            <p:cNvPr id="116" name="Rectangle 73">
              <a:extLst>
                <a:ext uri="{FF2B5EF4-FFF2-40B4-BE49-F238E27FC236}">
                  <a16:creationId xmlns="" xmlns:a16="http://schemas.microsoft.com/office/drawing/2014/main" id="{4F7EB976-F7A9-464D-96B7-3FE5D6F41C71}"/>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17" name="Rectangle 74">
              <a:extLst>
                <a:ext uri="{FF2B5EF4-FFF2-40B4-BE49-F238E27FC236}">
                  <a16:creationId xmlns="" xmlns:a16="http://schemas.microsoft.com/office/drawing/2014/main" id="{4368CF72-2B59-FB4B-92FA-68E13D10F3ED}"/>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18" name="Rectangle 75">
              <a:extLst>
                <a:ext uri="{FF2B5EF4-FFF2-40B4-BE49-F238E27FC236}">
                  <a16:creationId xmlns="" xmlns:a16="http://schemas.microsoft.com/office/drawing/2014/main" id="{0D0AC942-AA10-F747-BEAC-52DAFF24DAB3}"/>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19" name="Rectangle 129">
              <a:extLst>
                <a:ext uri="{FF2B5EF4-FFF2-40B4-BE49-F238E27FC236}">
                  <a16:creationId xmlns="" xmlns:a16="http://schemas.microsoft.com/office/drawing/2014/main" id="{C51B66A9-7495-DF44-B4DE-37BC9E90E09B}"/>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120" name="Group 149">
            <a:extLst>
              <a:ext uri="{FF2B5EF4-FFF2-40B4-BE49-F238E27FC236}">
                <a16:creationId xmlns="" xmlns:a16="http://schemas.microsoft.com/office/drawing/2014/main" id="{B5F38E94-4EF7-1F4B-AAC4-BF50DC083CD9}"/>
              </a:ext>
            </a:extLst>
          </p:cNvPr>
          <p:cNvGrpSpPr>
            <a:grpSpLocks/>
          </p:cNvGrpSpPr>
          <p:nvPr/>
        </p:nvGrpSpPr>
        <p:grpSpPr bwMode="auto">
          <a:xfrm>
            <a:off x="9681144" y="2673610"/>
            <a:ext cx="412750" cy="158750"/>
            <a:chOff x="1287" y="2524"/>
            <a:chExt cx="260" cy="100"/>
          </a:xfrm>
        </p:grpSpPr>
        <p:sp>
          <p:nvSpPr>
            <p:cNvPr id="121" name="Rectangle 73">
              <a:extLst>
                <a:ext uri="{FF2B5EF4-FFF2-40B4-BE49-F238E27FC236}">
                  <a16:creationId xmlns="" xmlns:a16="http://schemas.microsoft.com/office/drawing/2014/main" id="{71D7BEDA-E8D6-9F4F-8EE3-D5290D9AF39D}"/>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22" name="Rectangle 74">
              <a:extLst>
                <a:ext uri="{FF2B5EF4-FFF2-40B4-BE49-F238E27FC236}">
                  <a16:creationId xmlns="" xmlns:a16="http://schemas.microsoft.com/office/drawing/2014/main" id="{D93A8064-E5FB-2844-9B3D-C598CCB67BDD}"/>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23" name="Rectangle 75">
              <a:extLst>
                <a:ext uri="{FF2B5EF4-FFF2-40B4-BE49-F238E27FC236}">
                  <a16:creationId xmlns="" xmlns:a16="http://schemas.microsoft.com/office/drawing/2014/main" id="{DF7AA994-9DC7-8349-BB16-6DED06C89AC0}"/>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24" name="Rectangle 129">
              <a:extLst>
                <a:ext uri="{FF2B5EF4-FFF2-40B4-BE49-F238E27FC236}">
                  <a16:creationId xmlns="" xmlns:a16="http://schemas.microsoft.com/office/drawing/2014/main" id="{06FC6EA9-9071-D843-8C39-AFF854F3BEFC}"/>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02" name="Rectangle 101">
            <a:extLst>
              <a:ext uri="{FF2B5EF4-FFF2-40B4-BE49-F238E27FC236}">
                <a16:creationId xmlns="" xmlns:a16="http://schemas.microsoft.com/office/drawing/2014/main" id="{6480FBEB-6DAE-6343-96A8-03D66CDE01DB}"/>
              </a:ext>
            </a:extLst>
          </p:cNvPr>
          <p:cNvSpPr/>
          <p:nvPr/>
        </p:nvSpPr>
        <p:spPr>
          <a:xfrm>
            <a:off x="8043548" y="2078287"/>
            <a:ext cx="2443011" cy="3369475"/>
          </a:xfrm>
          <a:prstGeom prst="rect">
            <a:avLst/>
          </a:prstGeom>
          <a:solidFill>
            <a:schemeClr val="bg1">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31" name="Text Box 26">
            <a:extLst>
              <a:ext uri="{FF2B5EF4-FFF2-40B4-BE49-F238E27FC236}">
                <a16:creationId xmlns="" xmlns:a16="http://schemas.microsoft.com/office/drawing/2014/main" id="{82B22EF0-AE16-E34A-9DFF-15D46D5130BC}"/>
              </a:ext>
            </a:extLst>
          </p:cNvPr>
          <p:cNvSpPr txBox="1">
            <a:spLocks noChangeArrowheads="1"/>
          </p:cNvSpPr>
          <p:nvPr/>
        </p:nvSpPr>
        <p:spPr bwMode="auto">
          <a:xfrm>
            <a:off x="1944359" y="3086580"/>
            <a:ext cx="1535315" cy="398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98" name="Rectangle 97">
            <a:extLst>
              <a:ext uri="{FF2B5EF4-FFF2-40B4-BE49-F238E27FC236}">
                <a16:creationId xmlns="" xmlns:a16="http://schemas.microsoft.com/office/drawing/2014/main" id="{EB709716-FAB0-AB45-BCAE-75F8CF2AEC09}"/>
              </a:ext>
            </a:extLst>
          </p:cNvPr>
          <p:cNvSpPr/>
          <p:nvPr/>
        </p:nvSpPr>
        <p:spPr>
          <a:xfrm>
            <a:off x="425009" y="1191386"/>
            <a:ext cx="3666301" cy="4459905"/>
          </a:xfrm>
          <a:prstGeom prst="rect">
            <a:avLst/>
          </a:prstGeom>
          <a:solidFill>
            <a:schemeClr val="bg1">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nvGrpSpPr>
          <p:cNvPr id="184" name="Group 149">
            <a:extLst>
              <a:ext uri="{FF2B5EF4-FFF2-40B4-BE49-F238E27FC236}">
                <a16:creationId xmlns="" xmlns:a16="http://schemas.microsoft.com/office/drawing/2014/main" id="{63E54651-4A95-3749-9095-CA7015203D88}"/>
              </a:ext>
            </a:extLst>
          </p:cNvPr>
          <p:cNvGrpSpPr>
            <a:grpSpLocks/>
          </p:cNvGrpSpPr>
          <p:nvPr/>
        </p:nvGrpSpPr>
        <p:grpSpPr bwMode="auto">
          <a:xfrm>
            <a:off x="2462207" y="2756023"/>
            <a:ext cx="412750" cy="158750"/>
            <a:chOff x="1287" y="2524"/>
            <a:chExt cx="260" cy="100"/>
          </a:xfrm>
        </p:grpSpPr>
        <p:sp>
          <p:nvSpPr>
            <p:cNvPr id="185" name="Rectangle 73">
              <a:extLst>
                <a:ext uri="{FF2B5EF4-FFF2-40B4-BE49-F238E27FC236}">
                  <a16:creationId xmlns="" xmlns:a16="http://schemas.microsoft.com/office/drawing/2014/main" id="{280DAB38-0E9E-F34F-8F9A-9367D3F327F8}"/>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86" name="Rectangle 74">
              <a:extLst>
                <a:ext uri="{FF2B5EF4-FFF2-40B4-BE49-F238E27FC236}">
                  <a16:creationId xmlns="" xmlns:a16="http://schemas.microsoft.com/office/drawing/2014/main" id="{B4B3D106-96DD-1043-A6B0-160355FE6132}"/>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87" name="Rectangle 75">
              <a:extLst>
                <a:ext uri="{FF2B5EF4-FFF2-40B4-BE49-F238E27FC236}">
                  <a16:creationId xmlns="" xmlns:a16="http://schemas.microsoft.com/office/drawing/2014/main" id="{C5BB7FFA-9E81-524A-AFF4-0278B5CB8669}"/>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88" name="Rectangle 129">
              <a:extLst>
                <a:ext uri="{FF2B5EF4-FFF2-40B4-BE49-F238E27FC236}">
                  <a16:creationId xmlns="" xmlns:a16="http://schemas.microsoft.com/office/drawing/2014/main" id="{25DAD60B-59D9-D343-8677-62E63FE488CE}"/>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89" name="TextBox 188">
            <a:extLst>
              <a:ext uri="{FF2B5EF4-FFF2-40B4-BE49-F238E27FC236}">
                <a16:creationId xmlns="" xmlns:a16="http://schemas.microsoft.com/office/drawing/2014/main" id="{5F1D59D2-8EB3-004A-9300-4BC4758C645B}"/>
              </a:ext>
            </a:extLst>
          </p:cNvPr>
          <p:cNvSpPr txBox="1"/>
          <p:nvPr/>
        </p:nvSpPr>
        <p:spPr>
          <a:xfrm>
            <a:off x="4212477" y="1830701"/>
            <a:ext cx="389834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Receiver:</a:t>
            </a:r>
          </a:p>
          <a:p>
            <a:pPr marL="285750" marR="0" lvl="0" indent="-219075" algn="l" defTabSz="914400" rtl="0" eaLnBrk="1" fontAlgn="auto" latinLnBrk="0" hangingPunct="1">
              <a:lnSpc>
                <a:spcPct val="100000"/>
              </a:lnSpc>
              <a:spcBef>
                <a:spcPts val="0"/>
              </a:spcBef>
              <a:spcAft>
                <a:spcPts val="0"/>
              </a:spcAft>
              <a:buClr>
                <a:srgbClr val="0200A3"/>
              </a:buClr>
              <a:buSzTx/>
              <a:buFont typeface="Wingdings" pitchFamily="2" charset="2"/>
              <a:buChar char="§"/>
              <a:tabLst/>
              <a:defRPr/>
            </a:pPr>
            <a:endParaRPr kumimoji="0" lang="en-US" sz="2000" b="0" i="0" u="none" strike="noStrike" kern="1200" cap="none" spc="0" normalizeH="0" baseline="0" noProof="0" dirty="0">
              <a:ln>
                <a:noFill/>
              </a:ln>
              <a:solidFill>
                <a:prstClr val="black"/>
              </a:solidFill>
              <a:effectLst/>
              <a:uLnTx/>
              <a:uFillTx/>
              <a:latin typeface="Calibri"/>
              <a:ea typeface="+mn-ea"/>
              <a:cs typeface="+mn-cs"/>
            </a:endParaRPr>
          </a:p>
        </p:txBody>
      </p:sp>
      <p:grpSp>
        <p:nvGrpSpPr>
          <p:cNvPr id="190" name="Group 189">
            <a:extLst>
              <a:ext uri="{FF2B5EF4-FFF2-40B4-BE49-F238E27FC236}">
                <a16:creationId xmlns="" xmlns:a16="http://schemas.microsoft.com/office/drawing/2014/main" id="{0695A34D-8B86-1543-9A29-0310FB2B9383}"/>
              </a:ext>
            </a:extLst>
          </p:cNvPr>
          <p:cNvGrpSpPr/>
          <p:nvPr/>
        </p:nvGrpSpPr>
        <p:grpSpPr>
          <a:xfrm>
            <a:off x="2355694" y="3088859"/>
            <a:ext cx="1259074" cy="369332"/>
            <a:chOff x="8934916" y="2775692"/>
            <a:chExt cx="1259074" cy="369332"/>
          </a:xfrm>
        </p:grpSpPr>
        <p:sp>
          <p:nvSpPr>
            <p:cNvPr id="191" name="Rectangle 190">
              <a:extLst>
                <a:ext uri="{FF2B5EF4-FFF2-40B4-BE49-F238E27FC236}">
                  <a16:creationId xmlns="" xmlns:a16="http://schemas.microsoft.com/office/drawing/2014/main" id="{91656D58-2006-444D-9DF3-929C2C3A9462}"/>
                </a:ext>
              </a:extLst>
            </p:cNvPr>
            <p:cNvSpPr/>
            <p:nvPr/>
          </p:nvSpPr>
          <p:spPr>
            <a:xfrm>
              <a:off x="8964931" y="2842303"/>
              <a:ext cx="1140727"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92" name="TextBox 191">
              <a:extLst>
                <a:ext uri="{FF2B5EF4-FFF2-40B4-BE49-F238E27FC236}">
                  <a16:creationId xmlns="" xmlns:a16="http://schemas.microsoft.com/office/drawing/2014/main" id="{EEC242EC-76E3-8842-966A-909D1964B0B8}"/>
                </a:ext>
              </a:extLst>
            </p:cNvPr>
            <p:cNvSpPr txBox="1"/>
            <p:nvPr/>
          </p:nvSpPr>
          <p:spPr>
            <a:xfrm>
              <a:off x="8934916" y="2775692"/>
              <a:ext cx="125907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app.  msg</a:t>
              </a:r>
            </a:p>
          </p:txBody>
        </p:sp>
      </p:grpSp>
      <p:sp>
        <p:nvSpPr>
          <p:cNvPr id="193" name="TextBox 192">
            <a:extLst>
              <a:ext uri="{FF2B5EF4-FFF2-40B4-BE49-F238E27FC236}">
                <a16:creationId xmlns="" xmlns:a16="http://schemas.microsoft.com/office/drawing/2014/main" id="{146FAE95-BF64-744E-B6D7-85AE3120C980}"/>
              </a:ext>
            </a:extLst>
          </p:cNvPr>
          <p:cNvSpPr txBox="1"/>
          <p:nvPr/>
        </p:nvSpPr>
        <p:spPr>
          <a:xfrm>
            <a:off x="4391041" y="3125909"/>
            <a:ext cx="3825456" cy="722955"/>
          </a:xfrm>
          <a:prstGeom prst="rect">
            <a:avLst/>
          </a:prstGeom>
          <a:noFill/>
        </p:spPr>
        <p:txBody>
          <a:bodyPr wrap="square" rtlCol="0">
            <a:spAutoFit/>
          </a:bodyPr>
          <a:lstStyle/>
          <a:p>
            <a:pPr marL="285750" marR="0" lvl="0" indent="-219075" algn="l" defTabSz="914400" rtl="0" eaLnBrk="1" fontAlgn="auto" latinLnBrk="0" hangingPunct="1">
              <a:lnSpc>
                <a:spcPct val="85000"/>
              </a:lnSpc>
              <a:spcBef>
                <a:spcPts val="0"/>
              </a:spcBef>
              <a:spcAft>
                <a:spcPts val="0"/>
              </a:spcAft>
              <a:buClr>
                <a:srgbClr val="0200A3"/>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extracts application-layer message</a:t>
            </a:r>
          </a:p>
        </p:txBody>
      </p:sp>
      <p:sp>
        <p:nvSpPr>
          <p:cNvPr id="194" name="TextBox 193">
            <a:extLst>
              <a:ext uri="{FF2B5EF4-FFF2-40B4-BE49-F238E27FC236}">
                <a16:creationId xmlns="" xmlns:a16="http://schemas.microsoft.com/office/drawing/2014/main" id="{1845376D-0F8D-7E40-9089-6FAE4370FEA0}"/>
              </a:ext>
            </a:extLst>
          </p:cNvPr>
          <p:cNvSpPr txBox="1"/>
          <p:nvPr/>
        </p:nvSpPr>
        <p:spPr>
          <a:xfrm>
            <a:off x="4389103" y="2734423"/>
            <a:ext cx="3825456" cy="409023"/>
          </a:xfrm>
          <a:prstGeom prst="rect">
            <a:avLst/>
          </a:prstGeom>
          <a:noFill/>
        </p:spPr>
        <p:txBody>
          <a:bodyPr wrap="square" rtlCol="0">
            <a:spAutoFit/>
          </a:bodyPr>
          <a:lstStyle/>
          <a:p>
            <a:pPr marL="285750" marR="0" lvl="0" indent="-219075" algn="l" defTabSz="914400" rtl="0" eaLnBrk="1" fontAlgn="auto" latinLnBrk="0" hangingPunct="1">
              <a:lnSpc>
                <a:spcPct val="85000"/>
              </a:lnSpc>
              <a:spcBef>
                <a:spcPts val="0"/>
              </a:spcBef>
              <a:spcAft>
                <a:spcPts val="0"/>
              </a:spcAft>
              <a:buClr>
                <a:srgbClr val="0200A3"/>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checks header values</a:t>
            </a:r>
          </a:p>
        </p:txBody>
      </p:sp>
      <p:sp>
        <p:nvSpPr>
          <p:cNvPr id="195" name="TextBox 194">
            <a:extLst>
              <a:ext uri="{FF2B5EF4-FFF2-40B4-BE49-F238E27FC236}">
                <a16:creationId xmlns="" xmlns:a16="http://schemas.microsoft.com/office/drawing/2014/main" id="{9BFC24B6-C127-6F4C-BCDC-A8E792032914}"/>
              </a:ext>
            </a:extLst>
          </p:cNvPr>
          <p:cNvSpPr txBox="1"/>
          <p:nvPr/>
        </p:nvSpPr>
        <p:spPr>
          <a:xfrm>
            <a:off x="4388103" y="2278130"/>
            <a:ext cx="3825456" cy="461665"/>
          </a:xfrm>
          <a:prstGeom prst="rect">
            <a:avLst/>
          </a:prstGeom>
          <a:noFill/>
        </p:spPr>
        <p:txBody>
          <a:bodyPr wrap="square" rtlCol="0">
            <a:spAutoFit/>
          </a:bodyPr>
          <a:lstStyle/>
          <a:p>
            <a:pPr marL="285750" marR="0" lvl="0" indent="-219075" algn="l" defTabSz="914400" rtl="0" eaLnBrk="1" fontAlgn="auto" latinLnBrk="0" hangingPunct="1">
              <a:lnSpc>
                <a:spcPct val="100000"/>
              </a:lnSpc>
              <a:spcBef>
                <a:spcPts val="0"/>
              </a:spcBef>
              <a:spcAft>
                <a:spcPts val="0"/>
              </a:spcAft>
              <a:buClr>
                <a:srgbClr val="0200A3"/>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receives segment from IP</a:t>
            </a:r>
          </a:p>
        </p:txBody>
      </p:sp>
      <p:grpSp>
        <p:nvGrpSpPr>
          <p:cNvPr id="196" name="Group 195">
            <a:extLst>
              <a:ext uri="{FF2B5EF4-FFF2-40B4-BE49-F238E27FC236}">
                <a16:creationId xmlns="" xmlns:a16="http://schemas.microsoft.com/office/drawing/2014/main" id="{48B83E4F-9A85-E449-9928-9D59A14EC074}"/>
              </a:ext>
            </a:extLst>
          </p:cNvPr>
          <p:cNvGrpSpPr/>
          <p:nvPr/>
        </p:nvGrpSpPr>
        <p:grpSpPr>
          <a:xfrm>
            <a:off x="1745737" y="4814948"/>
            <a:ext cx="1818022" cy="369332"/>
            <a:chOff x="7863122" y="5632673"/>
            <a:chExt cx="1818022" cy="369332"/>
          </a:xfrm>
        </p:grpSpPr>
        <p:grpSp>
          <p:nvGrpSpPr>
            <p:cNvPr id="197" name="Group 196">
              <a:extLst>
                <a:ext uri="{FF2B5EF4-FFF2-40B4-BE49-F238E27FC236}">
                  <a16:creationId xmlns="" xmlns:a16="http://schemas.microsoft.com/office/drawing/2014/main" id="{FD92661A-D54F-D249-95ED-0FF27E685E68}"/>
                </a:ext>
              </a:extLst>
            </p:cNvPr>
            <p:cNvGrpSpPr/>
            <p:nvPr/>
          </p:nvGrpSpPr>
          <p:grpSpPr>
            <a:xfrm>
              <a:off x="7863122" y="5638955"/>
              <a:ext cx="1259074" cy="338554"/>
              <a:chOff x="8964789" y="2648929"/>
              <a:chExt cx="1259074" cy="338554"/>
            </a:xfrm>
          </p:grpSpPr>
          <p:sp>
            <p:nvSpPr>
              <p:cNvPr id="201" name="Rectangle 200">
                <a:extLst>
                  <a:ext uri="{FF2B5EF4-FFF2-40B4-BE49-F238E27FC236}">
                    <a16:creationId xmlns="" xmlns:a16="http://schemas.microsoft.com/office/drawing/2014/main" id="{9FB9B2F8-7A2C-4D4A-9815-0AC06BE1D516}"/>
                  </a:ext>
                </a:extLst>
              </p:cNvPr>
              <p:cNvSpPr/>
              <p:nvPr/>
            </p:nvSpPr>
            <p:spPr>
              <a:xfrm>
                <a:off x="9032744" y="2707400"/>
                <a:ext cx="543189"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02" name="TextBox 201">
                <a:extLst>
                  <a:ext uri="{FF2B5EF4-FFF2-40B4-BE49-F238E27FC236}">
                    <a16:creationId xmlns="" xmlns:a16="http://schemas.microsoft.com/office/drawing/2014/main" id="{1C19CB13-59AD-3E40-AC4C-CF25CFC27E46}"/>
                  </a:ext>
                </a:extLst>
              </p:cNvPr>
              <p:cNvSpPr txBox="1"/>
              <p:nvPr/>
            </p:nvSpPr>
            <p:spPr>
              <a:xfrm>
                <a:off x="8964789" y="2648929"/>
                <a:ext cx="1259074"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T</a:t>
                </a:r>
                <a:r>
                  <a:rPr kumimoji="0" lang="en-US" sz="1600" b="0" i="0" u="none" strike="noStrike" kern="1200" cap="none" spc="0" normalizeH="0" baseline="-25000" noProof="0" dirty="0">
                    <a:ln>
                      <a:noFill/>
                    </a:ln>
                    <a:solidFill>
                      <a:prstClr val="black"/>
                    </a:solidFill>
                    <a:effectLst/>
                    <a:uLnTx/>
                    <a:uFillTx/>
                    <a:latin typeface="Calibri"/>
                    <a:ea typeface="+mn-ea"/>
                    <a:cs typeface="+mn-cs"/>
                  </a:rPr>
                  <a:t>h</a:t>
                </a:r>
              </a:p>
            </p:txBody>
          </p:sp>
        </p:grpSp>
        <p:grpSp>
          <p:nvGrpSpPr>
            <p:cNvPr id="198" name="Group 197">
              <a:extLst>
                <a:ext uri="{FF2B5EF4-FFF2-40B4-BE49-F238E27FC236}">
                  <a16:creationId xmlns="" xmlns:a16="http://schemas.microsoft.com/office/drawing/2014/main" id="{69964EF5-DAF4-5A49-B8EB-E8A5D01CEAE7}"/>
                </a:ext>
              </a:extLst>
            </p:cNvPr>
            <p:cNvGrpSpPr/>
            <p:nvPr/>
          </p:nvGrpSpPr>
          <p:grpSpPr>
            <a:xfrm>
              <a:off x="8422070" y="5632673"/>
              <a:ext cx="1259074" cy="369332"/>
              <a:chOff x="8934916" y="2778923"/>
              <a:chExt cx="1259074" cy="369332"/>
            </a:xfrm>
          </p:grpSpPr>
          <p:sp>
            <p:nvSpPr>
              <p:cNvPr id="199" name="Rectangle 198">
                <a:extLst>
                  <a:ext uri="{FF2B5EF4-FFF2-40B4-BE49-F238E27FC236}">
                    <a16:creationId xmlns="" xmlns:a16="http://schemas.microsoft.com/office/drawing/2014/main" id="{1663F7BA-0DF3-D94B-9C74-3E86A6732DD0}"/>
                  </a:ext>
                </a:extLst>
              </p:cNvPr>
              <p:cNvSpPr/>
              <p:nvPr/>
            </p:nvSpPr>
            <p:spPr>
              <a:xfrm>
                <a:off x="8964931" y="2842303"/>
                <a:ext cx="1140727"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00" name="TextBox 199">
                <a:extLst>
                  <a:ext uri="{FF2B5EF4-FFF2-40B4-BE49-F238E27FC236}">
                    <a16:creationId xmlns="" xmlns:a16="http://schemas.microsoft.com/office/drawing/2014/main" id="{9FB939F0-C8E1-9645-8997-AFBC0BF0005F}"/>
                  </a:ext>
                </a:extLst>
              </p:cNvPr>
              <p:cNvSpPr txBox="1"/>
              <p:nvPr/>
            </p:nvSpPr>
            <p:spPr>
              <a:xfrm>
                <a:off x="8934916" y="2778923"/>
                <a:ext cx="125907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app. msg</a:t>
                </a:r>
              </a:p>
            </p:txBody>
          </p:sp>
        </p:grpSp>
      </p:grpSp>
      <p:sp>
        <p:nvSpPr>
          <p:cNvPr id="203" name="TextBox 202">
            <a:extLst>
              <a:ext uri="{FF2B5EF4-FFF2-40B4-BE49-F238E27FC236}">
                <a16:creationId xmlns="" xmlns:a16="http://schemas.microsoft.com/office/drawing/2014/main" id="{192B5ECF-BCF6-FB4F-96CB-B48F1BD83E0B}"/>
              </a:ext>
            </a:extLst>
          </p:cNvPr>
          <p:cNvSpPr txBox="1"/>
          <p:nvPr/>
        </p:nvSpPr>
        <p:spPr>
          <a:xfrm>
            <a:off x="4395862" y="3809729"/>
            <a:ext cx="3825456" cy="722955"/>
          </a:xfrm>
          <a:prstGeom prst="rect">
            <a:avLst/>
          </a:prstGeom>
          <a:noFill/>
        </p:spPr>
        <p:txBody>
          <a:bodyPr wrap="square" rtlCol="0">
            <a:spAutoFit/>
          </a:bodyPr>
          <a:lstStyle/>
          <a:p>
            <a:pPr marL="285750" marR="0" lvl="0" indent="-219075" algn="l" defTabSz="914400" rtl="0" eaLnBrk="1" fontAlgn="auto" latinLnBrk="0" hangingPunct="1">
              <a:lnSpc>
                <a:spcPct val="85000"/>
              </a:lnSpc>
              <a:spcBef>
                <a:spcPts val="0"/>
              </a:spcBef>
              <a:spcAft>
                <a:spcPts val="0"/>
              </a:spcAft>
              <a:buClr>
                <a:srgbClr val="0200A3"/>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demultiplexes message up to application via socket</a:t>
            </a:r>
          </a:p>
        </p:txBody>
      </p:sp>
      <p:sp>
        <p:nvSpPr>
          <p:cNvPr id="204" name="Oval 203">
            <a:extLst>
              <a:ext uri="{FF2B5EF4-FFF2-40B4-BE49-F238E27FC236}">
                <a16:creationId xmlns="" xmlns:a16="http://schemas.microsoft.com/office/drawing/2014/main" id="{6282913C-E44E-4C40-ADB1-A9BB2BFBFFD7}"/>
              </a:ext>
            </a:extLst>
          </p:cNvPr>
          <p:cNvSpPr/>
          <p:nvPr/>
        </p:nvSpPr>
        <p:spPr>
          <a:xfrm>
            <a:off x="1741367" y="2989161"/>
            <a:ext cx="763166" cy="541031"/>
          </a:xfrm>
          <a:prstGeom prst="ellipse">
            <a:avLst/>
          </a:prstGeom>
          <a:noFill/>
          <a:ln w="25400">
            <a:solidFill>
              <a:srgbClr val="CD000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25" name="Slide Number Placeholder 2">
            <a:extLst>
              <a:ext uri="{FF2B5EF4-FFF2-40B4-BE49-F238E27FC236}">
                <a16:creationId xmlns="" xmlns:a16="http://schemas.microsoft.com/office/drawing/2014/main" id="{00325223-4816-0640-A30C-AB4803E0CEA6}"/>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12</a:t>
            </a:fld>
            <a:endParaRPr lang="en-US" dirty="0"/>
          </a:p>
        </p:txBody>
      </p:sp>
    </p:spTree>
    <p:extLst>
      <p:ext uri="{BB962C8B-B14F-4D97-AF65-F5344CB8AC3E}">
        <p14:creationId xmlns:p14="http://schemas.microsoft.com/office/powerpoint/2010/main" val="3370508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4.79167E-6 2.96296E-6 L 0.00039 -0.24931 " pathEditMode="relative" rAng="0" ptsTypes="AA">
                                      <p:cBhvr>
                                        <p:cTn id="6" dur="2000" fill="hold"/>
                                        <p:tgtEl>
                                          <p:spTgt spid="196"/>
                                        </p:tgtEl>
                                        <p:attrNameLst>
                                          <p:attrName>ppt_x</p:attrName>
                                          <p:attrName>ppt_y</p:attrName>
                                        </p:attrNameLst>
                                      </p:cBhvr>
                                      <p:rCtr x="443" y="-12870"/>
                                    </p:animMotion>
                                  </p:childTnLst>
                                </p:cTn>
                              </p:par>
                              <p:par>
                                <p:cTn id="7" presetID="9" presetClass="entr" presetSubtype="0" fill="hold" grpId="0" nodeType="withEffect">
                                  <p:stCondLst>
                                    <p:cond delay="0"/>
                                  </p:stCondLst>
                                  <p:childTnLst>
                                    <p:set>
                                      <p:cBhvr>
                                        <p:cTn id="8" dur="1" fill="hold">
                                          <p:stCondLst>
                                            <p:cond delay="0"/>
                                          </p:stCondLst>
                                        </p:cTn>
                                        <p:tgtEl>
                                          <p:spTgt spid="195"/>
                                        </p:tgtEl>
                                        <p:attrNameLst>
                                          <p:attrName>style.visibility</p:attrName>
                                        </p:attrNameLst>
                                      </p:cBhvr>
                                      <p:to>
                                        <p:strVal val="visible"/>
                                      </p:to>
                                    </p:set>
                                    <p:animEffect transition="in" filter="dissolve">
                                      <p:cBhvr>
                                        <p:cTn id="9" dur="500"/>
                                        <p:tgtEl>
                                          <p:spTgt spid="195"/>
                                        </p:tgtEl>
                                      </p:cBhvr>
                                    </p:animEffect>
                                  </p:childTnLst>
                                </p:cTn>
                              </p:par>
                            </p:childTnLst>
                          </p:cTn>
                        </p:par>
                      </p:childTnLst>
                    </p:cTn>
                  </p:par>
                  <p:par>
                    <p:cTn id="10" fill="hold">
                      <p:stCondLst>
                        <p:cond delay="indefinite"/>
                      </p:stCondLst>
                      <p:childTnLst>
                        <p:par>
                          <p:cTn id="11" fill="hold">
                            <p:stCondLst>
                              <p:cond delay="0"/>
                            </p:stCondLst>
                            <p:childTnLst>
                              <p:par>
                                <p:cTn id="12" presetID="9" presetClass="entr" presetSubtype="0" fill="hold" grpId="0" nodeType="clickEffect">
                                  <p:stCondLst>
                                    <p:cond delay="0"/>
                                  </p:stCondLst>
                                  <p:childTnLst>
                                    <p:set>
                                      <p:cBhvr>
                                        <p:cTn id="13" dur="1" fill="hold">
                                          <p:stCondLst>
                                            <p:cond delay="0"/>
                                          </p:stCondLst>
                                        </p:cTn>
                                        <p:tgtEl>
                                          <p:spTgt spid="204"/>
                                        </p:tgtEl>
                                        <p:attrNameLst>
                                          <p:attrName>style.visibility</p:attrName>
                                        </p:attrNameLst>
                                      </p:cBhvr>
                                      <p:to>
                                        <p:strVal val="visible"/>
                                      </p:to>
                                    </p:set>
                                    <p:animEffect transition="in" filter="dissolve">
                                      <p:cBhvr>
                                        <p:cTn id="14" dur="500"/>
                                        <p:tgtEl>
                                          <p:spTgt spid="204"/>
                                        </p:tgtEl>
                                      </p:cBhvr>
                                    </p:animEffect>
                                  </p:childTnLst>
                                </p:cTn>
                              </p:par>
                              <p:par>
                                <p:cTn id="15" presetID="9" presetClass="entr" presetSubtype="0" fill="hold" grpId="0" nodeType="withEffect">
                                  <p:stCondLst>
                                    <p:cond delay="0"/>
                                  </p:stCondLst>
                                  <p:childTnLst>
                                    <p:set>
                                      <p:cBhvr>
                                        <p:cTn id="16" dur="1" fill="hold">
                                          <p:stCondLst>
                                            <p:cond delay="0"/>
                                          </p:stCondLst>
                                        </p:cTn>
                                        <p:tgtEl>
                                          <p:spTgt spid="194"/>
                                        </p:tgtEl>
                                        <p:attrNameLst>
                                          <p:attrName>style.visibility</p:attrName>
                                        </p:attrNameLst>
                                      </p:cBhvr>
                                      <p:to>
                                        <p:strVal val="visible"/>
                                      </p:to>
                                    </p:set>
                                    <p:animEffect transition="in" filter="dissolve">
                                      <p:cBhvr>
                                        <p:cTn id="17" dur="500"/>
                                        <p:tgtEl>
                                          <p:spTgt spid="19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xit" presetSubtype="0" fill="hold" nodeType="clickEffect">
                                  <p:stCondLst>
                                    <p:cond delay="0"/>
                                  </p:stCondLst>
                                  <p:childTnLst>
                                    <p:animEffect transition="out" filter="dissolve">
                                      <p:cBhvr>
                                        <p:cTn id="21" dur="500"/>
                                        <p:tgtEl>
                                          <p:spTgt spid="196"/>
                                        </p:tgtEl>
                                      </p:cBhvr>
                                    </p:animEffect>
                                    <p:set>
                                      <p:cBhvr>
                                        <p:cTn id="22" dur="1" fill="hold">
                                          <p:stCondLst>
                                            <p:cond delay="499"/>
                                          </p:stCondLst>
                                        </p:cTn>
                                        <p:tgtEl>
                                          <p:spTgt spid="196"/>
                                        </p:tgtEl>
                                        <p:attrNameLst>
                                          <p:attrName>style.visibility</p:attrName>
                                        </p:attrNameLst>
                                      </p:cBhvr>
                                      <p:to>
                                        <p:strVal val="hidden"/>
                                      </p:to>
                                    </p:set>
                                  </p:childTnLst>
                                </p:cTn>
                              </p:par>
                              <p:par>
                                <p:cTn id="23" presetID="9" presetClass="exit" presetSubtype="0" fill="hold" grpId="1" nodeType="withEffect">
                                  <p:stCondLst>
                                    <p:cond delay="0"/>
                                  </p:stCondLst>
                                  <p:childTnLst>
                                    <p:animEffect transition="out" filter="dissolve">
                                      <p:cBhvr>
                                        <p:cTn id="24" dur="500"/>
                                        <p:tgtEl>
                                          <p:spTgt spid="204"/>
                                        </p:tgtEl>
                                      </p:cBhvr>
                                    </p:animEffect>
                                    <p:set>
                                      <p:cBhvr>
                                        <p:cTn id="25" dur="1" fill="hold">
                                          <p:stCondLst>
                                            <p:cond delay="499"/>
                                          </p:stCondLst>
                                        </p:cTn>
                                        <p:tgtEl>
                                          <p:spTgt spid="204"/>
                                        </p:tgtEl>
                                        <p:attrNameLst>
                                          <p:attrName>style.visibility</p:attrName>
                                        </p:attrNameLst>
                                      </p:cBhvr>
                                      <p:to>
                                        <p:strVal val="hidden"/>
                                      </p:to>
                                    </p:set>
                                  </p:childTnLst>
                                </p:cTn>
                              </p:par>
                              <p:par>
                                <p:cTn id="26" presetID="9" presetClass="entr" presetSubtype="0" fill="hold" nodeType="withEffect">
                                  <p:stCondLst>
                                    <p:cond delay="0"/>
                                  </p:stCondLst>
                                  <p:childTnLst>
                                    <p:set>
                                      <p:cBhvr>
                                        <p:cTn id="27" dur="1" fill="hold">
                                          <p:stCondLst>
                                            <p:cond delay="0"/>
                                          </p:stCondLst>
                                        </p:cTn>
                                        <p:tgtEl>
                                          <p:spTgt spid="190"/>
                                        </p:tgtEl>
                                        <p:attrNameLst>
                                          <p:attrName>style.visibility</p:attrName>
                                        </p:attrNameLst>
                                      </p:cBhvr>
                                      <p:to>
                                        <p:strVal val="visible"/>
                                      </p:to>
                                    </p:set>
                                    <p:animEffect transition="in" filter="dissolve">
                                      <p:cBhvr>
                                        <p:cTn id="28" dur="500"/>
                                        <p:tgtEl>
                                          <p:spTgt spid="190"/>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193"/>
                                        </p:tgtEl>
                                        <p:attrNameLst>
                                          <p:attrName>style.visibility</p:attrName>
                                        </p:attrNameLst>
                                      </p:cBhvr>
                                      <p:to>
                                        <p:strVal val="visible"/>
                                      </p:to>
                                    </p:set>
                                    <p:animEffect transition="in" filter="dissolve">
                                      <p:cBhvr>
                                        <p:cTn id="31" dur="500"/>
                                        <p:tgtEl>
                                          <p:spTgt spid="193"/>
                                        </p:tgtEl>
                                      </p:cBhvr>
                                    </p:animEffect>
                                  </p:childTnLst>
                                </p:cTn>
                              </p:par>
                            </p:childTnLst>
                          </p:cTn>
                        </p:par>
                      </p:childTnLst>
                    </p:cTn>
                  </p:par>
                  <p:par>
                    <p:cTn id="32" fill="hold">
                      <p:stCondLst>
                        <p:cond delay="indefinite"/>
                      </p:stCondLst>
                      <p:childTnLst>
                        <p:par>
                          <p:cTn id="33" fill="hold">
                            <p:stCondLst>
                              <p:cond delay="0"/>
                            </p:stCondLst>
                            <p:childTnLst>
                              <p:par>
                                <p:cTn id="34" presetID="0" presetClass="path" presetSubtype="0" accel="50000" decel="50000" fill="hold" nodeType="clickEffect">
                                  <p:stCondLst>
                                    <p:cond delay="0"/>
                                  </p:stCondLst>
                                  <p:childTnLst>
                                    <p:animMotion origin="layout" path="M -1.66667E-6 -4.81481E-6 L 0.00013 -0.10763 " pathEditMode="relative" rAng="0" ptsTypes="AA">
                                      <p:cBhvr>
                                        <p:cTn id="35" dur="2000" fill="hold"/>
                                        <p:tgtEl>
                                          <p:spTgt spid="190"/>
                                        </p:tgtEl>
                                        <p:attrNameLst>
                                          <p:attrName>ppt_x</p:attrName>
                                          <p:attrName>ppt_y</p:attrName>
                                        </p:attrNameLst>
                                      </p:cBhvr>
                                      <p:rCtr x="0" y="-5394"/>
                                    </p:animMotion>
                                  </p:childTnLst>
                                </p:cTn>
                              </p:par>
                              <p:par>
                                <p:cTn id="36" presetID="9" presetClass="entr" presetSubtype="0" fill="hold" grpId="0" nodeType="withEffect">
                                  <p:stCondLst>
                                    <p:cond delay="0"/>
                                  </p:stCondLst>
                                  <p:childTnLst>
                                    <p:set>
                                      <p:cBhvr>
                                        <p:cTn id="37" dur="1" fill="hold">
                                          <p:stCondLst>
                                            <p:cond delay="0"/>
                                          </p:stCondLst>
                                        </p:cTn>
                                        <p:tgtEl>
                                          <p:spTgt spid="203"/>
                                        </p:tgtEl>
                                        <p:attrNameLst>
                                          <p:attrName>style.visibility</p:attrName>
                                        </p:attrNameLst>
                                      </p:cBhvr>
                                      <p:to>
                                        <p:strVal val="visible"/>
                                      </p:to>
                                    </p:set>
                                    <p:animEffect transition="in" filter="dissolve">
                                      <p:cBhvr>
                                        <p:cTn id="38" dur="500"/>
                                        <p:tgtEl>
                                          <p:spTgt spid="2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 grpId="0"/>
      <p:bldP spid="194" grpId="0"/>
      <p:bldP spid="195" grpId="0"/>
      <p:bldP spid="203" grpId="0"/>
      <p:bldP spid="204" grpId="0" animBg="1"/>
      <p:bldP spid="204" grpId="1"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B8CD900-19EC-824C-BF74-AADFBF5A172E}"/>
              </a:ext>
            </a:extLst>
          </p:cNvPr>
          <p:cNvSpPr>
            <a:spLocks noGrp="1"/>
          </p:cNvSpPr>
          <p:nvPr>
            <p:ph type="title"/>
          </p:nvPr>
        </p:nvSpPr>
        <p:spPr>
          <a:xfrm>
            <a:off x="768711" y="259345"/>
            <a:ext cx="10515600" cy="894622"/>
          </a:xfrm>
        </p:spPr>
        <p:txBody>
          <a:bodyPr>
            <a:normAutofit fontScale="90000"/>
          </a:bodyPr>
          <a:lstStyle/>
          <a:p>
            <a:r>
              <a:rPr lang="en-US" sz="4800" dirty="0" smtClean="0"/>
              <a:t>Overview </a:t>
            </a:r>
            <a:r>
              <a:rPr lang="en-US" sz="4800" dirty="0"/>
              <a:t>of the Transport Layer in the </a:t>
            </a:r>
            <a:r>
              <a:rPr lang="en-US" sz="4800" dirty="0" smtClean="0"/>
              <a:t>Internet</a:t>
            </a:r>
            <a:endParaRPr lang="en-US" sz="4800" dirty="0"/>
          </a:p>
        </p:txBody>
      </p:sp>
      <p:sp>
        <p:nvSpPr>
          <p:cNvPr id="518" name="Slide Number Placeholder 2">
            <a:extLst>
              <a:ext uri="{FF2B5EF4-FFF2-40B4-BE49-F238E27FC236}">
                <a16:creationId xmlns="" xmlns:a16="http://schemas.microsoft.com/office/drawing/2014/main" id="{5EAB89B4-AD20-DC49-B545-2C57C5923FCF}"/>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13</a:t>
            </a:fld>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4081517423"/>
              </p:ext>
            </p:extLst>
          </p:nvPr>
        </p:nvGraphicFramePr>
        <p:xfrm>
          <a:off x="395656" y="1276486"/>
          <a:ext cx="9715256" cy="5024096"/>
        </p:xfrm>
        <a:graphic>
          <a:graphicData uri="http://schemas.openxmlformats.org/drawingml/2006/table">
            <a:tbl>
              <a:tblPr/>
              <a:tblGrid>
                <a:gridCol w="1459524"/>
                <a:gridCol w="8255732"/>
              </a:tblGrid>
              <a:tr h="115692">
                <a:tc>
                  <a:txBody>
                    <a:bodyPr/>
                    <a:lstStyle/>
                    <a:p>
                      <a:r>
                        <a:rPr lang="en-US" sz="1600" b="1" dirty="0"/>
                        <a:t>Feature</a:t>
                      </a:r>
                    </a:p>
                  </a:txBody>
                  <a:tcPr marL="48891" marR="48891" marT="24446" marB="24446" anchor="ctr">
                    <a:lnL>
                      <a:noFill/>
                    </a:lnL>
                    <a:lnR>
                      <a:noFill/>
                    </a:lnR>
                    <a:lnT>
                      <a:noFill/>
                    </a:lnT>
                    <a:lnB>
                      <a:noFill/>
                    </a:lnB>
                  </a:tcPr>
                </a:tc>
                <a:tc>
                  <a:txBody>
                    <a:bodyPr/>
                    <a:lstStyle/>
                    <a:p>
                      <a:r>
                        <a:rPr lang="en-US" sz="1600" b="1" dirty="0"/>
                        <a:t>Description</a:t>
                      </a:r>
                    </a:p>
                  </a:txBody>
                  <a:tcPr marL="48891" marR="48891" marT="24446" marB="24446" anchor="ctr">
                    <a:lnL>
                      <a:noFill/>
                    </a:lnL>
                    <a:lnR>
                      <a:noFill/>
                    </a:lnR>
                    <a:lnT>
                      <a:noFill/>
                    </a:lnT>
                    <a:lnB>
                      <a:noFill/>
                    </a:lnB>
                  </a:tcPr>
                </a:tc>
              </a:tr>
              <a:tr h="196702">
                <a:tc>
                  <a:txBody>
                    <a:bodyPr/>
                    <a:lstStyle/>
                    <a:p>
                      <a:r>
                        <a:rPr lang="en-US" sz="1600" b="0"/>
                        <a:t>Layer Position</a:t>
                      </a:r>
                    </a:p>
                  </a:txBody>
                  <a:tcPr marL="48891" marR="48891" marT="24446" marB="24446" anchor="ctr">
                    <a:lnL>
                      <a:noFill/>
                    </a:lnL>
                    <a:lnR>
                      <a:noFill/>
                    </a:lnR>
                    <a:lnT>
                      <a:noFill/>
                    </a:lnT>
                    <a:lnB>
                      <a:noFill/>
                    </a:lnB>
                  </a:tcPr>
                </a:tc>
                <a:tc>
                  <a:txBody>
                    <a:bodyPr/>
                    <a:lstStyle/>
                    <a:p>
                      <a:r>
                        <a:rPr lang="en-US" sz="1600" b="0"/>
                        <a:t>It is the 4th layer in the TCP/IP model (between the Application Layer and Network Layer).</a:t>
                      </a:r>
                    </a:p>
                  </a:txBody>
                  <a:tcPr marL="48891" marR="48891" marT="24446" marB="24446" anchor="ctr">
                    <a:lnL>
                      <a:noFill/>
                    </a:lnL>
                    <a:lnR>
                      <a:noFill/>
                    </a:lnR>
                    <a:lnT>
                      <a:noFill/>
                    </a:lnT>
                    <a:lnB>
                      <a:noFill/>
                    </a:lnB>
                  </a:tcPr>
                </a:tc>
              </a:tr>
              <a:tr h="196702">
                <a:tc>
                  <a:txBody>
                    <a:bodyPr/>
                    <a:lstStyle/>
                    <a:p>
                      <a:r>
                        <a:rPr lang="en-US" sz="1600" b="0"/>
                        <a:t>Main Function</a:t>
                      </a:r>
                    </a:p>
                  </a:txBody>
                  <a:tcPr marL="48891" marR="48891" marT="24446" marB="24446" anchor="ctr">
                    <a:lnL>
                      <a:noFill/>
                    </a:lnL>
                    <a:lnR>
                      <a:noFill/>
                    </a:lnR>
                    <a:lnT>
                      <a:noFill/>
                    </a:lnT>
                    <a:lnB>
                      <a:noFill/>
                    </a:lnB>
                  </a:tcPr>
                </a:tc>
                <a:tc>
                  <a:txBody>
                    <a:bodyPr/>
                    <a:lstStyle/>
                    <a:p>
                      <a:r>
                        <a:rPr lang="en-US" sz="1600" b="0"/>
                        <a:t>Provides end-to-end communication between processes (applications) running on different hosts.</a:t>
                      </a:r>
                    </a:p>
                  </a:txBody>
                  <a:tcPr marL="48891" marR="48891" marT="24446" marB="24446" anchor="ctr">
                    <a:lnL>
                      <a:noFill/>
                    </a:lnL>
                    <a:lnR>
                      <a:noFill/>
                    </a:lnR>
                    <a:lnT>
                      <a:noFill/>
                    </a:lnT>
                    <a:lnB>
                      <a:noFill/>
                    </a:lnB>
                  </a:tcPr>
                </a:tc>
              </a:tr>
              <a:tr h="196702">
                <a:tc>
                  <a:txBody>
                    <a:bodyPr/>
                    <a:lstStyle/>
                    <a:p>
                      <a:r>
                        <a:rPr lang="en-US" sz="1600" b="0"/>
                        <a:t>Purpose</a:t>
                      </a:r>
                    </a:p>
                  </a:txBody>
                  <a:tcPr marL="48891" marR="48891" marT="24446" marB="24446" anchor="ctr">
                    <a:lnL>
                      <a:noFill/>
                    </a:lnL>
                    <a:lnR>
                      <a:noFill/>
                    </a:lnR>
                    <a:lnT>
                      <a:noFill/>
                    </a:lnT>
                    <a:lnB>
                      <a:noFill/>
                    </a:lnB>
                  </a:tcPr>
                </a:tc>
                <a:tc>
                  <a:txBody>
                    <a:bodyPr/>
                    <a:lstStyle/>
                    <a:p>
                      <a:r>
                        <a:rPr lang="en-US" sz="1600" b="0"/>
                        <a:t>Ensures that data is delivered reliably, in order, and to the correct application on the receiving device.</a:t>
                      </a:r>
                    </a:p>
                  </a:txBody>
                  <a:tcPr marL="48891" marR="48891" marT="24446" marB="24446" anchor="ctr">
                    <a:lnL>
                      <a:noFill/>
                    </a:lnL>
                    <a:lnR>
                      <a:noFill/>
                    </a:lnR>
                    <a:lnT>
                      <a:noFill/>
                    </a:lnT>
                    <a:lnB>
                      <a:noFill/>
                    </a:lnB>
                  </a:tcPr>
                </a:tc>
              </a:tr>
              <a:tr h="871110">
                <a:tc>
                  <a:txBody>
                    <a:bodyPr/>
                    <a:lstStyle/>
                    <a:p>
                      <a:r>
                        <a:rPr lang="en-US" sz="1600" b="0"/>
                        <a:t>Key Tasks / Functions</a:t>
                      </a:r>
                    </a:p>
                  </a:txBody>
                  <a:tcPr marL="48891" marR="48891" marT="24446" marB="24446" anchor="ctr">
                    <a:lnL>
                      <a:noFill/>
                    </a:lnL>
                    <a:lnR>
                      <a:noFill/>
                    </a:lnR>
                    <a:lnT>
                      <a:noFill/>
                    </a:lnT>
                    <a:lnB>
                      <a:noFill/>
                    </a:lnB>
                  </a:tcPr>
                </a:tc>
                <a:tc>
                  <a:txBody>
                    <a:bodyPr/>
                    <a:lstStyle/>
                    <a:p>
                      <a:r>
                        <a:rPr lang="en-US" sz="1600" b="0" dirty="0"/>
                        <a:t>• Segmentation and Reassembly – Divides large data from applications into smaller segments and reassembles them at the receiver</a:t>
                      </a:r>
                      <a:r>
                        <a:rPr lang="en-US" sz="1600" b="0" dirty="0" smtClean="0"/>
                        <a:t>.</a:t>
                      </a:r>
                    </a:p>
                    <a:p>
                      <a:r>
                        <a:rPr lang="en-US" sz="1600" b="0" dirty="0" smtClean="0"/>
                        <a:t>• </a:t>
                      </a:r>
                      <a:r>
                        <a:rPr lang="en-US" sz="1600" b="0" dirty="0"/>
                        <a:t>Multiplexing and </a:t>
                      </a:r>
                      <a:r>
                        <a:rPr lang="en-US" sz="1600" b="0" dirty="0" err="1"/>
                        <a:t>Demultiplexing</a:t>
                      </a:r>
                      <a:r>
                        <a:rPr lang="en-US" sz="1600" b="0" dirty="0"/>
                        <a:t> – Uses port numbers to manage multiple application connections simultaneously</a:t>
                      </a:r>
                      <a:r>
                        <a:rPr lang="en-US" sz="1600" b="0" dirty="0" smtClean="0"/>
                        <a:t>.</a:t>
                      </a:r>
                    </a:p>
                    <a:p>
                      <a:r>
                        <a:rPr lang="en-US" sz="1600" b="0" dirty="0" smtClean="0"/>
                        <a:t>• </a:t>
                      </a:r>
                      <a:r>
                        <a:rPr lang="en-US" sz="1600" b="0" dirty="0"/>
                        <a:t>Connection Control – Establishes, maintains, and terminates logical connections</a:t>
                      </a:r>
                      <a:r>
                        <a:rPr lang="en-US" sz="1600" b="0" dirty="0" smtClean="0"/>
                        <a:t>.</a:t>
                      </a:r>
                    </a:p>
                    <a:p>
                      <a:r>
                        <a:rPr lang="en-US" sz="1600" b="0" dirty="0" smtClean="0"/>
                        <a:t>• </a:t>
                      </a:r>
                      <a:r>
                        <a:rPr lang="en-US" sz="1600" b="0" dirty="0"/>
                        <a:t>Flow Control – Prevents a fast sender from overwhelming a slow receiver</a:t>
                      </a:r>
                      <a:r>
                        <a:rPr lang="en-US" sz="1600" b="0" dirty="0" smtClean="0"/>
                        <a:t>.</a:t>
                      </a:r>
                    </a:p>
                    <a:p>
                      <a:r>
                        <a:rPr lang="en-US" sz="1600" b="0" dirty="0" smtClean="0"/>
                        <a:t>• </a:t>
                      </a:r>
                      <a:r>
                        <a:rPr lang="en-US" sz="1600" b="0" dirty="0"/>
                        <a:t>Error Control (Checksum) – Detects and sometimes corrects transmission errors.</a:t>
                      </a:r>
                    </a:p>
                  </a:txBody>
                  <a:tcPr marL="48891" marR="48891" marT="24446" marB="24446" anchor="ctr">
                    <a:lnL>
                      <a:noFill/>
                    </a:lnL>
                    <a:lnR>
                      <a:noFill/>
                    </a:lnR>
                    <a:lnT>
                      <a:noFill/>
                    </a:lnT>
                    <a:lnB>
                      <a:noFill/>
                    </a:lnB>
                  </a:tcPr>
                </a:tc>
              </a:tr>
              <a:tr h="449605">
                <a:tc>
                  <a:txBody>
                    <a:bodyPr/>
                    <a:lstStyle/>
                    <a:p>
                      <a:r>
                        <a:rPr lang="en-US" sz="1600" b="0"/>
                        <a:t>Main Protocols</a:t>
                      </a:r>
                    </a:p>
                  </a:txBody>
                  <a:tcPr marL="48891" marR="48891" marT="24446" marB="24446" anchor="ctr">
                    <a:lnL>
                      <a:noFill/>
                    </a:lnL>
                    <a:lnR>
                      <a:noFill/>
                    </a:lnR>
                    <a:lnT>
                      <a:noFill/>
                    </a:lnT>
                    <a:lnB>
                      <a:noFill/>
                    </a:lnB>
                  </a:tcPr>
                </a:tc>
                <a:tc>
                  <a:txBody>
                    <a:bodyPr/>
                    <a:lstStyle/>
                    <a:p>
                      <a:r>
                        <a:rPr lang="en-US" sz="1600" b="0" dirty="0"/>
                        <a:t>TCP (Transmission Control Protocol) – Reliable, connection-oriented communication (used for web, email, file transfer).UDP (User Datagram Protocol) – Unreliable, connectionless communication (used for streaming, gaming, VoIP).</a:t>
                      </a:r>
                    </a:p>
                  </a:txBody>
                  <a:tcPr marL="48891" marR="48891" marT="24446" marB="24446" anchor="ctr">
                    <a:lnL>
                      <a:noFill/>
                    </a:lnL>
                    <a:lnR>
                      <a:noFill/>
                    </a:lnR>
                    <a:lnT>
                      <a:noFill/>
                    </a:lnT>
                    <a:lnB>
                      <a:noFill/>
                    </a:lnB>
                  </a:tcPr>
                </a:tc>
              </a:tr>
              <a:tr h="196702">
                <a:tc>
                  <a:txBody>
                    <a:bodyPr/>
                    <a:lstStyle/>
                    <a:p>
                      <a:r>
                        <a:rPr lang="en-US" sz="1600" b="0"/>
                        <a:t>Addressing</a:t>
                      </a:r>
                    </a:p>
                  </a:txBody>
                  <a:tcPr marL="48891" marR="48891" marT="24446" marB="24446" anchor="ctr">
                    <a:lnL>
                      <a:noFill/>
                    </a:lnL>
                    <a:lnR>
                      <a:noFill/>
                    </a:lnR>
                    <a:lnT>
                      <a:noFill/>
                    </a:lnT>
                    <a:lnB>
                      <a:noFill/>
                    </a:lnB>
                  </a:tcPr>
                </a:tc>
                <a:tc>
                  <a:txBody>
                    <a:bodyPr/>
                    <a:lstStyle/>
                    <a:p>
                      <a:r>
                        <a:rPr lang="en-US" sz="1600" b="0" dirty="0"/>
                        <a:t>Uses Port Numbers (e.g., port 80 for HTTP, 25 for SMTP) to identify specific application processes.</a:t>
                      </a:r>
                    </a:p>
                  </a:txBody>
                  <a:tcPr marL="48891" marR="48891" marT="24446" marB="24446" anchor="ctr">
                    <a:lnL>
                      <a:noFill/>
                    </a:lnL>
                    <a:lnR>
                      <a:noFill/>
                    </a:lnR>
                    <a:lnT>
                      <a:noFill/>
                    </a:lnT>
                    <a:lnB>
                      <a:noFill/>
                    </a:lnB>
                  </a:tcPr>
                </a:tc>
              </a:tr>
              <a:tr h="281003">
                <a:tc>
                  <a:txBody>
                    <a:bodyPr/>
                    <a:lstStyle/>
                    <a:p>
                      <a:r>
                        <a:rPr lang="en-US" sz="1600" b="0"/>
                        <a:t>Examples of Services</a:t>
                      </a:r>
                    </a:p>
                  </a:txBody>
                  <a:tcPr marL="48891" marR="48891" marT="24446" marB="24446" anchor="ctr">
                    <a:lnL>
                      <a:noFill/>
                    </a:lnL>
                    <a:lnR>
                      <a:noFill/>
                    </a:lnR>
                    <a:lnT>
                      <a:noFill/>
                    </a:lnT>
                    <a:lnB>
                      <a:noFill/>
                    </a:lnB>
                  </a:tcPr>
                </a:tc>
                <a:tc>
                  <a:txBody>
                    <a:bodyPr/>
                    <a:lstStyle/>
                    <a:p>
                      <a:r>
                        <a:rPr lang="en-US" sz="1600" b="0" dirty="0"/>
                        <a:t>• Sending an email (SMTP over TCP</a:t>
                      </a:r>
                      <a:r>
                        <a:rPr lang="en-US" sz="1600" b="0" dirty="0" smtClean="0"/>
                        <a:t>)</a:t>
                      </a:r>
                    </a:p>
                    <a:p>
                      <a:r>
                        <a:rPr lang="en-US" sz="1600" b="0" dirty="0" smtClean="0"/>
                        <a:t>• </a:t>
                      </a:r>
                      <a:r>
                        <a:rPr lang="en-US" sz="1600" b="0" dirty="0"/>
                        <a:t>Viewing a webpage (HTTP over TCP</a:t>
                      </a:r>
                      <a:r>
                        <a:rPr lang="en-US" sz="1600" b="0" dirty="0" smtClean="0"/>
                        <a:t>)</a:t>
                      </a:r>
                    </a:p>
                    <a:p>
                      <a:r>
                        <a:rPr lang="en-US" sz="1600" b="0" dirty="0" smtClean="0"/>
                        <a:t>• </a:t>
                      </a:r>
                      <a:r>
                        <a:rPr lang="en-US" sz="1600" b="0" dirty="0"/>
                        <a:t>Video calling or streaming (RTP over UDP)</a:t>
                      </a:r>
                    </a:p>
                  </a:txBody>
                  <a:tcPr marL="48891" marR="48891" marT="24446" marB="24446" anchor="ctr">
                    <a:lnL>
                      <a:noFill/>
                    </a:lnL>
                    <a:lnR>
                      <a:noFill/>
                    </a:lnR>
                    <a:lnT>
                      <a:noFill/>
                    </a:lnT>
                    <a:lnB>
                      <a:noFill/>
                    </a:lnB>
                  </a:tcPr>
                </a:tc>
              </a:tr>
            </a:tbl>
          </a:graphicData>
        </a:graphic>
      </p:graphicFrame>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90040" y="1691177"/>
            <a:ext cx="1838325" cy="424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1569919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B8CD900-19EC-824C-BF74-AADFBF5A172E}"/>
              </a:ext>
            </a:extLst>
          </p:cNvPr>
          <p:cNvSpPr>
            <a:spLocks noGrp="1"/>
          </p:cNvSpPr>
          <p:nvPr>
            <p:ph type="title"/>
          </p:nvPr>
        </p:nvSpPr>
        <p:spPr>
          <a:xfrm>
            <a:off x="768711" y="259345"/>
            <a:ext cx="10515600" cy="894622"/>
          </a:xfrm>
        </p:spPr>
        <p:txBody>
          <a:bodyPr>
            <a:normAutofit/>
          </a:bodyPr>
          <a:lstStyle/>
          <a:p>
            <a:r>
              <a:rPr lang="en-US" sz="4800" dirty="0">
                <a:cs typeface="Calibri" panose="020F0502020204030204" pitchFamily="34" charset="0"/>
              </a:rPr>
              <a:t>Two principal Internet transport protocols</a:t>
            </a:r>
            <a:endParaRPr lang="en-US" sz="4800" dirty="0"/>
          </a:p>
        </p:txBody>
      </p:sp>
      <p:sp>
        <p:nvSpPr>
          <p:cNvPr id="10" name="Freeform 9">
            <a:extLst>
              <a:ext uri="{FF2B5EF4-FFF2-40B4-BE49-F238E27FC236}">
                <a16:creationId xmlns="" xmlns:a16="http://schemas.microsoft.com/office/drawing/2014/main" id="{7FC4FF92-130F-BB41-8C2E-AD6E35A5EFB3}"/>
              </a:ext>
            </a:extLst>
          </p:cNvPr>
          <p:cNvSpPr/>
          <p:nvPr/>
        </p:nvSpPr>
        <p:spPr>
          <a:xfrm>
            <a:off x="8985188" y="3065778"/>
            <a:ext cx="1124807" cy="1337915"/>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82604 w 1558990"/>
              <a:gd name="connsiteY0" fmla="*/ 534641 h 1810599"/>
              <a:gd name="connsiteX1" fmla="*/ 22252 w 1558990"/>
              <a:gd name="connsiteY1" fmla="*/ 940200 h 1810599"/>
              <a:gd name="connsiteX2" fmla="*/ 167457 w 1558990"/>
              <a:gd name="connsiteY2" fmla="*/ 1672556 h 1810599"/>
              <a:gd name="connsiteX3" fmla="*/ 1208772 w 1558990"/>
              <a:gd name="connsiteY3" fmla="*/ 1775650 h 1810599"/>
              <a:gd name="connsiteX4" fmla="*/ 1543003 w 1558990"/>
              <a:gd name="connsiteY4" fmla="*/ 1257671 h 1810599"/>
              <a:gd name="connsiteX5" fmla="*/ 1490762 w 1558990"/>
              <a:gd name="connsiteY5" fmla="*/ 672856 h 1810599"/>
              <a:gd name="connsiteX6" fmla="*/ 1359176 w 1558990"/>
              <a:gd name="connsiteY6" fmla="*/ 154877 h 1810599"/>
              <a:gd name="connsiteX7" fmla="*/ 861336 w 1558990"/>
              <a:gd name="connsiteY7" fmla="*/ 21205 h 1810599"/>
              <a:gd name="connsiteX8" fmla="*/ 382604 w 1558990"/>
              <a:gd name="connsiteY8" fmla="*/ 534641 h 1810599"/>
              <a:gd name="connsiteX0" fmla="*/ 393458 w 1593840"/>
              <a:gd name="connsiteY0" fmla="*/ 534641 h 1793264"/>
              <a:gd name="connsiteX1" fmla="*/ 33106 w 1593840"/>
              <a:gd name="connsiteY1" fmla="*/ 940200 h 1793264"/>
              <a:gd name="connsiteX2" fmla="*/ 178311 w 1593840"/>
              <a:gd name="connsiteY2" fmla="*/ 1672556 h 1793264"/>
              <a:gd name="connsiteX3" fmla="*/ 1464139 w 1593840"/>
              <a:gd name="connsiteY3" fmla="*/ 1752440 h 1793264"/>
              <a:gd name="connsiteX4" fmla="*/ 1553857 w 1593840"/>
              <a:gd name="connsiteY4" fmla="*/ 1257671 h 1793264"/>
              <a:gd name="connsiteX5" fmla="*/ 1501616 w 1593840"/>
              <a:gd name="connsiteY5" fmla="*/ 672856 h 1793264"/>
              <a:gd name="connsiteX6" fmla="*/ 1370030 w 1593840"/>
              <a:gd name="connsiteY6" fmla="*/ 154877 h 1793264"/>
              <a:gd name="connsiteX7" fmla="*/ 872190 w 1593840"/>
              <a:gd name="connsiteY7" fmla="*/ 21205 h 1793264"/>
              <a:gd name="connsiteX8" fmla="*/ 393458 w 1593840"/>
              <a:gd name="connsiteY8" fmla="*/ 534641 h 1793264"/>
              <a:gd name="connsiteX0" fmla="*/ 393458 w 1566550"/>
              <a:gd name="connsiteY0" fmla="*/ 534641 h 1840341"/>
              <a:gd name="connsiteX1" fmla="*/ 33106 w 1566550"/>
              <a:gd name="connsiteY1" fmla="*/ 940200 h 1840341"/>
              <a:gd name="connsiteX2" fmla="*/ 178311 w 1566550"/>
              <a:gd name="connsiteY2" fmla="*/ 1672556 h 1840341"/>
              <a:gd name="connsiteX3" fmla="*/ 1464139 w 1566550"/>
              <a:gd name="connsiteY3" fmla="*/ 1752440 h 1840341"/>
              <a:gd name="connsiteX4" fmla="*/ 1553857 w 1566550"/>
              <a:gd name="connsiteY4" fmla="*/ 1257671 h 1840341"/>
              <a:gd name="connsiteX5" fmla="*/ 1501616 w 1566550"/>
              <a:gd name="connsiteY5" fmla="*/ 672856 h 1840341"/>
              <a:gd name="connsiteX6" fmla="*/ 1370030 w 1566550"/>
              <a:gd name="connsiteY6" fmla="*/ 154877 h 1840341"/>
              <a:gd name="connsiteX7" fmla="*/ 872190 w 1566550"/>
              <a:gd name="connsiteY7" fmla="*/ 21205 h 1840341"/>
              <a:gd name="connsiteX8" fmla="*/ 393458 w 1566550"/>
              <a:gd name="connsiteY8" fmla="*/ 534641 h 1840341"/>
              <a:gd name="connsiteX0" fmla="*/ 393458 w 1555557"/>
              <a:gd name="connsiteY0" fmla="*/ 534641 h 1787187"/>
              <a:gd name="connsiteX1" fmla="*/ 33106 w 1555557"/>
              <a:gd name="connsiteY1" fmla="*/ 940200 h 1787187"/>
              <a:gd name="connsiteX2" fmla="*/ 178311 w 1555557"/>
              <a:gd name="connsiteY2" fmla="*/ 1672556 h 1787187"/>
              <a:gd name="connsiteX3" fmla="*/ 1464139 w 1555557"/>
              <a:gd name="connsiteY3" fmla="*/ 1752440 h 1787187"/>
              <a:gd name="connsiteX4" fmla="*/ 1553857 w 1555557"/>
              <a:gd name="connsiteY4" fmla="*/ 1257671 h 1787187"/>
              <a:gd name="connsiteX5" fmla="*/ 1501616 w 1555557"/>
              <a:gd name="connsiteY5" fmla="*/ 672856 h 1787187"/>
              <a:gd name="connsiteX6" fmla="*/ 1370030 w 1555557"/>
              <a:gd name="connsiteY6" fmla="*/ 154877 h 1787187"/>
              <a:gd name="connsiteX7" fmla="*/ 872190 w 1555557"/>
              <a:gd name="connsiteY7" fmla="*/ 21205 h 1787187"/>
              <a:gd name="connsiteX8" fmla="*/ 393458 w 1555557"/>
              <a:gd name="connsiteY8" fmla="*/ 534641 h 1787187"/>
              <a:gd name="connsiteX0" fmla="*/ 401126 w 1664928"/>
              <a:gd name="connsiteY0" fmla="*/ 534641 h 1783934"/>
              <a:gd name="connsiteX1" fmla="*/ 40774 w 1664928"/>
              <a:gd name="connsiteY1" fmla="*/ 940200 h 1783934"/>
              <a:gd name="connsiteX2" fmla="*/ 185979 w 1664928"/>
              <a:gd name="connsiteY2" fmla="*/ 1672556 h 1783934"/>
              <a:gd name="connsiteX3" fmla="*/ 1618513 w 1664928"/>
              <a:gd name="connsiteY3" fmla="*/ 1747798 h 1783934"/>
              <a:gd name="connsiteX4" fmla="*/ 1561525 w 1664928"/>
              <a:gd name="connsiteY4" fmla="*/ 1257671 h 1783934"/>
              <a:gd name="connsiteX5" fmla="*/ 1509284 w 1664928"/>
              <a:gd name="connsiteY5" fmla="*/ 672856 h 1783934"/>
              <a:gd name="connsiteX6" fmla="*/ 1377698 w 1664928"/>
              <a:gd name="connsiteY6" fmla="*/ 154877 h 1783934"/>
              <a:gd name="connsiteX7" fmla="*/ 879858 w 1664928"/>
              <a:gd name="connsiteY7" fmla="*/ 21205 h 1783934"/>
              <a:gd name="connsiteX8" fmla="*/ 401126 w 1664928"/>
              <a:gd name="connsiteY8" fmla="*/ 534641 h 1783934"/>
              <a:gd name="connsiteX0" fmla="*/ 408119 w 1718774"/>
              <a:gd name="connsiteY0" fmla="*/ 534641 h 1826522"/>
              <a:gd name="connsiteX1" fmla="*/ 47767 w 1718774"/>
              <a:gd name="connsiteY1" fmla="*/ 940200 h 1826522"/>
              <a:gd name="connsiteX2" fmla="*/ 179001 w 1718774"/>
              <a:gd name="connsiteY2" fmla="*/ 1742186 h 1826522"/>
              <a:gd name="connsiteX3" fmla="*/ 1625506 w 1718774"/>
              <a:gd name="connsiteY3" fmla="*/ 1747798 h 1826522"/>
              <a:gd name="connsiteX4" fmla="*/ 1568518 w 1718774"/>
              <a:gd name="connsiteY4" fmla="*/ 1257671 h 1826522"/>
              <a:gd name="connsiteX5" fmla="*/ 1516277 w 1718774"/>
              <a:gd name="connsiteY5" fmla="*/ 672856 h 1826522"/>
              <a:gd name="connsiteX6" fmla="*/ 1384691 w 1718774"/>
              <a:gd name="connsiteY6" fmla="*/ 154877 h 1826522"/>
              <a:gd name="connsiteX7" fmla="*/ 886851 w 1718774"/>
              <a:gd name="connsiteY7" fmla="*/ 21205 h 1826522"/>
              <a:gd name="connsiteX8" fmla="*/ 408119 w 1718774"/>
              <a:gd name="connsiteY8" fmla="*/ 534641 h 1826522"/>
              <a:gd name="connsiteX0" fmla="*/ 477759 w 1796623"/>
              <a:gd name="connsiteY0" fmla="*/ 534641 h 1818043"/>
              <a:gd name="connsiteX1" fmla="*/ 117407 w 1796623"/>
              <a:gd name="connsiteY1" fmla="*/ 940200 h 1818043"/>
              <a:gd name="connsiteX2" fmla="*/ 136864 w 1796623"/>
              <a:gd name="connsiteY2" fmla="*/ 1728260 h 1818043"/>
              <a:gd name="connsiteX3" fmla="*/ 1695146 w 1796623"/>
              <a:gd name="connsiteY3" fmla="*/ 1747798 h 1818043"/>
              <a:gd name="connsiteX4" fmla="*/ 1638158 w 1796623"/>
              <a:gd name="connsiteY4" fmla="*/ 1257671 h 1818043"/>
              <a:gd name="connsiteX5" fmla="*/ 1585917 w 1796623"/>
              <a:gd name="connsiteY5" fmla="*/ 672856 h 1818043"/>
              <a:gd name="connsiteX6" fmla="*/ 1454331 w 1796623"/>
              <a:gd name="connsiteY6" fmla="*/ 154877 h 1818043"/>
              <a:gd name="connsiteX7" fmla="*/ 956491 w 1796623"/>
              <a:gd name="connsiteY7" fmla="*/ 21205 h 1818043"/>
              <a:gd name="connsiteX8" fmla="*/ 477759 w 1796623"/>
              <a:gd name="connsiteY8" fmla="*/ 534641 h 1818043"/>
              <a:gd name="connsiteX0" fmla="*/ 396783 w 1688820"/>
              <a:gd name="connsiteY0" fmla="*/ 534641 h 1815615"/>
              <a:gd name="connsiteX1" fmla="*/ 36431 w 1688820"/>
              <a:gd name="connsiteY1" fmla="*/ 940200 h 1815615"/>
              <a:gd name="connsiteX2" fmla="*/ 55888 w 1688820"/>
              <a:gd name="connsiteY2" fmla="*/ 1728260 h 1815615"/>
              <a:gd name="connsiteX3" fmla="*/ 421834 w 1688820"/>
              <a:gd name="connsiteY3" fmla="*/ 1798118 h 1815615"/>
              <a:gd name="connsiteX4" fmla="*/ 1614170 w 1688820"/>
              <a:gd name="connsiteY4" fmla="*/ 1747798 h 1815615"/>
              <a:gd name="connsiteX5" fmla="*/ 1557182 w 1688820"/>
              <a:gd name="connsiteY5" fmla="*/ 1257671 h 1815615"/>
              <a:gd name="connsiteX6" fmla="*/ 1504941 w 1688820"/>
              <a:gd name="connsiteY6" fmla="*/ 672856 h 1815615"/>
              <a:gd name="connsiteX7" fmla="*/ 1373355 w 1688820"/>
              <a:gd name="connsiteY7" fmla="*/ 154877 h 1815615"/>
              <a:gd name="connsiteX8" fmla="*/ 875515 w 1688820"/>
              <a:gd name="connsiteY8" fmla="*/ 21205 h 1815615"/>
              <a:gd name="connsiteX9" fmla="*/ 396783 w 1688820"/>
              <a:gd name="connsiteY9" fmla="*/ 534641 h 1815615"/>
              <a:gd name="connsiteX0" fmla="*/ 394951 w 1689541"/>
              <a:gd name="connsiteY0" fmla="*/ 534641 h 1877271"/>
              <a:gd name="connsiteX1" fmla="*/ 34599 w 1689541"/>
              <a:gd name="connsiteY1" fmla="*/ 940200 h 1877271"/>
              <a:gd name="connsiteX2" fmla="*/ 54056 w 1689541"/>
              <a:gd name="connsiteY2" fmla="*/ 1728260 h 1877271"/>
              <a:gd name="connsiteX3" fmla="*/ 385071 w 1689541"/>
              <a:gd name="connsiteY3" fmla="*/ 1877032 h 1877271"/>
              <a:gd name="connsiteX4" fmla="*/ 1612338 w 1689541"/>
              <a:gd name="connsiteY4" fmla="*/ 1747798 h 1877271"/>
              <a:gd name="connsiteX5" fmla="*/ 1555350 w 1689541"/>
              <a:gd name="connsiteY5" fmla="*/ 1257671 h 1877271"/>
              <a:gd name="connsiteX6" fmla="*/ 1503109 w 1689541"/>
              <a:gd name="connsiteY6" fmla="*/ 672856 h 1877271"/>
              <a:gd name="connsiteX7" fmla="*/ 1371523 w 1689541"/>
              <a:gd name="connsiteY7" fmla="*/ 154877 h 1877271"/>
              <a:gd name="connsiteX8" fmla="*/ 873683 w 1689541"/>
              <a:gd name="connsiteY8" fmla="*/ 21205 h 1877271"/>
              <a:gd name="connsiteX9" fmla="*/ 394951 w 1689541"/>
              <a:gd name="connsiteY9" fmla="*/ 534641 h 1877271"/>
              <a:gd name="connsiteX0" fmla="*/ 394949 w 1689541"/>
              <a:gd name="connsiteY0" fmla="*/ 534641 h 1877032"/>
              <a:gd name="connsiteX1" fmla="*/ 34597 w 1689541"/>
              <a:gd name="connsiteY1" fmla="*/ 940200 h 1877032"/>
              <a:gd name="connsiteX2" fmla="*/ 54054 w 1689541"/>
              <a:gd name="connsiteY2" fmla="*/ 1728260 h 1877032"/>
              <a:gd name="connsiteX3" fmla="*/ 385069 w 1689541"/>
              <a:gd name="connsiteY3" fmla="*/ 1877032 h 1877032"/>
              <a:gd name="connsiteX4" fmla="*/ 1612336 w 1689541"/>
              <a:gd name="connsiteY4" fmla="*/ 1747798 h 1877032"/>
              <a:gd name="connsiteX5" fmla="*/ 1555348 w 1689541"/>
              <a:gd name="connsiteY5" fmla="*/ 1257671 h 1877032"/>
              <a:gd name="connsiteX6" fmla="*/ 1503107 w 1689541"/>
              <a:gd name="connsiteY6" fmla="*/ 672856 h 1877032"/>
              <a:gd name="connsiteX7" fmla="*/ 1371521 w 1689541"/>
              <a:gd name="connsiteY7" fmla="*/ 154877 h 1877032"/>
              <a:gd name="connsiteX8" fmla="*/ 873681 w 1689541"/>
              <a:gd name="connsiteY8" fmla="*/ 21205 h 1877032"/>
              <a:gd name="connsiteX9" fmla="*/ 394949 w 1689541"/>
              <a:gd name="connsiteY9" fmla="*/ 534641 h 1877032"/>
              <a:gd name="connsiteX0" fmla="*/ 394949 w 1683795"/>
              <a:gd name="connsiteY0" fmla="*/ 534641 h 1877032"/>
              <a:gd name="connsiteX1" fmla="*/ 34597 w 1683795"/>
              <a:gd name="connsiteY1" fmla="*/ 940200 h 1877032"/>
              <a:gd name="connsiteX2" fmla="*/ 54054 w 1683795"/>
              <a:gd name="connsiteY2" fmla="*/ 1728260 h 1877032"/>
              <a:gd name="connsiteX3" fmla="*/ 385069 w 1683795"/>
              <a:gd name="connsiteY3" fmla="*/ 1877032 h 1877032"/>
              <a:gd name="connsiteX4" fmla="*/ 1605349 w 1683795"/>
              <a:gd name="connsiteY4" fmla="*/ 1798860 h 1877032"/>
              <a:gd name="connsiteX5" fmla="*/ 1555348 w 1683795"/>
              <a:gd name="connsiteY5" fmla="*/ 1257671 h 1877032"/>
              <a:gd name="connsiteX6" fmla="*/ 1503107 w 1683795"/>
              <a:gd name="connsiteY6" fmla="*/ 672856 h 1877032"/>
              <a:gd name="connsiteX7" fmla="*/ 1371521 w 1683795"/>
              <a:gd name="connsiteY7" fmla="*/ 154877 h 1877032"/>
              <a:gd name="connsiteX8" fmla="*/ 873681 w 1683795"/>
              <a:gd name="connsiteY8" fmla="*/ 21205 h 1877032"/>
              <a:gd name="connsiteX9" fmla="*/ 394949 w 1683795"/>
              <a:gd name="connsiteY9" fmla="*/ 534641 h 1877032"/>
              <a:gd name="connsiteX0" fmla="*/ 394949 w 1720794"/>
              <a:gd name="connsiteY0" fmla="*/ 534641 h 1877032"/>
              <a:gd name="connsiteX1" fmla="*/ 34597 w 1720794"/>
              <a:gd name="connsiteY1" fmla="*/ 940200 h 1877032"/>
              <a:gd name="connsiteX2" fmla="*/ 54054 w 1720794"/>
              <a:gd name="connsiteY2" fmla="*/ 1728260 h 1877032"/>
              <a:gd name="connsiteX3" fmla="*/ 385069 w 1720794"/>
              <a:gd name="connsiteY3" fmla="*/ 1877032 h 1877032"/>
              <a:gd name="connsiteX4" fmla="*/ 1605349 w 1720794"/>
              <a:gd name="connsiteY4" fmla="*/ 1798860 h 1877032"/>
              <a:gd name="connsiteX5" fmla="*/ 1555348 w 1720794"/>
              <a:gd name="connsiteY5" fmla="*/ 1257671 h 1877032"/>
              <a:gd name="connsiteX6" fmla="*/ 1503107 w 1720794"/>
              <a:gd name="connsiteY6" fmla="*/ 672856 h 1877032"/>
              <a:gd name="connsiteX7" fmla="*/ 1371521 w 1720794"/>
              <a:gd name="connsiteY7" fmla="*/ 154877 h 1877032"/>
              <a:gd name="connsiteX8" fmla="*/ 873681 w 1720794"/>
              <a:gd name="connsiteY8" fmla="*/ 21205 h 1877032"/>
              <a:gd name="connsiteX9" fmla="*/ 394949 w 1720794"/>
              <a:gd name="connsiteY9" fmla="*/ 534641 h 1877032"/>
              <a:gd name="connsiteX0" fmla="*/ 394949 w 1720794"/>
              <a:gd name="connsiteY0" fmla="*/ 534641 h 1877032"/>
              <a:gd name="connsiteX1" fmla="*/ 34597 w 1720794"/>
              <a:gd name="connsiteY1" fmla="*/ 940200 h 1877032"/>
              <a:gd name="connsiteX2" fmla="*/ 54054 w 1720794"/>
              <a:gd name="connsiteY2" fmla="*/ 1728260 h 1877032"/>
              <a:gd name="connsiteX3" fmla="*/ 385069 w 1720794"/>
              <a:gd name="connsiteY3" fmla="*/ 1877032 h 1877032"/>
              <a:gd name="connsiteX4" fmla="*/ 1605349 w 1720794"/>
              <a:gd name="connsiteY4" fmla="*/ 1798860 h 1877032"/>
              <a:gd name="connsiteX5" fmla="*/ 1555348 w 1720794"/>
              <a:gd name="connsiteY5" fmla="*/ 1257671 h 1877032"/>
              <a:gd name="connsiteX6" fmla="*/ 1503107 w 1720794"/>
              <a:gd name="connsiteY6" fmla="*/ 672856 h 1877032"/>
              <a:gd name="connsiteX7" fmla="*/ 1371521 w 1720794"/>
              <a:gd name="connsiteY7" fmla="*/ 154877 h 1877032"/>
              <a:gd name="connsiteX8" fmla="*/ 873681 w 1720794"/>
              <a:gd name="connsiteY8" fmla="*/ 21205 h 1877032"/>
              <a:gd name="connsiteX9" fmla="*/ 394949 w 1720794"/>
              <a:gd name="connsiteY9" fmla="*/ 534641 h 1877032"/>
              <a:gd name="connsiteX0" fmla="*/ 394949 w 1671512"/>
              <a:gd name="connsiteY0" fmla="*/ 534641 h 1877032"/>
              <a:gd name="connsiteX1" fmla="*/ 34597 w 1671512"/>
              <a:gd name="connsiteY1" fmla="*/ 940200 h 1877032"/>
              <a:gd name="connsiteX2" fmla="*/ 54054 w 1671512"/>
              <a:gd name="connsiteY2" fmla="*/ 1728260 h 1877032"/>
              <a:gd name="connsiteX3" fmla="*/ 385069 w 1671512"/>
              <a:gd name="connsiteY3" fmla="*/ 1877032 h 1877032"/>
              <a:gd name="connsiteX4" fmla="*/ 1605349 w 1671512"/>
              <a:gd name="connsiteY4" fmla="*/ 1798860 h 1877032"/>
              <a:gd name="connsiteX5" fmla="*/ 1555348 w 1671512"/>
              <a:gd name="connsiteY5" fmla="*/ 1257671 h 1877032"/>
              <a:gd name="connsiteX6" fmla="*/ 1503107 w 1671512"/>
              <a:gd name="connsiteY6" fmla="*/ 672856 h 1877032"/>
              <a:gd name="connsiteX7" fmla="*/ 1371521 w 1671512"/>
              <a:gd name="connsiteY7" fmla="*/ 154877 h 1877032"/>
              <a:gd name="connsiteX8" fmla="*/ 873681 w 1671512"/>
              <a:gd name="connsiteY8" fmla="*/ 21205 h 1877032"/>
              <a:gd name="connsiteX9" fmla="*/ 394949 w 1671512"/>
              <a:gd name="connsiteY9" fmla="*/ 534641 h 1877032"/>
              <a:gd name="connsiteX0" fmla="*/ 394949 w 1677296"/>
              <a:gd name="connsiteY0" fmla="*/ 534641 h 1877032"/>
              <a:gd name="connsiteX1" fmla="*/ 34597 w 1677296"/>
              <a:gd name="connsiteY1" fmla="*/ 940200 h 1877032"/>
              <a:gd name="connsiteX2" fmla="*/ 54054 w 1677296"/>
              <a:gd name="connsiteY2" fmla="*/ 1728260 h 1877032"/>
              <a:gd name="connsiteX3" fmla="*/ 385069 w 1677296"/>
              <a:gd name="connsiteY3" fmla="*/ 1877032 h 1877032"/>
              <a:gd name="connsiteX4" fmla="*/ 1612334 w 1677296"/>
              <a:gd name="connsiteY4" fmla="*/ 1840637 h 1877032"/>
              <a:gd name="connsiteX5" fmla="*/ 1555348 w 1677296"/>
              <a:gd name="connsiteY5" fmla="*/ 1257671 h 1877032"/>
              <a:gd name="connsiteX6" fmla="*/ 1503107 w 1677296"/>
              <a:gd name="connsiteY6" fmla="*/ 672856 h 1877032"/>
              <a:gd name="connsiteX7" fmla="*/ 1371521 w 1677296"/>
              <a:gd name="connsiteY7" fmla="*/ 154877 h 1877032"/>
              <a:gd name="connsiteX8" fmla="*/ 873681 w 1677296"/>
              <a:gd name="connsiteY8" fmla="*/ 21205 h 1877032"/>
              <a:gd name="connsiteX9" fmla="*/ 394949 w 1677296"/>
              <a:gd name="connsiteY9" fmla="*/ 534641 h 1877032"/>
              <a:gd name="connsiteX0" fmla="*/ 394949 w 1677298"/>
              <a:gd name="connsiteY0" fmla="*/ 534641 h 1877032"/>
              <a:gd name="connsiteX1" fmla="*/ 34597 w 1677298"/>
              <a:gd name="connsiteY1" fmla="*/ 940200 h 1877032"/>
              <a:gd name="connsiteX2" fmla="*/ 54054 w 1677298"/>
              <a:gd name="connsiteY2" fmla="*/ 1728260 h 1877032"/>
              <a:gd name="connsiteX3" fmla="*/ 385069 w 1677298"/>
              <a:gd name="connsiteY3" fmla="*/ 1877032 h 1877032"/>
              <a:gd name="connsiteX4" fmla="*/ 1612334 w 1677298"/>
              <a:gd name="connsiteY4" fmla="*/ 1840637 h 1877032"/>
              <a:gd name="connsiteX5" fmla="*/ 1555348 w 1677298"/>
              <a:gd name="connsiteY5" fmla="*/ 1257671 h 1877032"/>
              <a:gd name="connsiteX6" fmla="*/ 1503107 w 1677298"/>
              <a:gd name="connsiteY6" fmla="*/ 672856 h 1877032"/>
              <a:gd name="connsiteX7" fmla="*/ 1371521 w 1677298"/>
              <a:gd name="connsiteY7" fmla="*/ 154877 h 1877032"/>
              <a:gd name="connsiteX8" fmla="*/ 873681 w 1677298"/>
              <a:gd name="connsiteY8" fmla="*/ 21205 h 1877032"/>
              <a:gd name="connsiteX9" fmla="*/ 394949 w 1677298"/>
              <a:gd name="connsiteY9" fmla="*/ 534641 h 1877032"/>
              <a:gd name="connsiteX0" fmla="*/ 394949 w 1677296"/>
              <a:gd name="connsiteY0" fmla="*/ 534641 h 1904936"/>
              <a:gd name="connsiteX1" fmla="*/ 34597 w 1677296"/>
              <a:gd name="connsiteY1" fmla="*/ 940200 h 1904936"/>
              <a:gd name="connsiteX2" fmla="*/ 54054 w 1677296"/>
              <a:gd name="connsiteY2" fmla="*/ 1728260 h 1904936"/>
              <a:gd name="connsiteX3" fmla="*/ 385069 w 1677296"/>
              <a:gd name="connsiteY3" fmla="*/ 1877032 h 1904936"/>
              <a:gd name="connsiteX4" fmla="*/ 1612334 w 1677296"/>
              <a:gd name="connsiteY4" fmla="*/ 1840637 h 1904936"/>
              <a:gd name="connsiteX5" fmla="*/ 1555348 w 1677296"/>
              <a:gd name="connsiteY5" fmla="*/ 1257671 h 1904936"/>
              <a:gd name="connsiteX6" fmla="*/ 1503107 w 1677296"/>
              <a:gd name="connsiteY6" fmla="*/ 672856 h 1904936"/>
              <a:gd name="connsiteX7" fmla="*/ 1371521 w 1677296"/>
              <a:gd name="connsiteY7" fmla="*/ 154877 h 1904936"/>
              <a:gd name="connsiteX8" fmla="*/ 873681 w 1677296"/>
              <a:gd name="connsiteY8" fmla="*/ 21205 h 1904936"/>
              <a:gd name="connsiteX9" fmla="*/ 394949 w 1677296"/>
              <a:gd name="connsiteY9" fmla="*/ 534641 h 1904936"/>
              <a:gd name="connsiteX0" fmla="*/ 461539 w 1743887"/>
              <a:gd name="connsiteY0" fmla="*/ 534641 h 1904936"/>
              <a:gd name="connsiteX1" fmla="*/ 101187 w 1743887"/>
              <a:gd name="connsiteY1" fmla="*/ 940200 h 1904936"/>
              <a:gd name="connsiteX2" fmla="*/ 22840 w 1743887"/>
              <a:gd name="connsiteY2" fmla="*/ 1737812 h 1904936"/>
              <a:gd name="connsiteX3" fmla="*/ 451659 w 1743887"/>
              <a:gd name="connsiteY3" fmla="*/ 1877032 h 1904936"/>
              <a:gd name="connsiteX4" fmla="*/ 1678924 w 1743887"/>
              <a:gd name="connsiteY4" fmla="*/ 1840637 h 1904936"/>
              <a:gd name="connsiteX5" fmla="*/ 1621938 w 1743887"/>
              <a:gd name="connsiteY5" fmla="*/ 1257671 h 1904936"/>
              <a:gd name="connsiteX6" fmla="*/ 1569697 w 1743887"/>
              <a:gd name="connsiteY6" fmla="*/ 672856 h 1904936"/>
              <a:gd name="connsiteX7" fmla="*/ 1438111 w 1743887"/>
              <a:gd name="connsiteY7" fmla="*/ 154877 h 1904936"/>
              <a:gd name="connsiteX8" fmla="*/ 940271 w 1743887"/>
              <a:gd name="connsiteY8" fmla="*/ 21205 h 1904936"/>
              <a:gd name="connsiteX9" fmla="*/ 461539 w 1743887"/>
              <a:gd name="connsiteY9" fmla="*/ 534641 h 1904936"/>
              <a:gd name="connsiteX0" fmla="*/ 452050 w 1756359"/>
              <a:gd name="connsiteY0" fmla="*/ 534641 h 1891359"/>
              <a:gd name="connsiteX1" fmla="*/ 91698 w 1756359"/>
              <a:gd name="connsiteY1" fmla="*/ 940200 h 1891359"/>
              <a:gd name="connsiteX2" fmla="*/ 13351 w 1756359"/>
              <a:gd name="connsiteY2" fmla="*/ 1737812 h 1891359"/>
              <a:gd name="connsiteX3" fmla="*/ 309435 w 1756359"/>
              <a:gd name="connsiteY3" fmla="*/ 1891359 h 1891359"/>
              <a:gd name="connsiteX4" fmla="*/ 1669435 w 1756359"/>
              <a:gd name="connsiteY4" fmla="*/ 1840637 h 1891359"/>
              <a:gd name="connsiteX5" fmla="*/ 1612449 w 1756359"/>
              <a:gd name="connsiteY5" fmla="*/ 1257671 h 1891359"/>
              <a:gd name="connsiteX6" fmla="*/ 1560208 w 1756359"/>
              <a:gd name="connsiteY6" fmla="*/ 672856 h 1891359"/>
              <a:gd name="connsiteX7" fmla="*/ 1428622 w 1756359"/>
              <a:gd name="connsiteY7" fmla="*/ 154877 h 1891359"/>
              <a:gd name="connsiteX8" fmla="*/ 930782 w 1756359"/>
              <a:gd name="connsiteY8" fmla="*/ 21205 h 1891359"/>
              <a:gd name="connsiteX9" fmla="*/ 452050 w 1756359"/>
              <a:gd name="connsiteY9" fmla="*/ 534641 h 1891359"/>
              <a:gd name="connsiteX0" fmla="*/ 452050 w 1756257"/>
              <a:gd name="connsiteY0" fmla="*/ 534641 h 1891359"/>
              <a:gd name="connsiteX1" fmla="*/ 91698 w 1756257"/>
              <a:gd name="connsiteY1" fmla="*/ 940200 h 1891359"/>
              <a:gd name="connsiteX2" fmla="*/ 13351 w 1756257"/>
              <a:gd name="connsiteY2" fmla="*/ 1737812 h 1891359"/>
              <a:gd name="connsiteX3" fmla="*/ 309435 w 1756257"/>
              <a:gd name="connsiteY3" fmla="*/ 1891359 h 1891359"/>
              <a:gd name="connsiteX4" fmla="*/ 1669435 w 1756257"/>
              <a:gd name="connsiteY4" fmla="*/ 1840637 h 1891359"/>
              <a:gd name="connsiteX5" fmla="*/ 1612449 w 1756257"/>
              <a:gd name="connsiteY5" fmla="*/ 1257671 h 1891359"/>
              <a:gd name="connsiteX6" fmla="*/ 1563496 w 1756257"/>
              <a:gd name="connsiteY6" fmla="*/ 959631 h 1891359"/>
              <a:gd name="connsiteX7" fmla="*/ 1560208 w 1756257"/>
              <a:gd name="connsiteY7" fmla="*/ 672856 h 1891359"/>
              <a:gd name="connsiteX8" fmla="*/ 1428622 w 1756257"/>
              <a:gd name="connsiteY8" fmla="*/ 154877 h 1891359"/>
              <a:gd name="connsiteX9" fmla="*/ 930782 w 1756257"/>
              <a:gd name="connsiteY9" fmla="*/ 21205 h 1891359"/>
              <a:gd name="connsiteX10" fmla="*/ 452050 w 1756257"/>
              <a:gd name="connsiteY10" fmla="*/ 534641 h 1891359"/>
              <a:gd name="connsiteX0" fmla="*/ 452050 w 1764590"/>
              <a:gd name="connsiteY0" fmla="*/ 534641 h 1891359"/>
              <a:gd name="connsiteX1" fmla="*/ 91698 w 1764590"/>
              <a:gd name="connsiteY1" fmla="*/ 940200 h 1891359"/>
              <a:gd name="connsiteX2" fmla="*/ 13351 w 1764590"/>
              <a:gd name="connsiteY2" fmla="*/ 1737812 h 1891359"/>
              <a:gd name="connsiteX3" fmla="*/ 309435 w 1764590"/>
              <a:gd name="connsiteY3" fmla="*/ 1891359 h 1891359"/>
              <a:gd name="connsiteX4" fmla="*/ 1669435 w 1764590"/>
              <a:gd name="connsiteY4" fmla="*/ 1840637 h 1891359"/>
              <a:gd name="connsiteX5" fmla="*/ 1612449 w 1764590"/>
              <a:gd name="connsiteY5" fmla="*/ 1257671 h 1891359"/>
              <a:gd name="connsiteX6" fmla="*/ 1309780 w 1764590"/>
              <a:gd name="connsiteY6" fmla="*/ 1046341 h 1891359"/>
              <a:gd name="connsiteX7" fmla="*/ 1560208 w 1764590"/>
              <a:gd name="connsiteY7" fmla="*/ 672856 h 1891359"/>
              <a:gd name="connsiteX8" fmla="*/ 1428622 w 1764590"/>
              <a:gd name="connsiteY8" fmla="*/ 154877 h 1891359"/>
              <a:gd name="connsiteX9" fmla="*/ 930782 w 1764590"/>
              <a:gd name="connsiteY9" fmla="*/ 21205 h 1891359"/>
              <a:gd name="connsiteX10" fmla="*/ 452050 w 1764590"/>
              <a:gd name="connsiteY10" fmla="*/ 534641 h 1891359"/>
              <a:gd name="connsiteX0" fmla="*/ 452050 w 1764592"/>
              <a:gd name="connsiteY0" fmla="*/ 534641 h 1891359"/>
              <a:gd name="connsiteX1" fmla="*/ 91698 w 1764592"/>
              <a:gd name="connsiteY1" fmla="*/ 940200 h 1891359"/>
              <a:gd name="connsiteX2" fmla="*/ 13351 w 1764592"/>
              <a:gd name="connsiteY2" fmla="*/ 1737812 h 1891359"/>
              <a:gd name="connsiteX3" fmla="*/ 309435 w 1764592"/>
              <a:gd name="connsiteY3" fmla="*/ 1891359 h 1891359"/>
              <a:gd name="connsiteX4" fmla="*/ 1669435 w 1764592"/>
              <a:gd name="connsiteY4" fmla="*/ 1840637 h 1891359"/>
              <a:gd name="connsiteX5" fmla="*/ 1612449 w 1764592"/>
              <a:gd name="connsiteY5" fmla="*/ 1257671 h 1891359"/>
              <a:gd name="connsiteX6" fmla="*/ 1309780 w 1764592"/>
              <a:gd name="connsiteY6" fmla="*/ 1046341 h 1891359"/>
              <a:gd name="connsiteX7" fmla="*/ 1560208 w 1764592"/>
              <a:gd name="connsiteY7" fmla="*/ 672856 h 1891359"/>
              <a:gd name="connsiteX8" fmla="*/ 1428622 w 1764592"/>
              <a:gd name="connsiteY8" fmla="*/ 154877 h 1891359"/>
              <a:gd name="connsiteX9" fmla="*/ 930782 w 1764592"/>
              <a:gd name="connsiteY9" fmla="*/ 21205 h 1891359"/>
              <a:gd name="connsiteX10" fmla="*/ 452050 w 1764592"/>
              <a:gd name="connsiteY10" fmla="*/ 534641 h 1891359"/>
              <a:gd name="connsiteX0" fmla="*/ 452050 w 1764590"/>
              <a:gd name="connsiteY0" fmla="*/ 534641 h 1891359"/>
              <a:gd name="connsiteX1" fmla="*/ 91698 w 1764590"/>
              <a:gd name="connsiteY1" fmla="*/ 940200 h 1891359"/>
              <a:gd name="connsiteX2" fmla="*/ 13351 w 1764590"/>
              <a:gd name="connsiteY2" fmla="*/ 1737812 h 1891359"/>
              <a:gd name="connsiteX3" fmla="*/ 309435 w 1764590"/>
              <a:gd name="connsiteY3" fmla="*/ 1891359 h 1891359"/>
              <a:gd name="connsiteX4" fmla="*/ 1669435 w 1764590"/>
              <a:gd name="connsiteY4" fmla="*/ 1840637 h 1891359"/>
              <a:gd name="connsiteX5" fmla="*/ 1612449 w 1764590"/>
              <a:gd name="connsiteY5" fmla="*/ 1257671 h 1891359"/>
              <a:gd name="connsiteX6" fmla="*/ 1309780 w 1764590"/>
              <a:gd name="connsiteY6" fmla="*/ 1046341 h 1891359"/>
              <a:gd name="connsiteX7" fmla="*/ 1560208 w 1764590"/>
              <a:gd name="connsiteY7" fmla="*/ 672856 h 1891359"/>
              <a:gd name="connsiteX8" fmla="*/ 1428622 w 1764590"/>
              <a:gd name="connsiteY8" fmla="*/ 154877 h 1891359"/>
              <a:gd name="connsiteX9" fmla="*/ 930782 w 1764590"/>
              <a:gd name="connsiteY9" fmla="*/ 21205 h 1891359"/>
              <a:gd name="connsiteX10" fmla="*/ 452050 w 1764590"/>
              <a:gd name="connsiteY10" fmla="*/ 534641 h 1891359"/>
              <a:gd name="connsiteX0" fmla="*/ 452050 w 1792731"/>
              <a:gd name="connsiteY0" fmla="*/ 534641 h 1891359"/>
              <a:gd name="connsiteX1" fmla="*/ 91698 w 1792731"/>
              <a:gd name="connsiteY1" fmla="*/ 940200 h 1891359"/>
              <a:gd name="connsiteX2" fmla="*/ 13351 w 1792731"/>
              <a:gd name="connsiteY2" fmla="*/ 1737812 h 1891359"/>
              <a:gd name="connsiteX3" fmla="*/ 309435 w 1792731"/>
              <a:gd name="connsiteY3" fmla="*/ 1891359 h 1891359"/>
              <a:gd name="connsiteX4" fmla="*/ 1669435 w 1792731"/>
              <a:gd name="connsiteY4" fmla="*/ 1840637 h 1891359"/>
              <a:gd name="connsiteX5" fmla="*/ 1688563 w 1792731"/>
              <a:gd name="connsiteY5" fmla="*/ 1292355 h 1891359"/>
              <a:gd name="connsiteX6" fmla="*/ 1309780 w 1792731"/>
              <a:gd name="connsiteY6" fmla="*/ 1046341 h 1891359"/>
              <a:gd name="connsiteX7" fmla="*/ 1560208 w 1792731"/>
              <a:gd name="connsiteY7" fmla="*/ 672856 h 1891359"/>
              <a:gd name="connsiteX8" fmla="*/ 1428622 w 1792731"/>
              <a:gd name="connsiteY8" fmla="*/ 154877 h 1891359"/>
              <a:gd name="connsiteX9" fmla="*/ 930782 w 1792731"/>
              <a:gd name="connsiteY9" fmla="*/ 21205 h 1891359"/>
              <a:gd name="connsiteX10" fmla="*/ 452050 w 1792731"/>
              <a:gd name="connsiteY10" fmla="*/ 534641 h 1891359"/>
              <a:gd name="connsiteX0" fmla="*/ 452050 w 1814809"/>
              <a:gd name="connsiteY0" fmla="*/ 534641 h 1891359"/>
              <a:gd name="connsiteX1" fmla="*/ 91698 w 1814809"/>
              <a:gd name="connsiteY1" fmla="*/ 940200 h 1891359"/>
              <a:gd name="connsiteX2" fmla="*/ 13351 w 1814809"/>
              <a:gd name="connsiteY2" fmla="*/ 1737812 h 1891359"/>
              <a:gd name="connsiteX3" fmla="*/ 309435 w 1814809"/>
              <a:gd name="connsiteY3" fmla="*/ 1891359 h 1891359"/>
              <a:gd name="connsiteX4" fmla="*/ 1669435 w 1814809"/>
              <a:gd name="connsiteY4" fmla="*/ 1840637 h 1891359"/>
              <a:gd name="connsiteX5" fmla="*/ 1688563 w 1814809"/>
              <a:gd name="connsiteY5" fmla="*/ 1292355 h 1891359"/>
              <a:gd name="connsiteX6" fmla="*/ 1309780 w 1814809"/>
              <a:gd name="connsiteY6" fmla="*/ 1046341 h 1891359"/>
              <a:gd name="connsiteX7" fmla="*/ 1560208 w 1814809"/>
              <a:gd name="connsiteY7" fmla="*/ 672856 h 1891359"/>
              <a:gd name="connsiteX8" fmla="*/ 1428622 w 1814809"/>
              <a:gd name="connsiteY8" fmla="*/ 154877 h 1891359"/>
              <a:gd name="connsiteX9" fmla="*/ 930782 w 1814809"/>
              <a:gd name="connsiteY9" fmla="*/ 21205 h 1891359"/>
              <a:gd name="connsiteX10" fmla="*/ 452050 w 1814809"/>
              <a:gd name="connsiteY10" fmla="*/ 534641 h 1891359"/>
              <a:gd name="connsiteX0" fmla="*/ 452050 w 1814809"/>
              <a:gd name="connsiteY0" fmla="*/ 534641 h 1891359"/>
              <a:gd name="connsiteX1" fmla="*/ 91698 w 1814809"/>
              <a:gd name="connsiteY1" fmla="*/ 940200 h 1891359"/>
              <a:gd name="connsiteX2" fmla="*/ 13351 w 1814809"/>
              <a:gd name="connsiteY2" fmla="*/ 1737812 h 1891359"/>
              <a:gd name="connsiteX3" fmla="*/ 309435 w 1814809"/>
              <a:gd name="connsiteY3" fmla="*/ 1891359 h 1891359"/>
              <a:gd name="connsiteX4" fmla="*/ 1669435 w 1814809"/>
              <a:gd name="connsiteY4" fmla="*/ 1840637 h 1891359"/>
              <a:gd name="connsiteX5" fmla="*/ 1688563 w 1814809"/>
              <a:gd name="connsiteY5" fmla="*/ 1292355 h 1891359"/>
              <a:gd name="connsiteX6" fmla="*/ 1309780 w 1814809"/>
              <a:gd name="connsiteY6" fmla="*/ 1046341 h 1891359"/>
              <a:gd name="connsiteX7" fmla="*/ 1619996 w 1814809"/>
              <a:gd name="connsiteY7" fmla="*/ 526399 h 1891359"/>
              <a:gd name="connsiteX8" fmla="*/ 1428622 w 1814809"/>
              <a:gd name="connsiteY8" fmla="*/ 154877 h 1891359"/>
              <a:gd name="connsiteX9" fmla="*/ 930782 w 1814809"/>
              <a:gd name="connsiteY9" fmla="*/ 21205 h 1891359"/>
              <a:gd name="connsiteX10" fmla="*/ 452050 w 1814809"/>
              <a:gd name="connsiteY10" fmla="*/ 534641 h 1891359"/>
              <a:gd name="connsiteX0" fmla="*/ 452050 w 1814809"/>
              <a:gd name="connsiteY0" fmla="*/ 542872 h 1899590"/>
              <a:gd name="connsiteX1" fmla="*/ 91698 w 1814809"/>
              <a:gd name="connsiteY1" fmla="*/ 948431 h 1899590"/>
              <a:gd name="connsiteX2" fmla="*/ 13351 w 1814809"/>
              <a:gd name="connsiteY2" fmla="*/ 1746043 h 1899590"/>
              <a:gd name="connsiteX3" fmla="*/ 309435 w 1814809"/>
              <a:gd name="connsiteY3" fmla="*/ 1899590 h 1899590"/>
              <a:gd name="connsiteX4" fmla="*/ 1669435 w 1814809"/>
              <a:gd name="connsiteY4" fmla="*/ 1848868 h 1899590"/>
              <a:gd name="connsiteX5" fmla="*/ 1688563 w 1814809"/>
              <a:gd name="connsiteY5" fmla="*/ 1300586 h 1899590"/>
              <a:gd name="connsiteX6" fmla="*/ 1309780 w 1814809"/>
              <a:gd name="connsiteY6" fmla="*/ 1054572 h 1899590"/>
              <a:gd name="connsiteX7" fmla="*/ 1619996 w 1814809"/>
              <a:gd name="connsiteY7" fmla="*/ 534630 h 1899590"/>
              <a:gd name="connsiteX8" fmla="*/ 1488411 w 1814809"/>
              <a:gd name="connsiteY8" fmla="*/ 129049 h 1899590"/>
              <a:gd name="connsiteX9" fmla="*/ 930782 w 1814809"/>
              <a:gd name="connsiteY9" fmla="*/ 29436 h 1899590"/>
              <a:gd name="connsiteX10" fmla="*/ 452050 w 1814809"/>
              <a:gd name="connsiteY10" fmla="*/ 542872 h 1899590"/>
              <a:gd name="connsiteX0" fmla="*/ 452050 w 1814809"/>
              <a:gd name="connsiteY0" fmla="*/ 540513 h 1897231"/>
              <a:gd name="connsiteX1" fmla="*/ 91698 w 1814809"/>
              <a:gd name="connsiteY1" fmla="*/ 946072 h 1897231"/>
              <a:gd name="connsiteX2" fmla="*/ 13351 w 1814809"/>
              <a:gd name="connsiteY2" fmla="*/ 1743684 h 1897231"/>
              <a:gd name="connsiteX3" fmla="*/ 309435 w 1814809"/>
              <a:gd name="connsiteY3" fmla="*/ 1897231 h 1897231"/>
              <a:gd name="connsiteX4" fmla="*/ 1669435 w 1814809"/>
              <a:gd name="connsiteY4" fmla="*/ 1846509 h 1897231"/>
              <a:gd name="connsiteX5" fmla="*/ 1688563 w 1814809"/>
              <a:gd name="connsiteY5" fmla="*/ 1298227 h 1897231"/>
              <a:gd name="connsiteX6" fmla="*/ 1309780 w 1814809"/>
              <a:gd name="connsiteY6" fmla="*/ 1052213 h 1897231"/>
              <a:gd name="connsiteX7" fmla="*/ 1619996 w 1814809"/>
              <a:gd name="connsiteY7" fmla="*/ 532271 h 1897231"/>
              <a:gd name="connsiteX8" fmla="*/ 1488411 w 1814809"/>
              <a:gd name="connsiteY8" fmla="*/ 126690 h 1897231"/>
              <a:gd name="connsiteX9" fmla="*/ 930782 w 1814809"/>
              <a:gd name="connsiteY9" fmla="*/ 27077 h 1897231"/>
              <a:gd name="connsiteX10" fmla="*/ 452050 w 1814809"/>
              <a:gd name="connsiteY10" fmla="*/ 540513 h 1897231"/>
              <a:gd name="connsiteX0" fmla="*/ 452050 w 1814809"/>
              <a:gd name="connsiteY0" fmla="*/ 540513 h 1897231"/>
              <a:gd name="connsiteX1" fmla="*/ 91698 w 1814809"/>
              <a:gd name="connsiteY1" fmla="*/ 946072 h 1897231"/>
              <a:gd name="connsiteX2" fmla="*/ 13351 w 1814809"/>
              <a:gd name="connsiteY2" fmla="*/ 1743684 h 1897231"/>
              <a:gd name="connsiteX3" fmla="*/ 309435 w 1814809"/>
              <a:gd name="connsiteY3" fmla="*/ 1897231 h 1897231"/>
              <a:gd name="connsiteX4" fmla="*/ 1669435 w 1814809"/>
              <a:gd name="connsiteY4" fmla="*/ 1846509 h 1897231"/>
              <a:gd name="connsiteX5" fmla="*/ 1688563 w 1814809"/>
              <a:gd name="connsiteY5" fmla="*/ 1298227 h 1897231"/>
              <a:gd name="connsiteX6" fmla="*/ 1309780 w 1814809"/>
              <a:gd name="connsiteY6" fmla="*/ 1052213 h 1897231"/>
              <a:gd name="connsiteX7" fmla="*/ 1619996 w 1814809"/>
              <a:gd name="connsiteY7" fmla="*/ 532271 h 1897231"/>
              <a:gd name="connsiteX8" fmla="*/ 1488411 w 1814809"/>
              <a:gd name="connsiteY8" fmla="*/ 126690 h 1897231"/>
              <a:gd name="connsiteX9" fmla="*/ 930782 w 1814809"/>
              <a:gd name="connsiteY9" fmla="*/ 27077 h 1897231"/>
              <a:gd name="connsiteX10" fmla="*/ 452050 w 1814809"/>
              <a:gd name="connsiteY10" fmla="*/ 540513 h 1897231"/>
              <a:gd name="connsiteX0" fmla="*/ 288567 w 1811701"/>
              <a:gd name="connsiteY0" fmla="*/ 555674 h 1898251"/>
              <a:gd name="connsiteX1" fmla="*/ 88590 w 1811701"/>
              <a:gd name="connsiteY1" fmla="*/ 947092 h 1898251"/>
              <a:gd name="connsiteX2" fmla="*/ 10243 w 1811701"/>
              <a:gd name="connsiteY2" fmla="*/ 1744704 h 1898251"/>
              <a:gd name="connsiteX3" fmla="*/ 306327 w 1811701"/>
              <a:gd name="connsiteY3" fmla="*/ 1898251 h 1898251"/>
              <a:gd name="connsiteX4" fmla="*/ 1666327 w 1811701"/>
              <a:gd name="connsiteY4" fmla="*/ 1847529 h 1898251"/>
              <a:gd name="connsiteX5" fmla="*/ 1685455 w 1811701"/>
              <a:gd name="connsiteY5" fmla="*/ 1299247 h 1898251"/>
              <a:gd name="connsiteX6" fmla="*/ 1306672 w 1811701"/>
              <a:gd name="connsiteY6" fmla="*/ 1053233 h 1898251"/>
              <a:gd name="connsiteX7" fmla="*/ 1616888 w 1811701"/>
              <a:gd name="connsiteY7" fmla="*/ 533291 h 1898251"/>
              <a:gd name="connsiteX8" fmla="*/ 1485303 w 1811701"/>
              <a:gd name="connsiteY8" fmla="*/ 127710 h 1898251"/>
              <a:gd name="connsiteX9" fmla="*/ 927674 w 1811701"/>
              <a:gd name="connsiteY9" fmla="*/ 28097 h 1898251"/>
              <a:gd name="connsiteX10" fmla="*/ 288567 w 1811701"/>
              <a:gd name="connsiteY10" fmla="*/ 555674 h 1898251"/>
              <a:gd name="connsiteX0" fmla="*/ 288567 w 1811701"/>
              <a:gd name="connsiteY0" fmla="*/ 479828 h 1822405"/>
              <a:gd name="connsiteX1" fmla="*/ 88590 w 1811701"/>
              <a:gd name="connsiteY1" fmla="*/ 871246 h 1822405"/>
              <a:gd name="connsiteX2" fmla="*/ 10243 w 1811701"/>
              <a:gd name="connsiteY2" fmla="*/ 1668858 h 1822405"/>
              <a:gd name="connsiteX3" fmla="*/ 306327 w 1811701"/>
              <a:gd name="connsiteY3" fmla="*/ 1822405 h 1822405"/>
              <a:gd name="connsiteX4" fmla="*/ 1666327 w 1811701"/>
              <a:gd name="connsiteY4" fmla="*/ 1771683 h 1822405"/>
              <a:gd name="connsiteX5" fmla="*/ 1685455 w 1811701"/>
              <a:gd name="connsiteY5" fmla="*/ 1223401 h 1822405"/>
              <a:gd name="connsiteX6" fmla="*/ 1306672 w 1811701"/>
              <a:gd name="connsiteY6" fmla="*/ 977387 h 1822405"/>
              <a:gd name="connsiteX7" fmla="*/ 1616888 w 1811701"/>
              <a:gd name="connsiteY7" fmla="*/ 457445 h 1822405"/>
              <a:gd name="connsiteX8" fmla="*/ 1485303 w 1811701"/>
              <a:gd name="connsiteY8" fmla="*/ 51864 h 1822405"/>
              <a:gd name="connsiteX9" fmla="*/ 895599 w 1811701"/>
              <a:gd name="connsiteY9" fmla="*/ 79530 h 1822405"/>
              <a:gd name="connsiteX10" fmla="*/ 288567 w 1811701"/>
              <a:gd name="connsiteY10" fmla="*/ 479828 h 1822405"/>
              <a:gd name="connsiteX0" fmla="*/ 288567 w 1811701"/>
              <a:gd name="connsiteY0" fmla="*/ 419258 h 1761835"/>
              <a:gd name="connsiteX1" fmla="*/ 88590 w 1811701"/>
              <a:gd name="connsiteY1" fmla="*/ 810676 h 1761835"/>
              <a:gd name="connsiteX2" fmla="*/ 10243 w 1811701"/>
              <a:gd name="connsiteY2" fmla="*/ 1608288 h 1761835"/>
              <a:gd name="connsiteX3" fmla="*/ 306327 w 1811701"/>
              <a:gd name="connsiteY3" fmla="*/ 1761835 h 1761835"/>
              <a:gd name="connsiteX4" fmla="*/ 1666327 w 1811701"/>
              <a:gd name="connsiteY4" fmla="*/ 1711113 h 1761835"/>
              <a:gd name="connsiteX5" fmla="*/ 1685455 w 1811701"/>
              <a:gd name="connsiteY5" fmla="*/ 1162831 h 1761835"/>
              <a:gd name="connsiteX6" fmla="*/ 1306672 w 1811701"/>
              <a:gd name="connsiteY6" fmla="*/ 916817 h 1761835"/>
              <a:gd name="connsiteX7" fmla="*/ 1616888 w 1811701"/>
              <a:gd name="connsiteY7" fmla="*/ 396875 h 1761835"/>
              <a:gd name="connsiteX8" fmla="*/ 1373040 w 1811701"/>
              <a:gd name="connsiteY8" fmla="*/ 118574 h 1761835"/>
              <a:gd name="connsiteX9" fmla="*/ 895599 w 1811701"/>
              <a:gd name="connsiteY9" fmla="*/ 18960 h 1761835"/>
              <a:gd name="connsiteX10" fmla="*/ 288567 w 1811701"/>
              <a:gd name="connsiteY10" fmla="*/ 419258 h 1761835"/>
              <a:gd name="connsiteX0" fmla="*/ 288567 w 1811701"/>
              <a:gd name="connsiteY0" fmla="*/ 419258 h 1761835"/>
              <a:gd name="connsiteX1" fmla="*/ 88590 w 1811701"/>
              <a:gd name="connsiteY1" fmla="*/ 810676 h 1761835"/>
              <a:gd name="connsiteX2" fmla="*/ 10243 w 1811701"/>
              <a:gd name="connsiteY2" fmla="*/ 1608288 h 1761835"/>
              <a:gd name="connsiteX3" fmla="*/ 306327 w 1811701"/>
              <a:gd name="connsiteY3" fmla="*/ 1761835 h 1761835"/>
              <a:gd name="connsiteX4" fmla="*/ 1666327 w 1811701"/>
              <a:gd name="connsiteY4" fmla="*/ 1711113 h 1761835"/>
              <a:gd name="connsiteX5" fmla="*/ 1685455 w 1811701"/>
              <a:gd name="connsiteY5" fmla="*/ 1162831 h 1761835"/>
              <a:gd name="connsiteX6" fmla="*/ 1306672 w 1811701"/>
              <a:gd name="connsiteY6" fmla="*/ 916817 h 1761835"/>
              <a:gd name="connsiteX7" fmla="*/ 1584814 w 1811701"/>
              <a:gd name="connsiteY7" fmla="*/ 510012 h 1761835"/>
              <a:gd name="connsiteX8" fmla="*/ 1373040 w 1811701"/>
              <a:gd name="connsiteY8" fmla="*/ 118574 h 1761835"/>
              <a:gd name="connsiteX9" fmla="*/ 895599 w 1811701"/>
              <a:gd name="connsiteY9" fmla="*/ 18960 h 1761835"/>
              <a:gd name="connsiteX10" fmla="*/ 288567 w 1811701"/>
              <a:gd name="connsiteY10" fmla="*/ 419258 h 1761835"/>
              <a:gd name="connsiteX0" fmla="*/ 288567 w 1770444"/>
              <a:gd name="connsiteY0" fmla="*/ 419258 h 1761835"/>
              <a:gd name="connsiteX1" fmla="*/ 88590 w 1770444"/>
              <a:gd name="connsiteY1" fmla="*/ 810676 h 1761835"/>
              <a:gd name="connsiteX2" fmla="*/ 10243 w 1770444"/>
              <a:gd name="connsiteY2" fmla="*/ 1608288 h 1761835"/>
              <a:gd name="connsiteX3" fmla="*/ 306327 w 1770444"/>
              <a:gd name="connsiteY3" fmla="*/ 1761835 h 1761835"/>
              <a:gd name="connsiteX4" fmla="*/ 1666327 w 1770444"/>
              <a:gd name="connsiteY4" fmla="*/ 1711113 h 1761835"/>
              <a:gd name="connsiteX5" fmla="*/ 1589229 w 1770444"/>
              <a:gd name="connsiteY5" fmla="*/ 1176973 h 1761835"/>
              <a:gd name="connsiteX6" fmla="*/ 1306672 w 1770444"/>
              <a:gd name="connsiteY6" fmla="*/ 916817 h 1761835"/>
              <a:gd name="connsiteX7" fmla="*/ 1584814 w 1770444"/>
              <a:gd name="connsiteY7" fmla="*/ 510012 h 1761835"/>
              <a:gd name="connsiteX8" fmla="*/ 1373040 w 1770444"/>
              <a:gd name="connsiteY8" fmla="*/ 118574 h 1761835"/>
              <a:gd name="connsiteX9" fmla="*/ 895599 w 1770444"/>
              <a:gd name="connsiteY9" fmla="*/ 18960 h 1761835"/>
              <a:gd name="connsiteX10" fmla="*/ 288567 w 1770444"/>
              <a:gd name="connsiteY10" fmla="*/ 419258 h 1761835"/>
              <a:gd name="connsiteX0" fmla="*/ 288567 w 1592514"/>
              <a:gd name="connsiteY0" fmla="*/ 419258 h 1863058"/>
              <a:gd name="connsiteX1" fmla="*/ 88590 w 1592514"/>
              <a:gd name="connsiteY1" fmla="*/ 810676 h 1863058"/>
              <a:gd name="connsiteX2" fmla="*/ 10243 w 1592514"/>
              <a:gd name="connsiteY2" fmla="*/ 1608288 h 1863058"/>
              <a:gd name="connsiteX3" fmla="*/ 306327 w 1592514"/>
              <a:gd name="connsiteY3" fmla="*/ 1761835 h 1863058"/>
              <a:gd name="connsiteX4" fmla="*/ 1377650 w 1592514"/>
              <a:gd name="connsiteY4" fmla="*/ 1838393 h 1863058"/>
              <a:gd name="connsiteX5" fmla="*/ 1589229 w 1592514"/>
              <a:gd name="connsiteY5" fmla="*/ 1176973 h 1863058"/>
              <a:gd name="connsiteX6" fmla="*/ 1306672 w 1592514"/>
              <a:gd name="connsiteY6" fmla="*/ 916817 h 1863058"/>
              <a:gd name="connsiteX7" fmla="*/ 1584814 w 1592514"/>
              <a:gd name="connsiteY7" fmla="*/ 510012 h 1863058"/>
              <a:gd name="connsiteX8" fmla="*/ 1373040 w 1592514"/>
              <a:gd name="connsiteY8" fmla="*/ 118574 h 1863058"/>
              <a:gd name="connsiteX9" fmla="*/ 895599 w 1592514"/>
              <a:gd name="connsiteY9" fmla="*/ 18960 h 1863058"/>
              <a:gd name="connsiteX10" fmla="*/ 288567 w 1592514"/>
              <a:gd name="connsiteY10" fmla="*/ 419258 h 1863058"/>
              <a:gd name="connsiteX0" fmla="*/ 421322 w 1594935"/>
              <a:gd name="connsiteY0" fmla="*/ 616342 h 1876292"/>
              <a:gd name="connsiteX1" fmla="*/ 91011 w 1594935"/>
              <a:gd name="connsiteY1" fmla="*/ 823910 h 1876292"/>
              <a:gd name="connsiteX2" fmla="*/ 12664 w 1594935"/>
              <a:gd name="connsiteY2" fmla="*/ 1621522 h 1876292"/>
              <a:gd name="connsiteX3" fmla="*/ 308748 w 1594935"/>
              <a:gd name="connsiteY3" fmla="*/ 1775069 h 1876292"/>
              <a:gd name="connsiteX4" fmla="*/ 1380071 w 1594935"/>
              <a:gd name="connsiteY4" fmla="*/ 1851627 h 1876292"/>
              <a:gd name="connsiteX5" fmla="*/ 1591650 w 1594935"/>
              <a:gd name="connsiteY5" fmla="*/ 1190207 h 1876292"/>
              <a:gd name="connsiteX6" fmla="*/ 1309093 w 1594935"/>
              <a:gd name="connsiteY6" fmla="*/ 930051 h 1876292"/>
              <a:gd name="connsiteX7" fmla="*/ 1587235 w 1594935"/>
              <a:gd name="connsiteY7" fmla="*/ 523246 h 1876292"/>
              <a:gd name="connsiteX8" fmla="*/ 1375461 w 1594935"/>
              <a:gd name="connsiteY8" fmla="*/ 131808 h 1876292"/>
              <a:gd name="connsiteX9" fmla="*/ 898020 w 1594935"/>
              <a:gd name="connsiteY9" fmla="*/ 32194 h 1876292"/>
              <a:gd name="connsiteX10" fmla="*/ 421322 w 1594935"/>
              <a:gd name="connsiteY10" fmla="*/ 616342 h 1876292"/>
              <a:gd name="connsiteX0" fmla="*/ 413257 w 1586870"/>
              <a:gd name="connsiteY0" fmla="*/ 616342 h 1876292"/>
              <a:gd name="connsiteX1" fmla="*/ 140873 w 1586870"/>
              <a:gd name="connsiteY1" fmla="*/ 993617 h 1876292"/>
              <a:gd name="connsiteX2" fmla="*/ 4599 w 1586870"/>
              <a:gd name="connsiteY2" fmla="*/ 1621522 h 1876292"/>
              <a:gd name="connsiteX3" fmla="*/ 300683 w 1586870"/>
              <a:gd name="connsiteY3" fmla="*/ 1775069 h 1876292"/>
              <a:gd name="connsiteX4" fmla="*/ 1372006 w 1586870"/>
              <a:gd name="connsiteY4" fmla="*/ 1851627 h 1876292"/>
              <a:gd name="connsiteX5" fmla="*/ 1583585 w 1586870"/>
              <a:gd name="connsiteY5" fmla="*/ 1190207 h 1876292"/>
              <a:gd name="connsiteX6" fmla="*/ 1301028 w 1586870"/>
              <a:gd name="connsiteY6" fmla="*/ 930051 h 1876292"/>
              <a:gd name="connsiteX7" fmla="*/ 1579170 w 1586870"/>
              <a:gd name="connsiteY7" fmla="*/ 523246 h 1876292"/>
              <a:gd name="connsiteX8" fmla="*/ 1367396 w 1586870"/>
              <a:gd name="connsiteY8" fmla="*/ 131808 h 1876292"/>
              <a:gd name="connsiteX9" fmla="*/ 889955 w 1586870"/>
              <a:gd name="connsiteY9" fmla="*/ 32194 h 1876292"/>
              <a:gd name="connsiteX10" fmla="*/ 413257 w 1586870"/>
              <a:gd name="connsiteY10" fmla="*/ 616342 h 1876292"/>
              <a:gd name="connsiteX0" fmla="*/ 284962 w 1458575"/>
              <a:gd name="connsiteY0" fmla="*/ 616342 h 1908017"/>
              <a:gd name="connsiteX1" fmla="*/ 12578 w 1458575"/>
              <a:gd name="connsiteY1" fmla="*/ 993617 h 1908017"/>
              <a:gd name="connsiteX2" fmla="*/ 172388 w 1458575"/>
              <a:gd name="connsiteY2" fmla="*/ 1775069 h 1908017"/>
              <a:gd name="connsiteX3" fmla="*/ 1243711 w 1458575"/>
              <a:gd name="connsiteY3" fmla="*/ 1851627 h 1908017"/>
              <a:gd name="connsiteX4" fmla="*/ 1455290 w 1458575"/>
              <a:gd name="connsiteY4" fmla="*/ 1190207 h 1908017"/>
              <a:gd name="connsiteX5" fmla="*/ 1172733 w 1458575"/>
              <a:gd name="connsiteY5" fmla="*/ 930051 h 1908017"/>
              <a:gd name="connsiteX6" fmla="*/ 1450875 w 1458575"/>
              <a:gd name="connsiteY6" fmla="*/ 523246 h 1908017"/>
              <a:gd name="connsiteX7" fmla="*/ 1239101 w 1458575"/>
              <a:gd name="connsiteY7" fmla="*/ 131808 h 1908017"/>
              <a:gd name="connsiteX8" fmla="*/ 761660 w 1458575"/>
              <a:gd name="connsiteY8" fmla="*/ 32194 h 1908017"/>
              <a:gd name="connsiteX9" fmla="*/ 284962 w 1458575"/>
              <a:gd name="connsiteY9" fmla="*/ 616342 h 1908017"/>
              <a:gd name="connsiteX0" fmla="*/ 343858 w 1519131"/>
              <a:gd name="connsiteY0" fmla="*/ 616342 h 1885036"/>
              <a:gd name="connsiteX1" fmla="*/ 71474 w 1519131"/>
              <a:gd name="connsiteY1" fmla="*/ 993617 h 1885036"/>
              <a:gd name="connsiteX2" fmla="*/ 115432 w 1519131"/>
              <a:gd name="connsiteY2" fmla="*/ 1704358 h 1885036"/>
              <a:gd name="connsiteX3" fmla="*/ 1302607 w 1519131"/>
              <a:gd name="connsiteY3" fmla="*/ 1851627 h 1885036"/>
              <a:gd name="connsiteX4" fmla="*/ 1514186 w 1519131"/>
              <a:gd name="connsiteY4" fmla="*/ 1190207 h 1885036"/>
              <a:gd name="connsiteX5" fmla="*/ 1231629 w 1519131"/>
              <a:gd name="connsiteY5" fmla="*/ 930051 h 1885036"/>
              <a:gd name="connsiteX6" fmla="*/ 1509771 w 1519131"/>
              <a:gd name="connsiteY6" fmla="*/ 523246 h 1885036"/>
              <a:gd name="connsiteX7" fmla="*/ 1297997 w 1519131"/>
              <a:gd name="connsiteY7" fmla="*/ 131808 h 1885036"/>
              <a:gd name="connsiteX8" fmla="*/ 820556 w 1519131"/>
              <a:gd name="connsiteY8" fmla="*/ 32194 h 1885036"/>
              <a:gd name="connsiteX9" fmla="*/ 343858 w 1519131"/>
              <a:gd name="connsiteY9" fmla="*/ 616342 h 1885036"/>
              <a:gd name="connsiteX0" fmla="*/ 343858 w 1549812"/>
              <a:gd name="connsiteY0" fmla="*/ 616342 h 1800235"/>
              <a:gd name="connsiteX1" fmla="*/ 71474 w 1549812"/>
              <a:gd name="connsiteY1" fmla="*/ 993617 h 1800235"/>
              <a:gd name="connsiteX2" fmla="*/ 115432 w 1549812"/>
              <a:gd name="connsiteY2" fmla="*/ 1704358 h 1800235"/>
              <a:gd name="connsiteX3" fmla="*/ 1389496 w 1549812"/>
              <a:gd name="connsiteY3" fmla="*/ 1724347 h 1800235"/>
              <a:gd name="connsiteX4" fmla="*/ 1514186 w 1549812"/>
              <a:gd name="connsiteY4" fmla="*/ 1190207 h 1800235"/>
              <a:gd name="connsiteX5" fmla="*/ 1231629 w 1549812"/>
              <a:gd name="connsiteY5" fmla="*/ 930051 h 1800235"/>
              <a:gd name="connsiteX6" fmla="*/ 1509771 w 1549812"/>
              <a:gd name="connsiteY6" fmla="*/ 523246 h 1800235"/>
              <a:gd name="connsiteX7" fmla="*/ 1297997 w 1549812"/>
              <a:gd name="connsiteY7" fmla="*/ 131808 h 1800235"/>
              <a:gd name="connsiteX8" fmla="*/ 820556 w 1549812"/>
              <a:gd name="connsiteY8" fmla="*/ 32194 h 1800235"/>
              <a:gd name="connsiteX9" fmla="*/ 343858 w 1549812"/>
              <a:gd name="connsiteY9" fmla="*/ 616342 h 1800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49812" h="1800235">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Freeform 417">
            <a:extLst>
              <a:ext uri="{FF2B5EF4-FFF2-40B4-BE49-F238E27FC236}">
                <a16:creationId xmlns="" xmlns:a16="http://schemas.microsoft.com/office/drawing/2014/main" id="{86D46BE4-B0DC-6447-9B19-4A15963D6107}"/>
              </a:ext>
            </a:extLst>
          </p:cNvPr>
          <p:cNvSpPr>
            <a:spLocks/>
          </p:cNvSpPr>
          <p:nvPr/>
        </p:nvSpPr>
        <p:spPr bwMode="auto">
          <a:xfrm>
            <a:off x="7274076" y="1826035"/>
            <a:ext cx="1736725" cy="1317704"/>
          </a:xfrm>
          <a:custGeom>
            <a:avLst/>
            <a:gdLst>
              <a:gd name="T0" fmla="*/ 2147483646 w 1036"/>
              <a:gd name="T1" fmla="*/ 2147483646 h 675"/>
              <a:gd name="T2" fmla="*/ 2147483646 w 1036"/>
              <a:gd name="T3" fmla="*/ 2147483646 h 675"/>
              <a:gd name="T4" fmla="*/ 2147483646 w 1036"/>
              <a:gd name="T5" fmla="*/ 2147483646 h 675"/>
              <a:gd name="T6" fmla="*/ 2147483646 w 1036"/>
              <a:gd name="T7" fmla="*/ 2147483646 h 675"/>
              <a:gd name="T8" fmla="*/ 2147483646 w 1036"/>
              <a:gd name="T9" fmla="*/ 2147483646 h 675"/>
              <a:gd name="T10" fmla="*/ 2147483646 w 1036"/>
              <a:gd name="T11" fmla="*/ 2147483646 h 675"/>
              <a:gd name="T12" fmla="*/ 2147483646 w 1036"/>
              <a:gd name="T13" fmla="*/ 2147483646 h 675"/>
              <a:gd name="T14" fmla="*/ 2147483646 w 1036"/>
              <a:gd name="T15" fmla="*/ 2147483646 h 675"/>
              <a:gd name="T16" fmla="*/ 2147483646 w 1036"/>
              <a:gd name="T17" fmla="*/ 2147483646 h 675"/>
              <a:gd name="T18" fmla="*/ 2147483646 w 1036"/>
              <a:gd name="T19" fmla="*/ 2147483646 h 675"/>
              <a:gd name="T20" fmla="*/ 2147483646 w 1036"/>
              <a:gd name="T21" fmla="*/ 2147483646 h 675"/>
              <a:gd name="T22" fmla="*/ 2147483646 w 1036"/>
              <a:gd name="T23" fmla="*/ 2147483646 h 675"/>
              <a:gd name="T24" fmla="*/ 2147483646 w 1036"/>
              <a:gd name="T25" fmla="*/ 2147483646 h 675"/>
              <a:gd name="T26" fmla="*/ 2147483646 w 1036"/>
              <a:gd name="T27" fmla="*/ 2147483646 h 675"/>
              <a:gd name="T28" fmla="*/ 2147483646 w 1036"/>
              <a:gd name="T29" fmla="*/ 2147483646 h 675"/>
              <a:gd name="T30" fmla="*/ 2147483646 w 1036"/>
              <a:gd name="T31" fmla="*/ 2147483646 h 675"/>
              <a:gd name="T32" fmla="*/ 2147483646 w 1036"/>
              <a:gd name="T33" fmla="*/ 2147483646 h 675"/>
              <a:gd name="T34" fmla="*/ 2147483646 w 1036"/>
              <a:gd name="T35" fmla="*/ 2147483646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2" name="Group 418">
            <a:extLst>
              <a:ext uri="{FF2B5EF4-FFF2-40B4-BE49-F238E27FC236}">
                <a16:creationId xmlns="" xmlns:a16="http://schemas.microsoft.com/office/drawing/2014/main" id="{B6EA0447-3C72-2546-A182-B18B3204742F}"/>
              </a:ext>
            </a:extLst>
          </p:cNvPr>
          <p:cNvGrpSpPr>
            <a:grpSpLocks/>
          </p:cNvGrpSpPr>
          <p:nvPr/>
        </p:nvGrpSpPr>
        <p:grpSpPr bwMode="auto">
          <a:xfrm>
            <a:off x="7205350" y="3289251"/>
            <a:ext cx="1458912" cy="933450"/>
            <a:chOff x="2889" y="1631"/>
            <a:chExt cx="980" cy="743"/>
          </a:xfrm>
        </p:grpSpPr>
        <p:sp>
          <p:nvSpPr>
            <p:cNvPr id="13" name="Rectangle 419">
              <a:extLst>
                <a:ext uri="{FF2B5EF4-FFF2-40B4-BE49-F238E27FC236}">
                  <a16:creationId xmlns="" xmlns:a16="http://schemas.microsoft.com/office/drawing/2014/main" id="{BE021C30-4F59-6844-AF0D-B5AB853A3B1C}"/>
                </a:ext>
              </a:extLst>
            </p:cNvPr>
            <p:cNvSpPr>
              <a:spLocks noChangeArrowheads="1"/>
            </p:cNvSpPr>
            <p:nvPr/>
          </p:nvSpPr>
          <p:spPr bwMode="auto">
            <a:xfrm>
              <a:off x="3046" y="1841"/>
              <a:ext cx="663" cy="533"/>
            </a:xfrm>
            <a:prstGeom prst="rect">
              <a:avLst/>
            </a:prstGeom>
            <a:solidFill>
              <a:srgbClr val="9CDF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4" name="AutoShape 420">
              <a:extLst>
                <a:ext uri="{FF2B5EF4-FFF2-40B4-BE49-F238E27FC236}">
                  <a16:creationId xmlns="" xmlns:a16="http://schemas.microsoft.com/office/drawing/2014/main" id="{27AA7BFA-EEE4-4140-B9E6-23FEE52ACCEA}"/>
                </a:ext>
              </a:extLst>
            </p:cNvPr>
            <p:cNvSpPr>
              <a:spLocks noChangeArrowheads="1"/>
            </p:cNvSpPr>
            <p:nvPr/>
          </p:nvSpPr>
          <p:spPr bwMode="auto">
            <a:xfrm>
              <a:off x="2889" y="1631"/>
              <a:ext cx="980" cy="253"/>
            </a:xfrm>
            <a:prstGeom prst="triangle">
              <a:avLst>
                <a:gd name="adj" fmla="val 50000"/>
              </a:avLst>
            </a:prstGeom>
            <a:solidFill>
              <a:srgbClr val="9CDF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CC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15" name="Freeform 427">
            <a:extLst>
              <a:ext uri="{FF2B5EF4-FFF2-40B4-BE49-F238E27FC236}">
                <a16:creationId xmlns="" xmlns:a16="http://schemas.microsoft.com/office/drawing/2014/main" id="{50383F63-A1BE-EE40-9A4A-9521B5B39A87}"/>
              </a:ext>
            </a:extLst>
          </p:cNvPr>
          <p:cNvSpPr>
            <a:spLocks/>
          </p:cNvSpPr>
          <p:nvPr/>
        </p:nvSpPr>
        <p:spPr bwMode="auto">
          <a:xfrm>
            <a:off x="7712401" y="4683134"/>
            <a:ext cx="3079750" cy="1665288"/>
          </a:xfrm>
          <a:custGeom>
            <a:avLst/>
            <a:gdLst>
              <a:gd name="T0" fmla="*/ 2147483646 w 1940"/>
              <a:gd name="T1" fmla="*/ 2147483646 h 1049"/>
              <a:gd name="T2" fmla="*/ 2147483646 w 1940"/>
              <a:gd name="T3" fmla="*/ 2147483646 h 1049"/>
              <a:gd name="T4" fmla="*/ 2147483646 w 1940"/>
              <a:gd name="T5" fmla="*/ 2147483646 h 1049"/>
              <a:gd name="T6" fmla="*/ 2147483646 w 1940"/>
              <a:gd name="T7" fmla="*/ 2147483646 h 1049"/>
              <a:gd name="T8" fmla="*/ 2147483646 w 1940"/>
              <a:gd name="T9" fmla="*/ 2147483646 h 1049"/>
              <a:gd name="T10" fmla="*/ 2147483646 w 1940"/>
              <a:gd name="T11" fmla="*/ 2147483646 h 1049"/>
              <a:gd name="T12" fmla="*/ 2147483646 w 1940"/>
              <a:gd name="T13" fmla="*/ 2147483646 h 1049"/>
              <a:gd name="T14" fmla="*/ 2147483646 w 1940"/>
              <a:gd name="T15" fmla="*/ 2147483646 h 1049"/>
              <a:gd name="T16" fmla="*/ 2147483646 w 1940"/>
              <a:gd name="T17" fmla="*/ 2147483646 h 1049"/>
              <a:gd name="T18" fmla="*/ 2147483646 w 1940"/>
              <a:gd name="T19" fmla="*/ 2147483646 h 1049"/>
              <a:gd name="T20" fmla="*/ 2147483646 w 1940"/>
              <a:gd name="T21" fmla="*/ 2147483646 h 1049"/>
              <a:gd name="T22" fmla="*/ 2147483646 w 1940"/>
              <a:gd name="T23" fmla="*/ 2147483646 h 1049"/>
              <a:gd name="T24" fmla="*/ 2147483646 w 1940"/>
              <a:gd name="T25" fmla="*/ 2147483646 h 1049"/>
              <a:gd name="T26" fmla="*/ 2147483646 w 1940"/>
              <a:gd name="T27" fmla="*/ 2147483646 h 1049"/>
              <a:gd name="T28" fmla="*/ 2147483646 w 1940"/>
              <a:gd name="T29" fmla="*/ 2147483646 h 1049"/>
              <a:gd name="T30" fmla="*/ 2147483646 w 1940"/>
              <a:gd name="T31" fmla="*/ 2147483646 h 10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40"/>
              <a:gd name="T49" fmla="*/ 0 h 1049"/>
              <a:gd name="T50" fmla="*/ 1940 w 1940"/>
              <a:gd name="T51" fmla="*/ 1049 h 104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40" h="1049">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Box 580">
            <a:extLst>
              <a:ext uri="{FF2B5EF4-FFF2-40B4-BE49-F238E27FC236}">
                <a16:creationId xmlns="" xmlns:a16="http://schemas.microsoft.com/office/drawing/2014/main" id="{68F39DC6-82AA-494B-BF8C-3328A3504C38}"/>
              </a:ext>
            </a:extLst>
          </p:cNvPr>
          <p:cNvSpPr txBox="1">
            <a:spLocks noChangeArrowheads="1"/>
          </p:cNvSpPr>
          <p:nvPr/>
        </p:nvSpPr>
        <p:spPr bwMode="auto">
          <a:xfrm>
            <a:off x="7679274" y="1488461"/>
            <a:ext cx="133940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Calibri" panose="020F0502020204030204"/>
                <a:ea typeface="MS PGothic" panose="020B0600070205080204" pitchFamily="34" charset="-128"/>
                <a:cs typeface="Arial" panose="020B0604020202020204" pitchFamily="34" charset="0"/>
              </a:rPr>
              <a:t>mobile network</a:t>
            </a:r>
          </a:p>
        </p:txBody>
      </p:sp>
      <p:sp>
        <p:nvSpPr>
          <p:cNvPr id="17" name="Text Box 580">
            <a:extLst>
              <a:ext uri="{FF2B5EF4-FFF2-40B4-BE49-F238E27FC236}">
                <a16:creationId xmlns="" xmlns:a16="http://schemas.microsoft.com/office/drawing/2014/main" id="{4FAF1075-A726-A74C-A102-E55EF3041A0B}"/>
              </a:ext>
            </a:extLst>
          </p:cNvPr>
          <p:cNvSpPr txBox="1">
            <a:spLocks noChangeArrowheads="1"/>
          </p:cNvSpPr>
          <p:nvPr/>
        </p:nvSpPr>
        <p:spPr bwMode="auto">
          <a:xfrm>
            <a:off x="7330835" y="4191922"/>
            <a:ext cx="1955646" cy="268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Calibri" panose="020F0502020204030204"/>
                <a:ea typeface="MS PGothic" panose="020B0600070205080204" pitchFamily="34" charset="-128"/>
                <a:cs typeface="Arial" panose="020B0604020202020204" pitchFamily="34" charset="0"/>
              </a:rPr>
              <a:t>home network</a:t>
            </a:r>
          </a:p>
        </p:txBody>
      </p:sp>
      <p:sp>
        <p:nvSpPr>
          <p:cNvPr id="19" name="Text Box 580">
            <a:extLst>
              <a:ext uri="{FF2B5EF4-FFF2-40B4-BE49-F238E27FC236}">
                <a16:creationId xmlns="" xmlns:a16="http://schemas.microsoft.com/office/drawing/2014/main" id="{18D63BA9-A80C-3C4E-951E-EC3E6277A653}"/>
              </a:ext>
            </a:extLst>
          </p:cNvPr>
          <p:cNvSpPr txBox="1">
            <a:spLocks noChangeArrowheads="1"/>
          </p:cNvSpPr>
          <p:nvPr/>
        </p:nvSpPr>
        <p:spPr bwMode="auto">
          <a:xfrm>
            <a:off x="7306908" y="5779775"/>
            <a:ext cx="1195135" cy="44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Calibri" panose="020F0502020204030204"/>
                <a:ea typeface="MS PGothic" panose="020B0600070205080204" pitchFamily="34" charset="-128"/>
                <a:cs typeface="Arial" panose="020B0604020202020204" pitchFamily="34" charset="0"/>
              </a:rPr>
              <a:t>enterprise</a:t>
            </a:r>
          </a:p>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Calibri" panose="020F0502020204030204"/>
                <a:ea typeface="MS PGothic" panose="020B0600070205080204" pitchFamily="34" charset="-128"/>
                <a:cs typeface="Arial" panose="020B0604020202020204" pitchFamily="34" charset="0"/>
              </a:rPr>
              <a:t>          network</a:t>
            </a:r>
          </a:p>
        </p:txBody>
      </p:sp>
      <p:sp>
        <p:nvSpPr>
          <p:cNvPr id="20" name="Freeform 19">
            <a:extLst>
              <a:ext uri="{FF2B5EF4-FFF2-40B4-BE49-F238E27FC236}">
                <a16:creationId xmlns="" xmlns:a16="http://schemas.microsoft.com/office/drawing/2014/main" id="{21C1BA4F-9694-604C-B41C-E527BFD0B4FC}"/>
              </a:ext>
            </a:extLst>
          </p:cNvPr>
          <p:cNvSpPr/>
          <p:nvPr/>
        </p:nvSpPr>
        <p:spPr>
          <a:xfrm>
            <a:off x="10222146" y="3179540"/>
            <a:ext cx="1273167" cy="1935748"/>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60355 w 1534770"/>
              <a:gd name="connsiteY0" fmla="*/ 553225 h 1800672"/>
              <a:gd name="connsiteX1" fmla="*/ 3 w 1534770"/>
              <a:gd name="connsiteY1" fmla="*/ 958784 h 1800672"/>
              <a:gd name="connsiteX2" fmla="*/ 367657 w 1534770"/>
              <a:gd name="connsiteY2" fmla="*/ 1526890 h 1800672"/>
              <a:gd name="connsiteX3" fmla="*/ 1186523 w 1534770"/>
              <a:gd name="connsiteY3" fmla="*/ 1794234 h 1800672"/>
              <a:gd name="connsiteX4" fmla="*/ 1520754 w 1534770"/>
              <a:gd name="connsiteY4" fmla="*/ 1276255 h 1800672"/>
              <a:gd name="connsiteX5" fmla="*/ 1468513 w 1534770"/>
              <a:gd name="connsiteY5" fmla="*/ 691440 h 1800672"/>
              <a:gd name="connsiteX6" fmla="*/ 1435794 w 1534770"/>
              <a:gd name="connsiteY6" fmla="*/ 107761 h 1800672"/>
              <a:gd name="connsiteX7" fmla="*/ 839087 w 1534770"/>
              <a:gd name="connsiteY7" fmla="*/ 39789 h 1800672"/>
              <a:gd name="connsiteX8" fmla="*/ 360355 w 1534770"/>
              <a:gd name="connsiteY8" fmla="*/ 553225 h 1800672"/>
              <a:gd name="connsiteX0" fmla="*/ 360355 w 1580585"/>
              <a:gd name="connsiteY0" fmla="*/ 553225 h 1880420"/>
              <a:gd name="connsiteX1" fmla="*/ 3 w 1580585"/>
              <a:gd name="connsiteY1" fmla="*/ 958784 h 1880420"/>
              <a:gd name="connsiteX2" fmla="*/ 367657 w 1580585"/>
              <a:gd name="connsiteY2" fmla="*/ 1526890 h 1880420"/>
              <a:gd name="connsiteX3" fmla="*/ 1186523 w 1580585"/>
              <a:gd name="connsiteY3" fmla="*/ 1794234 h 1880420"/>
              <a:gd name="connsiteX4" fmla="*/ 1570188 w 1580585"/>
              <a:gd name="connsiteY4" fmla="*/ 1785433 h 1880420"/>
              <a:gd name="connsiteX5" fmla="*/ 1468513 w 1580585"/>
              <a:gd name="connsiteY5" fmla="*/ 691440 h 1880420"/>
              <a:gd name="connsiteX6" fmla="*/ 1435794 w 1580585"/>
              <a:gd name="connsiteY6" fmla="*/ 107761 h 1880420"/>
              <a:gd name="connsiteX7" fmla="*/ 839087 w 1580585"/>
              <a:gd name="connsiteY7" fmla="*/ 39789 h 1880420"/>
              <a:gd name="connsiteX8" fmla="*/ 360355 w 1580585"/>
              <a:gd name="connsiteY8" fmla="*/ 553225 h 1880420"/>
              <a:gd name="connsiteX0" fmla="*/ 316588 w 1580732"/>
              <a:gd name="connsiteY0" fmla="*/ 359285 h 1867156"/>
              <a:gd name="connsiteX1" fmla="*/ 150 w 1580732"/>
              <a:gd name="connsiteY1" fmla="*/ 945520 h 1867156"/>
              <a:gd name="connsiteX2" fmla="*/ 367804 w 1580732"/>
              <a:gd name="connsiteY2" fmla="*/ 1513626 h 1867156"/>
              <a:gd name="connsiteX3" fmla="*/ 1186670 w 1580732"/>
              <a:gd name="connsiteY3" fmla="*/ 1780970 h 1867156"/>
              <a:gd name="connsiteX4" fmla="*/ 1570335 w 1580732"/>
              <a:gd name="connsiteY4" fmla="*/ 1772169 h 1867156"/>
              <a:gd name="connsiteX5" fmla="*/ 1468660 w 1580732"/>
              <a:gd name="connsiteY5" fmla="*/ 678176 h 1867156"/>
              <a:gd name="connsiteX6" fmla="*/ 1435941 w 1580732"/>
              <a:gd name="connsiteY6" fmla="*/ 94497 h 1867156"/>
              <a:gd name="connsiteX7" fmla="*/ 839234 w 1580732"/>
              <a:gd name="connsiteY7" fmla="*/ 26525 h 1867156"/>
              <a:gd name="connsiteX8" fmla="*/ 316588 w 1580732"/>
              <a:gd name="connsiteY8" fmla="*/ 359285 h 1867156"/>
              <a:gd name="connsiteX0" fmla="*/ 163575 w 1427719"/>
              <a:gd name="connsiteY0" fmla="*/ 359285 h 1867156"/>
              <a:gd name="connsiteX1" fmla="*/ 836 w 1427719"/>
              <a:gd name="connsiteY1" fmla="*/ 1076921 h 1867156"/>
              <a:gd name="connsiteX2" fmla="*/ 214791 w 1427719"/>
              <a:gd name="connsiteY2" fmla="*/ 1513626 h 1867156"/>
              <a:gd name="connsiteX3" fmla="*/ 1033657 w 1427719"/>
              <a:gd name="connsiteY3" fmla="*/ 1780970 h 1867156"/>
              <a:gd name="connsiteX4" fmla="*/ 1417322 w 1427719"/>
              <a:gd name="connsiteY4" fmla="*/ 1772169 h 1867156"/>
              <a:gd name="connsiteX5" fmla="*/ 1315647 w 1427719"/>
              <a:gd name="connsiteY5" fmla="*/ 678176 h 1867156"/>
              <a:gd name="connsiteX6" fmla="*/ 1282928 w 1427719"/>
              <a:gd name="connsiteY6" fmla="*/ 94497 h 1867156"/>
              <a:gd name="connsiteX7" fmla="*/ 686221 w 1427719"/>
              <a:gd name="connsiteY7" fmla="*/ 26525 h 1867156"/>
              <a:gd name="connsiteX8" fmla="*/ 163575 w 1427719"/>
              <a:gd name="connsiteY8" fmla="*/ 359285 h 1867156"/>
              <a:gd name="connsiteX0" fmla="*/ 163575 w 1426632"/>
              <a:gd name="connsiteY0" fmla="*/ 394322 h 1902193"/>
              <a:gd name="connsiteX1" fmla="*/ 836 w 1426632"/>
              <a:gd name="connsiteY1" fmla="*/ 1111958 h 1902193"/>
              <a:gd name="connsiteX2" fmla="*/ 214791 w 1426632"/>
              <a:gd name="connsiteY2" fmla="*/ 1548663 h 1902193"/>
              <a:gd name="connsiteX3" fmla="*/ 1033657 w 1426632"/>
              <a:gd name="connsiteY3" fmla="*/ 1816007 h 1902193"/>
              <a:gd name="connsiteX4" fmla="*/ 1417322 w 1426632"/>
              <a:gd name="connsiteY4" fmla="*/ 1807206 h 1902193"/>
              <a:gd name="connsiteX5" fmla="*/ 1315647 w 1426632"/>
              <a:gd name="connsiteY5" fmla="*/ 713213 h 1902193"/>
              <a:gd name="connsiteX6" fmla="*/ 1401843 w 1426632"/>
              <a:gd name="connsiteY6" fmla="*/ 63834 h 1902193"/>
              <a:gd name="connsiteX7" fmla="*/ 686221 w 1426632"/>
              <a:gd name="connsiteY7" fmla="*/ 61562 h 1902193"/>
              <a:gd name="connsiteX8" fmla="*/ 163575 w 1426632"/>
              <a:gd name="connsiteY8" fmla="*/ 394322 h 1902193"/>
              <a:gd name="connsiteX0" fmla="*/ 163575 w 1435249"/>
              <a:gd name="connsiteY0" fmla="*/ 394322 h 1885560"/>
              <a:gd name="connsiteX1" fmla="*/ 836 w 1435249"/>
              <a:gd name="connsiteY1" fmla="*/ 1111958 h 1885560"/>
              <a:gd name="connsiteX2" fmla="*/ 214791 w 1435249"/>
              <a:gd name="connsiteY2" fmla="*/ 1548663 h 1885560"/>
              <a:gd name="connsiteX3" fmla="*/ 1033657 w 1435249"/>
              <a:gd name="connsiteY3" fmla="*/ 1816007 h 1885560"/>
              <a:gd name="connsiteX4" fmla="*/ 1417322 w 1435249"/>
              <a:gd name="connsiteY4" fmla="*/ 1807206 h 1885560"/>
              <a:gd name="connsiteX5" fmla="*/ 1375103 w 1435249"/>
              <a:gd name="connsiteY5" fmla="*/ 943164 h 1885560"/>
              <a:gd name="connsiteX6" fmla="*/ 1401843 w 1435249"/>
              <a:gd name="connsiteY6" fmla="*/ 63834 h 1885560"/>
              <a:gd name="connsiteX7" fmla="*/ 686221 w 1435249"/>
              <a:gd name="connsiteY7" fmla="*/ 61562 h 1885560"/>
              <a:gd name="connsiteX8" fmla="*/ 163575 w 1435249"/>
              <a:gd name="connsiteY8" fmla="*/ 394322 h 1885560"/>
              <a:gd name="connsiteX0" fmla="*/ 128947 w 1438213"/>
              <a:gd name="connsiteY0" fmla="*/ 345176 h 1883146"/>
              <a:gd name="connsiteX1" fmla="*/ 3802 w 1438213"/>
              <a:gd name="connsiteY1" fmla="*/ 1109544 h 1883146"/>
              <a:gd name="connsiteX2" fmla="*/ 217757 w 1438213"/>
              <a:gd name="connsiteY2" fmla="*/ 1546249 h 1883146"/>
              <a:gd name="connsiteX3" fmla="*/ 1036623 w 1438213"/>
              <a:gd name="connsiteY3" fmla="*/ 1813593 h 1883146"/>
              <a:gd name="connsiteX4" fmla="*/ 1420288 w 1438213"/>
              <a:gd name="connsiteY4" fmla="*/ 1804792 h 1883146"/>
              <a:gd name="connsiteX5" fmla="*/ 1378069 w 1438213"/>
              <a:gd name="connsiteY5" fmla="*/ 940750 h 1883146"/>
              <a:gd name="connsiteX6" fmla="*/ 1404809 w 1438213"/>
              <a:gd name="connsiteY6" fmla="*/ 61420 h 1883146"/>
              <a:gd name="connsiteX7" fmla="*/ 689187 w 1438213"/>
              <a:gd name="connsiteY7" fmla="*/ 59148 h 1883146"/>
              <a:gd name="connsiteX8" fmla="*/ 128947 w 1438213"/>
              <a:gd name="connsiteY8" fmla="*/ 345176 h 1883146"/>
              <a:gd name="connsiteX0" fmla="*/ 126587 w 1435854"/>
              <a:gd name="connsiteY0" fmla="*/ 353278 h 1891248"/>
              <a:gd name="connsiteX1" fmla="*/ 1442 w 1435854"/>
              <a:gd name="connsiteY1" fmla="*/ 1117646 h 1891248"/>
              <a:gd name="connsiteX2" fmla="*/ 215397 w 1435854"/>
              <a:gd name="connsiteY2" fmla="*/ 1554351 h 1891248"/>
              <a:gd name="connsiteX3" fmla="*/ 1034263 w 1435854"/>
              <a:gd name="connsiteY3" fmla="*/ 1821695 h 1891248"/>
              <a:gd name="connsiteX4" fmla="*/ 1417928 w 1435854"/>
              <a:gd name="connsiteY4" fmla="*/ 1812894 h 1891248"/>
              <a:gd name="connsiteX5" fmla="*/ 1375709 w 1435854"/>
              <a:gd name="connsiteY5" fmla="*/ 948852 h 1891248"/>
              <a:gd name="connsiteX6" fmla="*/ 1402449 w 1435854"/>
              <a:gd name="connsiteY6" fmla="*/ 69522 h 1891248"/>
              <a:gd name="connsiteX7" fmla="*/ 221605 w 1435854"/>
              <a:gd name="connsiteY7" fmla="*/ 47778 h 1891248"/>
              <a:gd name="connsiteX8" fmla="*/ 126587 w 1435854"/>
              <a:gd name="connsiteY8" fmla="*/ 353278 h 1891248"/>
              <a:gd name="connsiteX0" fmla="*/ 35803 w 1453152"/>
              <a:gd name="connsiteY0" fmla="*/ 439993 h 1896181"/>
              <a:gd name="connsiteX1" fmla="*/ 18740 w 1453152"/>
              <a:gd name="connsiteY1" fmla="*/ 1122579 h 1896181"/>
              <a:gd name="connsiteX2" fmla="*/ 232695 w 1453152"/>
              <a:gd name="connsiteY2" fmla="*/ 1559284 h 1896181"/>
              <a:gd name="connsiteX3" fmla="*/ 1051561 w 1453152"/>
              <a:gd name="connsiteY3" fmla="*/ 1826628 h 1896181"/>
              <a:gd name="connsiteX4" fmla="*/ 1435226 w 1453152"/>
              <a:gd name="connsiteY4" fmla="*/ 1817827 h 1896181"/>
              <a:gd name="connsiteX5" fmla="*/ 1393007 w 1453152"/>
              <a:gd name="connsiteY5" fmla="*/ 953785 h 1896181"/>
              <a:gd name="connsiteX6" fmla="*/ 1419747 w 1453152"/>
              <a:gd name="connsiteY6" fmla="*/ 74455 h 1896181"/>
              <a:gd name="connsiteX7" fmla="*/ 238903 w 1453152"/>
              <a:gd name="connsiteY7" fmla="*/ 52711 h 1896181"/>
              <a:gd name="connsiteX8" fmla="*/ 35803 w 1453152"/>
              <a:gd name="connsiteY8" fmla="*/ 439993 h 1896181"/>
              <a:gd name="connsiteX0" fmla="*/ 35803 w 1447873"/>
              <a:gd name="connsiteY0" fmla="*/ 439993 h 1952840"/>
              <a:gd name="connsiteX1" fmla="*/ 18740 w 1447873"/>
              <a:gd name="connsiteY1" fmla="*/ 1122579 h 1952840"/>
              <a:gd name="connsiteX2" fmla="*/ 232695 w 1447873"/>
              <a:gd name="connsiteY2" fmla="*/ 1559284 h 1952840"/>
              <a:gd name="connsiteX3" fmla="*/ 1130848 w 1447873"/>
              <a:gd name="connsiteY3" fmla="*/ 1925181 h 1952840"/>
              <a:gd name="connsiteX4" fmla="*/ 1435226 w 1447873"/>
              <a:gd name="connsiteY4" fmla="*/ 1817827 h 1952840"/>
              <a:gd name="connsiteX5" fmla="*/ 1393007 w 1447873"/>
              <a:gd name="connsiteY5" fmla="*/ 953785 h 1952840"/>
              <a:gd name="connsiteX6" fmla="*/ 1419747 w 1447873"/>
              <a:gd name="connsiteY6" fmla="*/ 74455 h 1952840"/>
              <a:gd name="connsiteX7" fmla="*/ 238903 w 1447873"/>
              <a:gd name="connsiteY7" fmla="*/ 52711 h 1952840"/>
              <a:gd name="connsiteX8" fmla="*/ 35803 w 1447873"/>
              <a:gd name="connsiteY8" fmla="*/ 439993 h 1952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47873" h="1952840">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flip="none" rotWithShape="1">
            <a:gsLst>
              <a:gs pos="0">
                <a:srgbClr val="9CDFF9"/>
              </a:gs>
              <a:gs pos="100000">
                <a:schemeClr val="bg1"/>
              </a:gs>
              <a:gs pos="59000">
                <a:schemeClr val="accent5">
                  <a:lumMod val="20000"/>
                  <a:lumOff val="80000"/>
                </a:schemeClr>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21" name="Group 20">
            <a:extLst>
              <a:ext uri="{FF2B5EF4-FFF2-40B4-BE49-F238E27FC236}">
                <a16:creationId xmlns="" xmlns:a16="http://schemas.microsoft.com/office/drawing/2014/main" id="{09D929D7-3426-7545-8640-DC8E2ED95FB9}"/>
              </a:ext>
            </a:extLst>
          </p:cNvPr>
          <p:cNvGrpSpPr/>
          <p:nvPr/>
        </p:nvGrpSpPr>
        <p:grpSpPr>
          <a:xfrm>
            <a:off x="10837700" y="3928050"/>
            <a:ext cx="687393" cy="721548"/>
            <a:chOff x="5203089" y="1751190"/>
            <a:chExt cx="858331" cy="662414"/>
          </a:xfrm>
        </p:grpSpPr>
        <p:sp>
          <p:nvSpPr>
            <p:cNvPr id="22" name="Freeform 21">
              <a:extLst>
                <a:ext uri="{FF2B5EF4-FFF2-40B4-BE49-F238E27FC236}">
                  <a16:creationId xmlns="" xmlns:a16="http://schemas.microsoft.com/office/drawing/2014/main" id="{32949C6B-70A2-0C41-96B1-4A94F8B7F80B}"/>
                </a:ext>
              </a:extLst>
            </p:cNvPr>
            <p:cNvSpPr/>
            <p:nvPr/>
          </p:nvSpPr>
          <p:spPr>
            <a:xfrm>
              <a:off x="5536769" y="1751190"/>
              <a:ext cx="524651" cy="662124"/>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 name="connsiteX0" fmla="*/ 3618 w 651290"/>
                <a:gd name="connsiteY0" fmla="*/ 593378 h 593378"/>
                <a:gd name="connsiteX1" fmla="*/ 0 w 651290"/>
                <a:gd name="connsiteY1" fmla="*/ 242416 h 593378"/>
                <a:gd name="connsiteX2" fmla="*/ 423338 w 651290"/>
                <a:gd name="connsiteY2" fmla="*/ 101308 h 593378"/>
                <a:gd name="connsiteX3" fmla="*/ 647672 w 651290"/>
                <a:gd name="connsiteY3" fmla="*/ 0 h 593378"/>
                <a:gd name="connsiteX4" fmla="*/ 651290 w 651290"/>
                <a:gd name="connsiteY4" fmla="*/ 593378 h 593378"/>
                <a:gd name="connsiteX5" fmla="*/ 3618 w 651290"/>
                <a:gd name="connsiteY5" fmla="*/ 593378 h 593378"/>
                <a:gd name="connsiteX0" fmla="*/ 3618 w 651290"/>
                <a:gd name="connsiteY0" fmla="*/ 662124 h 662124"/>
                <a:gd name="connsiteX1" fmla="*/ 0 w 651290"/>
                <a:gd name="connsiteY1" fmla="*/ 311162 h 662124"/>
                <a:gd name="connsiteX2" fmla="*/ 376300 w 651290"/>
                <a:gd name="connsiteY2" fmla="*/ 0 h 662124"/>
                <a:gd name="connsiteX3" fmla="*/ 647672 w 651290"/>
                <a:gd name="connsiteY3" fmla="*/ 68746 h 662124"/>
                <a:gd name="connsiteX4" fmla="*/ 651290 w 651290"/>
                <a:gd name="connsiteY4" fmla="*/ 662124 h 662124"/>
                <a:gd name="connsiteX5" fmla="*/ 3618 w 651290"/>
                <a:gd name="connsiteY5" fmla="*/ 662124 h 662124"/>
                <a:gd name="connsiteX0" fmla="*/ 0 w 647672"/>
                <a:gd name="connsiteY0" fmla="*/ 662124 h 662124"/>
                <a:gd name="connsiteX1" fmla="*/ 123021 w 647672"/>
                <a:gd name="connsiteY1" fmla="*/ 83217 h 662124"/>
                <a:gd name="connsiteX2" fmla="*/ 372682 w 647672"/>
                <a:gd name="connsiteY2" fmla="*/ 0 h 662124"/>
                <a:gd name="connsiteX3" fmla="*/ 644054 w 647672"/>
                <a:gd name="connsiteY3" fmla="*/ 68746 h 662124"/>
                <a:gd name="connsiteX4" fmla="*/ 647672 w 647672"/>
                <a:gd name="connsiteY4" fmla="*/ 662124 h 662124"/>
                <a:gd name="connsiteX5" fmla="*/ 0 w 647672"/>
                <a:gd name="connsiteY5" fmla="*/ 662124 h 662124"/>
                <a:gd name="connsiteX0" fmla="*/ 7238 w 524651"/>
                <a:gd name="connsiteY0" fmla="*/ 669360 h 669360"/>
                <a:gd name="connsiteX1" fmla="*/ 0 w 524651"/>
                <a:gd name="connsiteY1" fmla="*/ 83217 h 669360"/>
                <a:gd name="connsiteX2" fmla="*/ 249661 w 524651"/>
                <a:gd name="connsiteY2" fmla="*/ 0 h 669360"/>
                <a:gd name="connsiteX3" fmla="*/ 521033 w 524651"/>
                <a:gd name="connsiteY3" fmla="*/ 68746 h 669360"/>
                <a:gd name="connsiteX4" fmla="*/ 524651 w 524651"/>
                <a:gd name="connsiteY4" fmla="*/ 662124 h 669360"/>
                <a:gd name="connsiteX5" fmla="*/ 7238 w 524651"/>
                <a:gd name="connsiteY5" fmla="*/ 669360 h 669360"/>
                <a:gd name="connsiteX0" fmla="*/ 438 w 528706"/>
                <a:gd name="connsiteY0" fmla="*/ 665742 h 665742"/>
                <a:gd name="connsiteX1" fmla="*/ 4055 w 528706"/>
                <a:gd name="connsiteY1" fmla="*/ 83217 h 665742"/>
                <a:gd name="connsiteX2" fmla="*/ 253716 w 528706"/>
                <a:gd name="connsiteY2" fmla="*/ 0 h 665742"/>
                <a:gd name="connsiteX3" fmla="*/ 525088 w 528706"/>
                <a:gd name="connsiteY3" fmla="*/ 68746 h 665742"/>
                <a:gd name="connsiteX4" fmla="*/ 528706 w 528706"/>
                <a:gd name="connsiteY4" fmla="*/ 662124 h 665742"/>
                <a:gd name="connsiteX5" fmla="*/ 438 w 528706"/>
                <a:gd name="connsiteY5" fmla="*/ 665742 h 665742"/>
                <a:gd name="connsiteX0" fmla="*/ 155 w 546514"/>
                <a:gd name="connsiteY0" fmla="*/ 662124 h 662124"/>
                <a:gd name="connsiteX1" fmla="*/ 21863 w 546514"/>
                <a:gd name="connsiteY1" fmla="*/ 83217 h 662124"/>
                <a:gd name="connsiteX2" fmla="*/ 271524 w 546514"/>
                <a:gd name="connsiteY2" fmla="*/ 0 h 662124"/>
                <a:gd name="connsiteX3" fmla="*/ 542896 w 546514"/>
                <a:gd name="connsiteY3" fmla="*/ 68746 h 662124"/>
                <a:gd name="connsiteX4" fmla="*/ 546514 w 546514"/>
                <a:gd name="connsiteY4" fmla="*/ 662124 h 662124"/>
                <a:gd name="connsiteX5" fmla="*/ 155 w 546514"/>
                <a:gd name="connsiteY5" fmla="*/ 662124 h 662124"/>
                <a:gd name="connsiteX0" fmla="*/ 10856 w 524651"/>
                <a:gd name="connsiteY0" fmla="*/ 658506 h 662124"/>
                <a:gd name="connsiteX1" fmla="*/ 0 w 524651"/>
                <a:gd name="connsiteY1" fmla="*/ 83217 h 662124"/>
                <a:gd name="connsiteX2" fmla="*/ 249661 w 524651"/>
                <a:gd name="connsiteY2" fmla="*/ 0 h 662124"/>
                <a:gd name="connsiteX3" fmla="*/ 521033 w 524651"/>
                <a:gd name="connsiteY3" fmla="*/ 68746 h 662124"/>
                <a:gd name="connsiteX4" fmla="*/ 524651 w 524651"/>
                <a:gd name="connsiteY4" fmla="*/ 662124 h 662124"/>
                <a:gd name="connsiteX5" fmla="*/ 10856 w 524651"/>
                <a:gd name="connsiteY5" fmla="*/ 658506 h 66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651" h="662124">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w="12700">
              <a:solidFill>
                <a:srgbClr val="0000A8"/>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Freeform 22">
              <a:extLst>
                <a:ext uri="{FF2B5EF4-FFF2-40B4-BE49-F238E27FC236}">
                  <a16:creationId xmlns="" xmlns:a16="http://schemas.microsoft.com/office/drawing/2014/main" id="{6A42A8C1-0A52-8944-BCD0-7C3E1000F6A9}"/>
                </a:ext>
              </a:extLst>
            </p:cNvPr>
            <p:cNvSpPr/>
            <p:nvPr/>
          </p:nvSpPr>
          <p:spPr>
            <a:xfrm>
              <a:off x="5203089" y="1921244"/>
              <a:ext cx="651290" cy="492070"/>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290" h="492070">
                  <a:moveTo>
                    <a:pt x="3618" y="492070"/>
                  </a:moveTo>
                  <a:lnTo>
                    <a:pt x="0" y="141108"/>
                  </a:lnTo>
                  <a:lnTo>
                    <a:pt x="423338" y="0"/>
                  </a:lnTo>
                  <a:lnTo>
                    <a:pt x="647672" y="57891"/>
                  </a:lnTo>
                  <a:lnTo>
                    <a:pt x="651290" y="492070"/>
                  </a:lnTo>
                  <a:lnTo>
                    <a:pt x="3618" y="492070"/>
                  </a:lnTo>
                  <a:close/>
                </a:path>
              </a:pathLst>
            </a:custGeom>
            <a:solidFill>
              <a:srgbClr val="E0EBF1"/>
            </a:solidFill>
            <a:ln w="12700">
              <a:solidFill>
                <a:srgbClr val="0000A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4" name="Straight Connector 23">
              <a:extLst>
                <a:ext uri="{FF2B5EF4-FFF2-40B4-BE49-F238E27FC236}">
                  <a16:creationId xmlns="" xmlns:a16="http://schemas.microsoft.com/office/drawing/2014/main" id="{3801E422-A8CB-5D4B-8A53-10BB1CC241B4}"/>
                </a:ext>
              </a:extLst>
            </p:cNvPr>
            <p:cNvCxnSpPr/>
            <p:nvPr/>
          </p:nvCxnSpPr>
          <p:spPr>
            <a:xfrm flipV="1">
              <a:off x="5270526" y="2029553"/>
              <a:ext cx="295249" cy="73468"/>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 xmlns:a16="http://schemas.microsoft.com/office/drawing/2014/main" id="{9A70776E-060B-774C-AF87-577276BCDEDB}"/>
                </a:ext>
              </a:extLst>
            </p:cNvPr>
            <p:cNvCxnSpPr/>
            <p:nvPr/>
          </p:nvCxnSpPr>
          <p:spPr>
            <a:xfrm flipV="1">
              <a:off x="5275406" y="2261710"/>
              <a:ext cx="290369" cy="1675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 xmlns:a16="http://schemas.microsoft.com/office/drawing/2014/main" id="{04F15741-4E5D-2C40-AA55-B8A92FB5641B}"/>
                </a:ext>
              </a:extLst>
            </p:cNvPr>
            <p:cNvCxnSpPr/>
            <p:nvPr/>
          </p:nvCxnSpPr>
          <p:spPr>
            <a:xfrm flipV="1">
              <a:off x="5275406" y="2151772"/>
              <a:ext cx="290369" cy="4840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 xmlns:a16="http://schemas.microsoft.com/office/drawing/2014/main" id="{CC116124-6B0D-0A48-9748-70E0EE10E0B8}"/>
                </a:ext>
              </a:extLst>
            </p:cNvPr>
            <p:cNvCxnSpPr/>
            <p:nvPr/>
          </p:nvCxnSpPr>
          <p:spPr>
            <a:xfrm>
              <a:off x="5270094" y="2354086"/>
              <a:ext cx="295681" cy="0"/>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 xmlns:a16="http://schemas.microsoft.com/office/drawing/2014/main" id="{41A80C21-FB20-4F42-A016-94A2E068D917}"/>
                </a:ext>
              </a:extLst>
            </p:cNvPr>
            <p:cNvCxnSpPr/>
            <p:nvPr/>
          </p:nvCxnSpPr>
          <p:spPr>
            <a:xfrm flipV="1">
              <a:off x="5950242" y="1866900"/>
              <a:ext cx="0" cy="465273"/>
            </a:xfrm>
            <a:prstGeom prst="line">
              <a:avLst/>
            </a:prstGeom>
            <a:ln w="44450">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 xmlns:a16="http://schemas.microsoft.com/office/drawing/2014/main" id="{D96746B7-2DA8-C14F-A27C-643C5FAB1AF2}"/>
                </a:ext>
              </a:extLst>
            </p:cNvPr>
            <p:cNvCxnSpPr/>
            <p:nvPr/>
          </p:nvCxnSpPr>
          <p:spPr>
            <a:xfrm>
              <a:off x="5628589" y="1936750"/>
              <a:ext cx="0" cy="476854"/>
            </a:xfrm>
            <a:prstGeom prst="line">
              <a:avLst/>
            </a:prstGeom>
            <a:ln w="15875">
              <a:solidFill>
                <a:srgbClr val="0000A8"/>
              </a:solidFill>
            </a:ln>
            <a:effectLst/>
          </p:spPr>
          <p:style>
            <a:lnRef idx="2">
              <a:schemeClr val="accent1"/>
            </a:lnRef>
            <a:fillRef idx="0">
              <a:schemeClr val="accent1"/>
            </a:fillRef>
            <a:effectRef idx="1">
              <a:schemeClr val="accent1"/>
            </a:effectRef>
            <a:fontRef idx="minor">
              <a:schemeClr val="tx1"/>
            </a:fontRef>
          </p:style>
        </p:cxnSp>
      </p:grpSp>
      <p:grpSp>
        <p:nvGrpSpPr>
          <p:cNvPr id="30" name="Group 29">
            <a:extLst>
              <a:ext uri="{FF2B5EF4-FFF2-40B4-BE49-F238E27FC236}">
                <a16:creationId xmlns="" xmlns:a16="http://schemas.microsoft.com/office/drawing/2014/main" id="{02066780-DE5E-6740-8BBA-01C995D1619B}"/>
              </a:ext>
            </a:extLst>
          </p:cNvPr>
          <p:cNvGrpSpPr/>
          <p:nvPr/>
        </p:nvGrpSpPr>
        <p:grpSpPr>
          <a:xfrm>
            <a:off x="10771171" y="3194171"/>
            <a:ext cx="594613" cy="648336"/>
            <a:chOff x="5203089" y="1751190"/>
            <a:chExt cx="858331" cy="662414"/>
          </a:xfrm>
        </p:grpSpPr>
        <p:sp>
          <p:nvSpPr>
            <p:cNvPr id="31" name="Freeform 30">
              <a:extLst>
                <a:ext uri="{FF2B5EF4-FFF2-40B4-BE49-F238E27FC236}">
                  <a16:creationId xmlns="" xmlns:a16="http://schemas.microsoft.com/office/drawing/2014/main" id="{F49A9BF7-5D60-2C4D-AF1F-F5F5F46EB76B}"/>
                </a:ext>
              </a:extLst>
            </p:cNvPr>
            <p:cNvSpPr/>
            <p:nvPr/>
          </p:nvSpPr>
          <p:spPr>
            <a:xfrm>
              <a:off x="5536769" y="1751190"/>
              <a:ext cx="524651" cy="662124"/>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 name="connsiteX0" fmla="*/ 3618 w 651290"/>
                <a:gd name="connsiteY0" fmla="*/ 593378 h 593378"/>
                <a:gd name="connsiteX1" fmla="*/ 0 w 651290"/>
                <a:gd name="connsiteY1" fmla="*/ 242416 h 593378"/>
                <a:gd name="connsiteX2" fmla="*/ 423338 w 651290"/>
                <a:gd name="connsiteY2" fmla="*/ 101308 h 593378"/>
                <a:gd name="connsiteX3" fmla="*/ 647672 w 651290"/>
                <a:gd name="connsiteY3" fmla="*/ 0 h 593378"/>
                <a:gd name="connsiteX4" fmla="*/ 651290 w 651290"/>
                <a:gd name="connsiteY4" fmla="*/ 593378 h 593378"/>
                <a:gd name="connsiteX5" fmla="*/ 3618 w 651290"/>
                <a:gd name="connsiteY5" fmla="*/ 593378 h 593378"/>
                <a:gd name="connsiteX0" fmla="*/ 3618 w 651290"/>
                <a:gd name="connsiteY0" fmla="*/ 662124 h 662124"/>
                <a:gd name="connsiteX1" fmla="*/ 0 w 651290"/>
                <a:gd name="connsiteY1" fmla="*/ 311162 h 662124"/>
                <a:gd name="connsiteX2" fmla="*/ 376300 w 651290"/>
                <a:gd name="connsiteY2" fmla="*/ 0 h 662124"/>
                <a:gd name="connsiteX3" fmla="*/ 647672 w 651290"/>
                <a:gd name="connsiteY3" fmla="*/ 68746 h 662124"/>
                <a:gd name="connsiteX4" fmla="*/ 651290 w 651290"/>
                <a:gd name="connsiteY4" fmla="*/ 662124 h 662124"/>
                <a:gd name="connsiteX5" fmla="*/ 3618 w 651290"/>
                <a:gd name="connsiteY5" fmla="*/ 662124 h 662124"/>
                <a:gd name="connsiteX0" fmla="*/ 0 w 647672"/>
                <a:gd name="connsiteY0" fmla="*/ 662124 h 662124"/>
                <a:gd name="connsiteX1" fmla="*/ 123021 w 647672"/>
                <a:gd name="connsiteY1" fmla="*/ 83217 h 662124"/>
                <a:gd name="connsiteX2" fmla="*/ 372682 w 647672"/>
                <a:gd name="connsiteY2" fmla="*/ 0 h 662124"/>
                <a:gd name="connsiteX3" fmla="*/ 644054 w 647672"/>
                <a:gd name="connsiteY3" fmla="*/ 68746 h 662124"/>
                <a:gd name="connsiteX4" fmla="*/ 647672 w 647672"/>
                <a:gd name="connsiteY4" fmla="*/ 662124 h 662124"/>
                <a:gd name="connsiteX5" fmla="*/ 0 w 647672"/>
                <a:gd name="connsiteY5" fmla="*/ 662124 h 662124"/>
                <a:gd name="connsiteX0" fmla="*/ 7238 w 524651"/>
                <a:gd name="connsiteY0" fmla="*/ 669360 h 669360"/>
                <a:gd name="connsiteX1" fmla="*/ 0 w 524651"/>
                <a:gd name="connsiteY1" fmla="*/ 83217 h 669360"/>
                <a:gd name="connsiteX2" fmla="*/ 249661 w 524651"/>
                <a:gd name="connsiteY2" fmla="*/ 0 h 669360"/>
                <a:gd name="connsiteX3" fmla="*/ 521033 w 524651"/>
                <a:gd name="connsiteY3" fmla="*/ 68746 h 669360"/>
                <a:gd name="connsiteX4" fmla="*/ 524651 w 524651"/>
                <a:gd name="connsiteY4" fmla="*/ 662124 h 669360"/>
                <a:gd name="connsiteX5" fmla="*/ 7238 w 524651"/>
                <a:gd name="connsiteY5" fmla="*/ 669360 h 669360"/>
                <a:gd name="connsiteX0" fmla="*/ 438 w 528706"/>
                <a:gd name="connsiteY0" fmla="*/ 665742 h 665742"/>
                <a:gd name="connsiteX1" fmla="*/ 4055 w 528706"/>
                <a:gd name="connsiteY1" fmla="*/ 83217 h 665742"/>
                <a:gd name="connsiteX2" fmla="*/ 253716 w 528706"/>
                <a:gd name="connsiteY2" fmla="*/ 0 h 665742"/>
                <a:gd name="connsiteX3" fmla="*/ 525088 w 528706"/>
                <a:gd name="connsiteY3" fmla="*/ 68746 h 665742"/>
                <a:gd name="connsiteX4" fmla="*/ 528706 w 528706"/>
                <a:gd name="connsiteY4" fmla="*/ 662124 h 665742"/>
                <a:gd name="connsiteX5" fmla="*/ 438 w 528706"/>
                <a:gd name="connsiteY5" fmla="*/ 665742 h 665742"/>
                <a:gd name="connsiteX0" fmla="*/ 155 w 546514"/>
                <a:gd name="connsiteY0" fmla="*/ 662124 h 662124"/>
                <a:gd name="connsiteX1" fmla="*/ 21863 w 546514"/>
                <a:gd name="connsiteY1" fmla="*/ 83217 h 662124"/>
                <a:gd name="connsiteX2" fmla="*/ 271524 w 546514"/>
                <a:gd name="connsiteY2" fmla="*/ 0 h 662124"/>
                <a:gd name="connsiteX3" fmla="*/ 542896 w 546514"/>
                <a:gd name="connsiteY3" fmla="*/ 68746 h 662124"/>
                <a:gd name="connsiteX4" fmla="*/ 546514 w 546514"/>
                <a:gd name="connsiteY4" fmla="*/ 662124 h 662124"/>
                <a:gd name="connsiteX5" fmla="*/ 155 w 546514"/>
                <a:gd name="connsiteY5" fmla="*/ 662124 h 662124"/>
                <a:gd name="connsiteX0" fmla="*/ 10856 w 524651"/>
                <a:gd name="connsiteY0" fmla="*/ 658506 h 662124"/>
                <a:gd name="connsiteX1" fmla="*/ 0 w 524651"/>
                <a:gd name="connsiteY1" fmla="*/ 83217 h 662124"/>
                <a:gd name="connsiteX2" fmla="*/ 249661 w 524651"/>
                <a:gd name="connsiteY2" fmla="*/ 0 h 662124"/>
                <a:gd name="connsiteX3" fmla="*/ 521033 w 524651"/>
                <a:gd name="connsiteY3" fmla="*/ 68746 h 662124"/>
                <a:gd name="connsiteX4" fmla="*/ 524651 w 524651"/>
                <a:gd name="connsiteY4" fmla="*/ 662124 h 662124"/>
                <a:gd name="connsiteX5" fmla="*/ 10856 w 524651"/>
                <a:gd name="connsiteY5" fmla="*/ 658506 h 66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651" h="662124">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w="12700">
              <a:solidFill>
                <a:srgbClr val="0000A8"/>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Freeform 31">
              <a:extLst>
                <a:ext uri="{FF2B5EF4-FFF2-40B4-BE49-F238E27FC236}">
                  <a16:creationId xmlns="" xmlns:a16="http://schemas.microsoft.com/office/drawing/2014/main" id="{F8935E55-D83F-F74C-A0C3-358E8FF3E7CE}"/>
                </a:ext>
              </a:extLst>
            </p:cNvPr>
            <p:cNvSpPr/>
            <p:nvPr/>
          </p:nvSpPr>
          <p:spPr>
            <a:xfrm>
              <a:off x="5203089" y="1921244"/>
              <a:ext cx="651290" cy="492070"/>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290" h="492070">
                  <a:moveTo>
                    <a:pt x="3618" y="492070"/>
                  </a:moveTo>
                  <a:lnTo>
                    <a:pt x="0" y="141108"/>
                  </a:lnTo>
                  <a:lnTo>
                    <a:pt x="423338" y="0"/>
                  </a:lnTo>
                  <a:lnTo>
                    <a:pt x="647672" y="57891"/>
                  </a:lnTo>
                  <a:lnTo>
                    <a:pt x="651290" y="492070"/>
                  </a:lnTo>
                  <a:lnTo>
                    <a:pt x="3618" y="492070"/>
                  </a:lnTo>
                  <a:close/>
                </a:path>
              </a:pathLst>
            </a:custGeom>
            <a:solidFill>
              <a:srgbClr val="E0EBF1"/>
            </a:solidFill>
            <a:ln w="12700">
              <a:solidFill>
                <a:srgbClr val="0000A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3" name="Straight Connector 32">
              <a:extLst>
                <a:ext uri="{FF2B5EF4-FFF2-40B4-BE49-F238E27FC236}">
                  <a16:creationId xmlns="" xmlns:a16="http://schemas.microsoft.com/office/drawing/2014/main" id="{3FFB49DC-1122-2D42-9C83-51C0E0469DF6}"/>
                </a:ext>
              </a:extLst>
            </p:cNvPr>
            <p:cNvCxnSpPr/>
            <p:nvPr/>
          </p:nvCxnSpPr>
          <p:spPr>
            <a:xfrm flipV="1">
              <a:off x="5270526" y="2029553"/>
              <a:ext cx="295249" cy="73468"/>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 xmlns:a16="http://schemas.microsoft.com/office/drawing/2014/main" id="{FB4DFA1B-BDC0-0547-BA3C-F5988DF09577}"/>
                </a:ext>
              </a:extLst>
            </p:cNvPr>
            <p:cNvCxnSpPr/>
            <p:nvPr/>
          </p:nvCxnSpPr>
          <p:spPr>
            <a:xfrm flipV="1">
              <a:off x="5275406" y="2261710"/>
              <a:ext cx="290369" cy="1675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 xmlns:a16="http://schemas.microsoft.com/office/drawing/2014/main" id="{734898AC-622F-264A-9A7D-E5817715A6AD}"/>
                </a:ext>
              </a:extLst>
            </p:cNvPr>
            <p:cNvCxnSpPr/>
            <p:nvPr/>
          </p:nvCxnSpPr>
          <p:spPr>
            <a:xfrm flipV="1">
              <a:off x="5275406" y="2151772"/>
              <a:ext cx="290369" cy="4840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 xmlns:a16="http://schemas.microsoft.com/office/drawing/2014/main" id="{B01C8AF5-125A-4746-96BD-BF09BC7DDE9B}"/>
                </a:ext>
              </a:extLst>
            </p:cNvPr>
            <p:cNvCxnSpPr/>
            <p:nvPr/>
          </p:nvCxnSpPr>
          <p:spPr>
            <a:xfrm>
              <a:off x="5270094" y="2354086"/>
              <a:ext cx="295681" cy="0"/>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 xmlns:a16="http://schemas.microsoft.com/office/drawing/2014/main" id="{53662089-AD1C-A64B-9B48-0369C502239D}"/>
                </a:ext>
              </a:extLst>
            </p:cNvPr>
            <p:cNvCxnSpPr/>
            <p:nvPr/>
          </p:nvCxnSpPr>
          <p:spPr>
            <a:xfrm flipV="1">
              <a:off x="5950242" y="1866900"/>
              <a:ext cx="0" cy="465273"/>
            </a:xfrm>
            <a:prstGeom prst="line">
              <a:avLst/>
            </a:prstGeom>
            <a:ln w="44450">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 xmlns:a16="http://schemas.microsoft.com/office/drawing/2014/main" id="{B0D9A8F3-9F56-D642-96B2-51A352E9864D}"/>
                </a:ext>
              </a:extLst>
            </p:cNvPr>
            <p:cNvCxnSpPr/>
            <p:nvPr/>
          </p:nvCxnSpPr>
          <p:spPr>
            <a:xfrm>
              <a:off x="5628589" y="1936750"/>
              <a:ext cx="0" cy="476854"/>
            </a:xfrm>
            <a:prstGeom prst="line">
              <a:avLst/>
            </a:prstGeom>
            <a:ln w="15875">
              <a:solidFill>
                <a:srgbClr val="0000A8"/>
              </a:solidFill>
            </a:ln>
            <a:effectLst/>
          </p:spPr>
          <p:style>
            <a:lnRef idx="2">
              <a:schemeClr val="accent1"/>
            </a:lnRef>
            <a:fillRef idx="0">
              <a:schemeClr val="accent1"/>
            </a:fillRef>
            <a:effectRef idx="1">
              <a:schemeClr val="accent1"/>
            </a:effectRef>
            <a:fontRef idx="minor">
              <a:schemeClr val="tx1"/>
            </a:fontRef>
          </p:style>
        </p:cxnSp>
      </p:grpSp>
      <p:sp>
        <p:nvSpPr>
          <p:cNvPr id="39" name="Freeform 38">
            <a:extLst>
              <a:ext uri="{FF2B5EF4-FFF2-40B4-BE49-F238E27FC236}">
                <a16:creationId xmlns="" xmlns:a16="http://schemas.microsoft.com/office/drawing/2014/main" id="{717B1C14-4D36-EF4F-A926-BBBD98456BEE}"/>
              </a:ext>
            </a:extLst>
          </p:cNvPr>
          <p:cNvSpPr/>
          <p:nvPr/>
        </p:nvSpPr>
        <p:spPr>
          <a:xfrm>
            <a:off x="9540813" y="1782042"/>
            <a:ext cx="1497864" cy="1386455"/>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60355 w 1494463"/>
              <a:gd name="connsiteY0" fmla="*/ 534641 h 1775651"/>
              <a:gd name="connsiteX1" fmla="*/ 3 w 1494463"/>
              <a:gd name="connsiteY1" fmla="*/ 940200 h 1775651"/>
              <a:gd name="connsiteX2" fmla="*/ 367657 w 1494463"/>
              <a:gd name="connsiteY2" fmla="*/ 1508306 h 1775651"/>
              <a:gd name="connsiteX3" fmla="*/ 1186523 w 1494463"/>
              <a:gd name="connsiteY3" fmla="*/ 1775650 h 1775651"/>
              <a:gd name="connsiteX4" fmla="*/ 1467465 w 1494463"/>
              <a:gd name="connsiteY4" fmla="*/ 1510813 h 1775651"/>
              <a:gd name="connsiteX5" fmla="*/ 1468513 w 1494463"/>
              <a:gd name="connsiteY5" fmla="*/ 672856 h 1775651"/>
              <a:gd name="connsiteX6" fmla="*/ 1336927 w 1494463"/>
              <a:gd name="connsiteY6" fmla="*/ 154877 h 1775651"/>
              <a:gd name="connsiteX7" fmla="*/ 839087 w 1494463"/>
              <a:gd name="connsiteY7" fmla="*/ 21205 h 1775651"/>
              <a:gd name="connsiteX8" fmla="*/ 360355 w 1494463"/>
              <a:gd name="connsiteY8" fmla="*/ 534641 h 1775651"/>
              <a:gd name="connsiteX0" fmla="*/ 360355 w 1491064"/>
              <a:gd name="connsiteY0" fmla="*/ 552327 h 1793337"/>
              <a:gd name="connsiteX1" fmla="*/ 3 w 1491064"/>
              <a:gd name="connsiteY1" fmla="*/ 957886 h 1793337"/>
              <a:gd name="connsiteX2" fmla="*/ 367657 w 1491064"/>
              <a:gd name="connsiteY2" fmla="*/ 1525992 h 1793337"/>
              <a:gd name="connsiteX3" fmla="*/ 1186523 w 1491064"/>
              <a:gd name="connsiteY3" fmla="*/ 1793336 h 1793337"/>
              <a:gd name="connsiteX4" fmla="*/ 1467465 w 1491064"/>
              <a:gd name="connsiteY4" fmla="*/ 1528499 h 1793337"/>
              <a:gd name="connsiteX5" fmla="*/ 1468513 w 1491064"/>
              <a:gd name="connsiteY5" fmla="*/ 690542 h 1793337"/>
              <a:gd name="connsiteX6" fmla="*/ 1407977 w 1491064"/>
              <a:gd name="connsiteY6" fmla="*/ 109278 h 1793337"/>
              <a:gd name="connsiteX7" fmla="*/ 839087 w 1491064"/>
              <a:gd name="connsiteY7" fmla="*/ 38891 h 1793337"/>
              <a:gd name="connsiteX8" fmla="*/ 360355 w 1491064"/>
              <a:gd name="connsiteY8" fmla="*/ 552327 h 1793337"/>
              <a:gd name="connsiteX0" fmla="*/ 360355 w 1502818"/>
              <a:gd name="connsiteY0" fmla="*/ 552327 h 1612281"/>
              <a:gd name="connsiteX1" fmla="*/ 3 w 1502818"/>
              <a:gd name="connsiteY1" fmla="*/ 957886 h 1612281"/>
              <a:gd name="connsiteX2" fmla="*/ 367657 w 1502818"/>
              <a:gd name="connsiteY2" fmla="*/ 1525992 h 1612281"/>
              <a:gd name="connsiteX3" fmla="*/ 1026659 w 1502818"/>
              <a:gd name="connsiteY3" fmla="*/ 1582385 h 1612281"/>
              <a:gd name="connsiteX4" fmla="*/ 1467465 w 1502818"/>
              <a:gd name="connsiteY4" fmla="*/ 1528499 h 1612281"/>
              <a:gd name="connsiteX5" fmla="*/ 1468513 w 1502818"/>
              <a:gd name="connsiteY5" fmla="*/ 690542 h 1612281"/>
              <a:gd name="connsiteX6" fmla="*/ 1407977 w 1502818"/>
              <a:gd name="connsiteY6" fmla="*/ 109278 h 1612281"/>
              <a:gd name="connsiteX7" fmla="*/ 839087 w 1502818"/>
              <a:gd name="connsiteY7" fmla="*/ 38891 h 1612281"/>
              <a:gd name="connsiteX8" fmla="*/ 360355 w 1502818"/>
              <a:gd name="connsiteY8" fmla="*/ 552327 h 1612281"/>
              <a:gd name="connsiteX0" fmla="*/ 360384 w 1502847"/>
              <a:gd name="connsiteY0" fmla="*/ 552327 h 1803602"/>
              <a:gd name="connsiteX1" fmla="*/ 32 w 1502847"/>
              <a:gd name="connsiteY1" fmla="*/ 957886 h 1803602"/>
              <a:gd name="connsiteX2" fmla="*/ 385448 w 1502847"/>
              <a:gd name="connsiteY2" fmla="*/ 1779134 h 1803602"/>
              <a:gd name="connsiteX3" fmla="*/ 1026688 w 1502847"/>
              <a:gd name="connsiteY3" fmla="*/ 1582385 h 1803602"/>
              <a:gd name="connsiteX4" fmla="*/ 1467494 w 1502847"/>
              <a:gd name="connsiteY4" fmla="*/ 1528499 h 1803602"/>
              <a:gd name="connsiteX5" fmla="*/ 1468542 w 1502847"/>
              <a:gd name="connsiteY5" fmla="*/ 690542 h 1803602"/>
              <a:gd name="connsiteX6" fmla="*/ 1408006 w 1502847"/>
              <a:gd name="connsiteY6" fmla="*/ 109278 h 1803602"/>
              <a:gd name="connsiteX7" fmla="*/ 839116 w 1502847"/>
              <a:gd name="connsiteY7" fmla="*/ 38891 h 1803602"/>
              <a:gd name="connsiteX8" fmla="*/ 360384 w 1502847"/>
              <a:gd name="connsiteY8" fmla="*/ 552327 h 1803602"/>
              <a:gd name="connsiteX0" fmla="*/ 360384 w 1502847"/>
              <a:gd name="connsiteY0" fmla="*/ 552327 h 1826319"/>
              <a:gd name="connsiteX1" fmla="*/ 32 w 1502847"/>
              <a:gd name="connsiteY1" fmla="*/ 957886 h 1826319"/>
              <a:gd name="connsiteX2" fmla="*/ 385448 w 1502847"/>
              <a:gd name="connsiteY2" fmla="*/ 1779134 h 1826319"/>
              <a:gd name="connsiteX3" fmla="*/ 1026688 w 1502847"/>
              <a:gd name="connsiteY3" fmla="*/ 1582385 h 1826319"/>
              <a:gd name="connsiteX4" fmla="*/ 1467494 w 1502847"/>
              <a:gd name="connsiteY4" fmla="*/ 1528499 h 1826319"/>
              <a:gd name="connsiteX5" fmla="*/ 1468542 w 1502847"/>
              <a:gd name="connsiteY5" fmla="*/ 690542 h 1826319"/>
              <a:gd name="connsiteX6" fmla="*/ 1408006 w 1502847"/>
              <a:gd name="connsiteY6" fmla="*/ 109278 h 1826319"/>
              <a:gd name="connsiteX7" fmla="*/ 839116 w 1502847"/>
              <a:gd name="connsiteY7" fmla="*/ 38891 h 1826319"/>
              <a:gd name="connsiteX8" fmla="*/ 360384 w 1502847"/>
              <a:gd name="connsiteY8" fmla="*/ 552327 h 1826319"/>
              <a:gd name="connsiteX0" fmla="*/ 289852 w 1503366"/>
              <a:gd name="connsiteY0" fmla="*/ 461730 h 1820101"/>
              <a:gd name="connsiteX1" fmla="*/ 551 w 1503366"/>
              <a:gd name="connsiteY1" fmla="*/ 951668 h 1820101"/>
              <a:gd name="connsiteX2" fmla="*/ 385967 w 1503366"/>
              <a:gd name="connsiteY2" fmla="*/ 1772916 h 1820101"/>
              <a:gd name="connsiteX3" fmla="*/ 1027207 w 1503366"/>
              <a:gd name="connsiteY3" fmla="*/ 1576167 h 1820101"/>
              <a:gd name="connsiteX4" fmla="*/ 1468013 w 1503366"/>
              <a:gd name="connsiteY4" fmla="*/ 1522281 h 1820101"/>
              <a:gd name="connsiteX5" fmla="*/ 1469061 w 1503366"/>
              <a:gd name="connsiteY5" fmla="*/ 684324 h 1820101"/>
              <a:gd name="connsiteX6" fmla="*/ 1408525 w 1503366"/>
              <a:gd name="connsiteY6" fmla="*/ 103060 h 1820101"/>
              <a:gd name="connsiteX7" fmla="*/ 839635 w 1503366"/>
              <a:gd name="connsiteY7" fmla="*/ 32673 h 1820101"/>
              <a:gd name="connsiteX8" fmla="*/ 289852 w 1503366"/>
              <a:gd name="connsiteY8" fmla="*/ 461730 h 1820101"/>
              <a:gd name="connsiteX0" fmla="*/ 293376 w 1506890"/>
              <a:gd name="connsiteY0" fmla="*/ 461730 h 1820101"/>
              <a:gd name="connsiteX1" fmla="*/ 4075 w 1506890"/>
              <a:gd name="connsiteY1" fmla="*/ 951668 h 1820101"/>
              <a:gd name="connsiteX2" fmla="*/ 389491 w 1506890"/>
              <a:gd name="connsiteY2" fmla="*/ 1772916 h 1820101"/>
              <a:gd name="connsiteX3" fmla="*/ 1030731 w 1506890"/>
              <a:gd name="connsiteY3" fmla="*/ 1576167 h 1820101"/>
              <a:gd name="connsiteX4" fmla="*/ 1471537 w 1506890"/>
              <a:gd name="connsiteY4" fmla="*/ 1522281 h 1820101"/>
              <a:gd name="connsiteX5" fmla="*/ 1472585 w 1506890"/>
              <a:gd name="connsiteY5" fmla="*/ 684324 h 1820101"/>
              <a:gd name="connsiteX6" fmla="*/ 1412049 w 1506890"/>
              <a:gd name="connsiteY6" fmla="*/ 103060 h 1820101"/>
              <a:gd name="connsiteX7" fmla="*/ 843159 w 1506890"/>
              <a:gd name="connsiteY7" fmla="*/ 32673 h 1820101"/>
              <a:gd name="connsiteX8" fmla="*/ 293376 w 1506890"/>
              <a:gd name="connsiteY8" fmla="*/ 461730 h 1820101"/>
              <a:gd name="connsiteX0" fmla="*/ 203955 w 1545103"/>
              <a:gd name="connsiteY0" fmla="*/ 206126 h 1802639"/>
              <a:gd name="connsiteX1" fmla="*/ 42288 w 1545103"/>
              <a:gd name="connsiteY1" fmla="*/ 934206 h 1802639"/>
              <a:gd name="connsiteX2" fmla="*/ 427704 w 1545103"/>
              <a:gd name="connsiteY2" fmla="*/ 1755454 h 1802639"/>
              <a:gd name="connsiteX3" fmla="*/ 1068944 w 1545103"/>
              <a:gd name="connsiteY3" fmla="*/ 1558705 h 1802639"/>
              <a:gd name="connsiteX4" fmla="*/ 1509750 w 1545103"/>
              <a:gd name="connsiteY4" fmla="*/ 1504819 h 1802639"/>
              <a:gd name="connsiteX5" fmla="*/ 1510798 w 1545103"/>
              <a:gd name="connsiteY5" fmla="*/ 666862 h 1802639"/>
              <a:gd name="connsiteX6" fmla="*/ 1450262 w 1545103"/>
              <a:gd name="connsiteY6" fmla="*/ 85598 h 1802639"/>
              <a:gd name="connsiteX7" fmla="*/ 881372 w 1545103"/>
              <a:gd name="connsiteY7" fmla="*/ 15211 h 1802639"/>
              <a:gd name="connsiteX8" fmla="*/ 203955 w 1545103"/>
              <a:gd name="connsiteY8" fmla="*/ 206126 h 1802639"/>
              <a:gd name="connsiteX0" fmla="*/ 147252 w 1634267"/>
              <a:gd name="connsiteY0" fmla="*/ 113266 h 1796376"/>
              <a:gd name="connsiteX1" fmla="*/ 131452 w 1634267"/>
              <a:gd name="connsiteY1" fmla="*/ 927943 h 1796376"/>
              <a:gd name="connsiteX2" fmla="*/ 516868 w 1634267"/>
              <a:gd name="connsiteY2" fmla="*/ 1749191 h 1796376"/>
              <a:gd name="connsiteX3" fmla="*/ 1158108 w 1634267"/>
              <a:gd name="connsiteY3" fmla="*/ 1552442 h 1796376"/>
              <a:gd name="connsiteX4" fmla="*/ 1598914 w 1634267"/>
              <a:gd name="connsiteY4" fmla="*/ 1498556 h 1796376"/>
              <a:gd name="connsiteX5" fmla="*/ 1599962 w 1634267"/>
              <a:gd name="connsiteY5" fmla="*/ 660599 h 1796376"/>
              <a:gd name="connsiteX6" fmla="*/ 1539426 w 1634267"/>
              <a:gd name="connsiteY6" fmla="*/ 79335 h 1796376"/>
              <a:gd name="connsiteX7" fmla="*/ 970536 w 1634267"/>
              <a:gd name="connsiteY7" fmla="*/ 8948 h 1796376"/>
              <a:gd name="connsiteX8" fmla="*/ 147252 w 1634267"/>
              <a:gd name="connsiteY8" fmla="*/ 113266 h 179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34267" h="1796376">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flip="none" rotWithShape="1">
            <a:gsLst>
              <a:gs pos="0">
                <a:srgbClr val="9CDFF9"/>
              </a:gs>
              <a:gs pos="100000">
                <a:schemeClr val="bg1"/>
              </a:gs>
              <a:gs pos="57000">
                <a:schemeClr val="accent5">
                  <a:lumMod val="20000"/>
                  <a:lumOff val="80000"/>
                </a:schemeClr>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TextBox 39">
            <a:extLst>
              <a:ext uri="{FF2B5EF4-FFF2-40B4-BE49-F238E27FC236}">
                <a16:creationId xmlns="" xmlns:a16="http://schemas.microsoft.com/office/drawing/2014/main" id="{E13F2107-1C9A-0C41-B24A-0671CC60D47A}"/>
              </a:ext>
            </a:extLst>
          </p:cNvPr>
          <p:cNvSpPr txBox="1"/>
          <p:nvPr/>
        </p:nvSpPr>
        <p:spPr>
          <a:xfrm>
            <a:off x="9427201" y="1851195"/>
            <a:ext cx="1725088" cy="286232"/>
          </a:xfrm>
          <a:prstGeom prst="rect">
            <a:avLst/>
          </a:prstGeom>
          <a:noFill/>
        </p:spPr>
        <p:txBody>
          <a:bodyPr wrap="non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national or global ISP</a:t>
            </a:r>
          </a:p>
        </p:txBody>
      </p:sp>
      <p:sp>
        <p:nvSpPr>
          <p:cNvPr id="41" name="Rectangle 40">
            <a:extLst>
              <a:ext uri="{FF2B5EF4-FFF2-40B4-BE49-F238E27FC236}">
                <a16:creationId xmlns="" xmlns:a16="http://schemas.microsoft.com/office/drawing/2014/main" id="{4E6D405D-F88D-A643-A8DA-87BCB5348C5C}"/>
              </a:ext>
            </a:extLst>
          </p:cNvPr>
          <p:cNvSpPr/>
          <p:nvPr/>
        </p:nvSpPr>
        <p:spPr>
          <a:xfrm>
            <a:off x="9279068" y="3677908"/>
            <a:ext cx="305749" cy="197847"/>
          </a:xfrm>
          <a:prstGeom prst="rect">
            <a:avLst/>
          </a:prstGeom>
          <a:solidFill>
            <a:srgbClr val="9CD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2" name="TextBox 41">
            <a:extLst>
              <a:ext uri="{FF2B5EF4-FFF2-40B4-BE49-F238E27FC236}">
                <a16:creationId xmlns="" xmlns:a16="http://schemas.microsoft.com/office/drawing/2014/main" id="{ED05228A-100C-D643-BB8E-545E51741FBA}"/>
              </a:ext>
            </a:extLst>
          </p:cNvPr>
          <p:cNvSpPr txBox="1"/>
          <p:nvPr/>
        </p:nvSpPr>
        <p:spPr>
          <a:xfrm>
            <a:off x="8766162" y="3447919"/>
            <a:ext cx="1040639" cy="480131"/>
          </a:xfrm>
          <a:prstGeom prst="rect">
            <a:avLst/>
          </a:prstGeom>
          <a:noFill/>
        </p:spPr>
        <p:txBody>
          <a:bodyPr wrap="squar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local or regional ISP</a:t>
            </a:r>
          </a:p>
        </p:txBody>
      </p:sp>
      <p:sp>
        <p:nvSpPr>
          <p:cNvPr id="43" name="TextBox 42">
            <a:extLst>
              <a:ext uri="{FF2B5EF4-FFF2-40B4-BE49-F238E27FC236}">
                <a16:creationId xmlns="" xmlns:a16="http://schemas.microsoft.com/office/drawing/2014/main" id="{795F625F-E4CA-A14C-BDB7-680FDFE6EE1F}"/>
              </a:ext>
            </a:extLst>
          </p:cNvPr>
          <p:cNvSpPr txBox="1"/>
          <p:nvPr/>
        </p:nvSpPr>
        <p:spPr>
          <a:xfrm>
            <a:off x="10917767" y="4677937"/>
            <a:ext cx="813043" cy="383182"/>
          </a:xfrm>
          <a:prstGeom prst="rect">
            <a:avLst/>
          </a:prstGeom>
          <a:noFill/>
        </p:spPr>
        <p:txBody>
          <a:bodyPr wrap="non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rPr>
              <a:t>datacenter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rPr>
              <a:t>network</a:t>
            </a:r>
          </a:p>
        </p:txBody>
      </p:sp>
      <p:sp>
        <p:nvSpPr>
          <p:cNvPr id="44" name="TextBox 43">
            <a:extLst>
              <a:ext uri="{FF2B5EF4-FFF2-40B4-BE49-F238E27FC236}">
                <a16:creationId xmlns="" xmlns:a16="http://schemas.microsoft.com/office/drawing/2014/main" id="{75188F4C-A928-8F4F-9205-FD6C4D77CC8D}"/>
              </a:ext>
            </a:extLst>
          </p:cNvPr>
          <p:cNvSpPr txBox="1"/>
          <p:nvPr/>
        </p:nvSpPr>
        <p:spPr>
          <a:xfrm>
            <a:off x="10063018" y="4228248"/>
            <a:ext cx="843051" cy="674031"/>
          </a:xfrm>
          <a:prstGeom prst="rect">
            <a:avLst/>
          </a:prstGeom>
          <a:noFill/>
        </p:spPr>
        <p:txBody>
          <a:bodyPr wrap="non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content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provider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network</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45" name="Straight Connector 44">
            <a:extLst>
              <a:ext uri="{FF2B5EF4-FFF2-40B4-BE49-F238E27FC236}">
                <a16:creationId xmlns="" xmlns:a16="http://schemas.microsoft.com/office/drawing/2014/main" id="{959284F2-2C3E-6B49-83BE-150EADA93824}"/>
              </a:ext>
            </a:extLst>
          </p:cNvPr>
          <p:cNvCxnSpPr>
            <a:cxnSpLocks/>
          </p:cNvCxnSpPr>
          <p:nvPr/>
        </p:nvCxnSpPr>
        <p:spPr>
          <a:xfrm flipH="1" flipV="1">
            <a:off x="10559920" y="3580125"/>
            <a:ext cx="412964" cy="637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 xmlns:a16="http://schemas.microsoft.com/office/drawing/2014/main" id="{91AEFAB6-4248-8846-A79A-BF9D6164DE76}"/>
              </a:ext>
            </a:extLst>
          </p:cNvPr>
          <p:cNvCxnSpPr>
            <a:cxnSpLocks/>
          </p:cNvCxnSpPr>
          <p:nvPr/>
        </p:nvCxnSpPr>
        <p:spPr>
          <a:xfrm flipH="1" flipV="1">
            <a:off x="10660835" y="3640684"/>
            <a:ext cx="345866" cy="7389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 xmlns:a16="http://schemas.microsoft.com/office/drawing/2014/main" id="{ED0D3269-0EC2-2640-AC07-B881868275F8}"/>
              </a:ext>
            </a:extLst>
          </p:cNvPr>
          <p:cNvCxnSpPr>
            <a:cxnSpLocks/>
          </p:cNvCxnSpPr>
          <p:nvPr/>
        </p:nvCxnSpPr>
        <p:spPr>
          <a:xfrm flipV="1">
            <a:off x="10636897" y="3633421"/>
            <a:ext cx="335987" cy="39534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 xmlns:a16="http://schemas.microsoft.com/office/drawing/2014/main" id="{F63C34A0-4725-C44D-9514-4F74B2157D8C}"/>
              </a:ext>
            </a:extLst>
          </p:cNvPr>
          <p:cNvCxnSpPr>
            <a:cxnSpLocks/>
          </p:cNvCxnSpPr>
          <p:nvPr/>
        </p:nvCxnSpPr>
        <p:spPr>
          <a:xfrm flipH="1" flipV="1">
            <a:off x="10570774" y="3594896"/>
            <a:ext cx="1" cy="4857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 xmlns:a16="http://schemas.microsoft.com/office/drawing/2014/main" id="{DD0311E5-76D3-2C44-A6A8-22CB01ADCF02}"/>
              </a:ext>
            </a:extLst>
          </p:cNvPr>
          <p:cNvCxnSpPr>
            <a:cxnSpLocks/>
          </p:cNvCxnSpPr>
          <p:nvPr/>
        </p:nvCxnSpPr>
        <p:spPr>
          <a:xfrm flipH="1" flipV="1">
            <a:off x="10550620" y="4071642"/>
            <a:ext cx="508543" cy="34864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 xmlns:a16="http://schemas.microsoft.com/office/drawing/2014/main" id="{1939BF82-EFED-E140-BFC2-23D3688C2CB7}"/>
              </a:ext>
            </a:extLst>
          </p:cNvPr>
          <p:cNvCxnSpPr>
            <a:cxnSpLocks/>
          </p:cNvCxnSpPr>
          <p:nvPr/>
        </p:nvCxnSpPr>
        <p:spPr>
          <a:xfrm flipH="1">
            <a:off x="9895195" y="4087742"/>
            <a:ext cx="6554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 xmlns:a16="http://schemas.microsoft.com/office/drawing/2014/main" id="{56E47AF2-94A8-0243-8795-936020048815}"/>
              </a:ext>
            </a:extLst>
          </p:cNvPr>
          <p:cNvCxnSpPr>
            <a:cxnSpLocks/>
          </p:cNvCxnSpPr>
          <p:nvPr/>
        </p:nvCxnSpPr>
        <p:spPr>
          <a:xfrm flipH="1">
            <a:off x="9219616" y="4087742"/>
            <a:ext cx="6554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 xmlns:a16="http://schemas.microsoft.com/office/drawing/2014/main" id="{AD648A8C-238E-7045-A29E-EDD4DA54C3A4}"/>
              </a:ext>
            </a:extLst>
          </p:cNvPr>
          <p:cNvCxnSpPr>
            <a:cxnSpLocks/>
          </p:cNvCxnSpPr>
          <p:nvPr/>
        </p:nvCxnSpPr>
        <p:spPr>
          <a:xfrm flipH="1">
            <a:off x="9276868" y="3507672"/>
            <a:ext cx="382424" cy="5170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 xmlns:a16="http://schemas.microsoft.com/office/drawing/2014/main" id="{1F8AD327-3BC9-7D46-A7E7-D0F90B60A252}"/>
              </a:ext>
            </a:extLst>
          </p:cNvPr>
          <p:cNvCxnSpPr>
            <a:cxnSpLocks/>
          </p:cNvCxnSpPr>
          <p:nvPr/>
        </p:nvCxnSpPr>
        <p:spPr>
          <a:xfrm>
            <a:off x="9733069" y="3507672"/>
            <a:ext cx="0" cy="54029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 xmlns:a16="http://schemas.microsoft.com/office/drawing/2014/main" id="{217C26C3-84F1-C149-AC22-6F1EB6629DA9}"/>
              </a:ext>
            </a:extLst>
          </p:cNvPr>
          <p:cNvCxnSpPr/>
          <p:nvPr/>
        </p:nvCxnSpPr>
        <p:spPr>
          <a:xfrm>
            <a:off x="10137668" y="2754692"/>
            <a:ext cx="488174" cy="8393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 xmlns:a16="http://schemas.microsoft.com/office/drawing/2014/main" id="{E0F05EFE-FD3D-3C4D-8F4F-0AC6B112D1A2}"/>
              </a:ext>
            </a:extLst>
          </p:cNvPr>
          <p:cNvCxnSpPr>
            <a:cxnSpLocks/>
          </p:cNvCxnSpPr>
          <p:nvPr/>
        </p:nvCxnSpPr>
        <p:spPr>
          <a:xfrm flipH="1">
            <a:off x="9798719" y="2695013"/>
            <a:ext cx="380432" cy="694807"/>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56" name="Group 55">
            <a:extLst>
              <a:ext uri="{FF2B5EF4-FFF2-40B4-BE49-F238E27FC236}">
                <a16:creationId xmlns="" xmlns:a16="http://schemas.microsoft.com/office/drawing/2014/main" id="{CCC39A38-643E-1841-84E4-48B68DB2ED03}"/>
              </a:ext>
            </a:extLst>
          </p:cNvPr>
          <p:cNvGrpSpPr/>
          <p:nvPr/>
        </p:nvGrpSpPr>
        <p:grpSpPr>
          <a:xfrm>
            <a:off x="7562238" y="2127325"/>
            <a:ext cx="3578867" cy="3640283"/>
            <a:chOff x="7562238" y="2127325"/>
            <a:chExt cx="3578867" cy="3640283"/>
          </a:xfrm>
        </p:grpSpPr>
        <p:grpSp>
          <p:nvGrpSpPr>
            <p:cNvPr id="57" name="Group 56">
              <a:extLst>
                <a:ext uri="{FF2B5EF4-FFF2-40B4-BE49-F238E27FC236}">
                  <a16:creationId xmlns="" xmlns:a16="http://schemas.microsoft.com/office/drawing/2014/main" id="{479EF77B-B7F5-D441-A37D-7AC14D43B519}"/>
                </a:ext>
              </a:extLst>
            </p:cNvPr>
            <p:cNvGrpSpPr/>
            <p:nvPr/>
          </p:nvGrpSpPr>
          <p:grpSpPr>
            <a:xfrm>
              <a:off x="7857253" y="2127325"/>
              <a:ext cx="3283852" cy="3640283"/>
              <a:chOff x="7881336" y="2104198"/>
              <a:chExt cx="3283852" cy="3640283"/>
            </a:xfrm>
          </p:grpSpPr>
          <p:sp>
            <p:nvSpPr>
              <p:cNvPr id="62" name="Line 428">
                <a:extLst>
                  <a:ext uri="{FF2B5EF4-FFF2-40B4-BE49-F238E27FC236}">
                    <a16:creationId xmlns="" xmlns:a16="http://schemas.microsoft.com/office/drawing/2014/main" id="{16F1973E-A8F0-6E4E-9510-49D75998F4A8}"/>
                  </a:ext>
                </a:extLst>
              </p:cNvPr>
              <p:cNvSpPr>
                <a:spLocks noChangeShapeType="1"/>
              </p:cNvSpPr>
              <p:nvPr/>
            </p:nvSpPr>
            <p:spPr bwMode="auto">
              <a:xfrm rot="16200000" flipV="1">
                <a:off x="9813692" y="5228612"/>
                <a:ext cx="388062" cy="75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Line 430">
                <a:extLst>
                  <a:ext uri="{FF2B5EF4-FFF2-40B4-BE49-F238E27FC236}">
                    <a16:creationId xmlns="" xmlns:a16="http://schemas.microsoft.com/office/drawing/2014/main" id="{CAB72423-2D43-1046-869C-9EDAEA5E40C1}"/>
                  </a:ext>
                </a:extLst>
              </p:cNvPr>
              <p:cNvSpPr>
                <a:spLocks noChangeShapeType="1"/>
              </p:cNvSpPr>
              <p:nvPr/>
            </p:nvSpPr>
            <p:spPr bwMode="auto">
              <a:xfrm rot="16200000">
                <a:off x="10234009" y="5382159"/>
                <a:ext cx="0" cy="114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Line 431">
                <a:extLst>
                  <a:ext uri="{FF2B5EF4-FFF2-40B4-BE49-F238E27FC236}">
                    <a16:creationId xmlns="" xmlns:a16="http://schemas.microsoft.com/office/drawing/2014/main" id="{99BD1088-D56F-3A42-8E44-483A32BEDA49}"/>
                  </a:ext>
                </a:extLst>
              </p:cNvPr>
              <p:cNvSpPr>
                <a:spLocks noChangeShapeType="1"/>
              </p:cNvSpPr>
              <p:nvPr/>
            </p:nvSpPr>
            <p:spPr bwMode="auto">
              <a:xfrm>
                <a:off x="9457042" y="4815390"/>
                <a:ext cx="524483" cy="2615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Line 432">
                <a:extLst>
                  <a:ext uri="{FF2B5EF4-FFF2-40B4-BE49-F238E27FC236}">
                    <a16:creationId xmlns="" xmlns:a16="http://schemas.microsoft.com/office/drawing/2014/main" id="{8A75CF99-7455-B74F-8BAD-3AD43E03F473}"/>
                  </a:ext>
                </a:extLst>
              </p:cNvPr>
              <p:cNvSpPr>
                <a:spLocks noChangeShapeType="1"/>
              </p:cNvSpPr>
              <p:nvPr/>
            </p:nvSpPr>
            <p:spPr bwMode="auto">
              <a:xfrm flipV="1">
                <a:off x="8874149" y="4815390"/>
                <a:ext cx="569255" cy="24626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Line 433">
                <a:extLst>
                  <a:ext uri="{FF2B5EF4-FFF2-40B4-BE49-F238E27FC236}">
                    <a16:creationId xmlns="" xmlns:a16="http://schemas.microsoft.com/office/drawing/2014/main" id="{FC542B29-675E-3D46-80C8-75565CBAE29A}"/>
                  </a:ext>
                </a:extLst>
              </p:cNvPr>
              <p:cNvSpPr>
                <a:spLocks noChangeShapeType="1"/>
              </p:cNvSpPr>
              <p:nvPr/>
            </p:nvSpPr>
            <p:spPr bwMode="auto">
              <a:xfrm flipV="1">
                <a:off x="8845827" y="5085749"/>
                <a:ext cx="103050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7" name="Line 435">
                <a:extLst>
                  <a:ext uri="{FF2B5EF4-FFF2-40B4-BE49-F238E27FC236}">
                    <a16:creationId xmlns="" xmlns:a16="http://schemas.microsoft.com/office/drawing/2014/main" id="{2B974C3D-5280-D849-8D04-7FDDEF66CF86}"/>
                  </a:ext>
                </a:extLst>
              </p:cNvPr>
              <p:cNvSpPr>
                <a:spLocks noChangeShapeType="1"/>
              </p:cNvSpPr>
              <p:nvPr/>
            </p:nvSpPr>
            <p:spPr bwMode="auto">
              <a:xfrm>
                <a:off x="8234290" y="5094207"/>
                <a:ext cx="226800" cy="127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8" name="Line 436">
                <a:extLst>
                  <a:ext uri="{FF2B5EF4-FFF2-40B4-BE49-F238E27FC236}">
                    <a16:creationId xmlns="" xmlns:a16="http://schemas.microsoft.com/office/drawing/2014/main" id="{05391238-AE6D-D14C-8C1F-CD07E40328C7}"/>
                  </a:ext>
                </a:extLst>
              </p:cNvPr>
              <p:cNvSpPr>
                <a:spLocks noChangeShapeType="1"/>
              </p:cNvSpPr>
              <p:nvPr/>
            </p:nvSpPr>
            <p:spPr bwMode="auto">
              <a:xfrm flipV="1">
                <a:off x="7972450" y="5267343"/>
                <a:ext cx="412750" cy="127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 name="Line 439">
                <a:extLst>
                  <a:ext uri="{FF2B5EF4-FFF2-40B4-BE49-F238E27FC236}">
                    <a16:creationId xmlns="" xmlns:a16="http://schemas.microsoft.com/office/drawing/2014/main" id="{F0B33890-F38E-9948-851E-64C7E965F08B}"/>
                  </a:ext>
                </a:extLst>
              </p:cNvPr>
              <p:cNvSpPr>
                <a:spLocks noChangeShapeType="1"/>
              </p:cNvSpPr>
              <p:nvPr/>
            </p:nvSpPr>
            <p:spPr bwMode="auto">
              <a:xfrm flipH="1">
                <a:off x="8397900" y="5259125"/>
                <a:ext cx="68080" cy="2939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 name="Line 440">
                <a:extLst>
                  <a:ext uri="{FF2B5EF4-FFF2-40B4-BE49-F238E27FC236}">
                    <a16:creationId xmlns="" xmlns:a16="http://schemas.microsoft.com/office/drawing/2014/main" id="{A6F6A7F9-E45C-124D-AC6C-F4101DAE4B5F}"/>
                  </a:ext>
                </a:extLst>
              </p:cNvPr>
              <p:cNvSpPr>
                <a:spLocks noChangeShapeType="1"/>
              </p:cNvSpPr>
              <p:nvPr/>
            </p:nvSpPr>
            <p:spPr bwMode="auto">
              <a:xfrm flipH="1" flipV="1">
                <a:off x="8512814" y="5284804"/>
                <a:ext cx="280374" cy="2698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 name="Line 441">
                <a:extLst>
                  <a:ext uri="{FF2B5EF4-FFF2-40B4-BE49-F238E27FC236}">
                    <a16:creationId xmlns="" xmlns:a16="http://schemas.microsoft.com/office/drawing/2014/main" id="{AD8346D7-6C40-1348-A196-CC99EDB76C75}"/>
                  </a:ext>
                </a:extLst>
              </p:cNvPr>
              <p:cNvSpPr>
                <a:spLocks noChangeShapeType="1"/>
              </p:cNvSpPr>
              <p:nvPr/>
            </p:nvSpPr>
            <p:spPr bwMode="auto">
              <a:xfrm>
                <a:off x="8512814" y="5234921"/>
                <a:ext cx="914184" cy="4686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Line 443">
                <a:extLst>
                  <a:ext uri="{FF2B5EF4-FFF2-40B4-BE49-F238E27FC236}">
                    <a16:creationId xmlns="" xmlns:a16="http://schemas.microsoft.com/office/drawing/2014/main" id="{E2DA8AD7-F617-354E-B5AE-47F97541A8FA}"/>
                  </a:ext>
                </a:extLst>
              </p:cNvPr>
              <p:cNvSpPr>
                <a:spLocks noChangeShapeType="1"/>
              </p:cNvSpPr>
              <p:nvPr/>
            </p:nvSpPr>
            <p:spPr bwMode="auto">
              <a:xfrm>
                <a:off x="8271861" y="3806843"/>
                <a:ext cx="0" cy="1317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3" name="Line 449">
                <a:extLst>
                  <a:ext uri="{FF2B5EF4-FFF2-40B4-BE49-F238E27FC236}">
                    <a16:creationId xmlns="" xmlns:a16="http://schemas.microsoft.com/office/drawing/2014/main" id="{E873DD89-2DB7-304C-ADED-170F1F4E1A6A}"/>
                  </a:ext>
                </a:extLst>
              </p:cNvPr>
              <p:cNvSpPr>
                <a:spLocks noChangeShapeType="1"/>
              </p:cNvSpPr>
              <p:nvPr/>
            </p:nvSpPr>
            <p:spPr bwMode="auto">
              <a:xfrm flipV="1">
                <a:off x="7881336" y="4017980"/>
                <a:ext cx="168275" cy="3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4" name="Line 428">
                <a:extLst>
                  <a:ext uri="{FF2B5EF4-FFF2-40B4-BE49-F238E27FC236}">
                    <a16:creationId xmlns="" xmlns:a16="http://schemas.microsoft.com/office/drawing/2014/main" id="{56AC483A-3972-5540-9E9F-AE1FE256604E}"/>
                  </a:ext>
                </a:extLst>
              </p:cNvPr>
              <p:cNvSpPr>
                <a:spLocks noChangeShapeType="1"/>
              </p:cNvSpPr>
              <p:nvPr/>
            </p:nvSpPr>
            <p:spPr bwMode="auto">
              <a:xfrm rot="16200000" flipV="1">
                <a:off x="9909628" y="5560344"/>
                <a:ext cx="366793" cy="148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5" name="Line 440">
                <a:extLst>
                  <a:ext uri="{FF2B5EF4-FFF2-40B4-BE49-F238E27FC236}">
                    <a16:creationId xmlns="" xmlns:a16="http://schemas.microsoft.com/office/drawing/2014/main" id="{B0224379-0B0C-1343-B0E2-E62DFA482C03}"/>
                  </a:ext>
                </a:extLst>
              </p:cNvPr>
              <p:cNvSpPr>
                <a:spLocks noChangeShapeType="1"/>
              </p:cNvSpPr>
              <p:nvPr/>
            </p:nvSpPr>
            <p:spPr bwMode="auto">
              <a:xfrm flipV="1">
                <a:off x="8483508" y="5013435"/>
                <a:ext cx="404236" cy="2077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76" name="Straight Connector 75">
                <a:extLst>
                  <a:ext uri="{FF2B5EF4-FFF2-40B4-BE49-F238E27FC236}">
                    <a16:creationId xmlns="" xmlns:a16="http://schemas.microsoft.com/office/drawing/2014/main" id="{1DFBDA95-16CE-D146-A4C5-C45EDEC8D34E}"/>
                  </a:ext>
                </a:extLst>
              </p:cNvPr>
              <p:cNvCxnSpPr/>
              <p:nvPr/>
            </p:nvCxnSpPr>
            <p:spPr>
              <a:xfrm flipH="1">
                <a:off x="10124718" y="2146305"/>
                <a:ext cx="761467" cy="577355"/>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7" name="Straight Connector 76">
                <a:extLst>
                  <a:ext uri="{FF2B5EF4-FFF2-40B4-BE49-F238E27FC236}">
                    <a16:creationId xmlns="" xmlns:a16="http://schemas.microsoft.com/office/drawing/2014/main" id="{A282E722-916E-234E-AC0B-E2B36A0049E1}"/>
                  </a:ext>
                </a:extLst>
              </p:cNvPr>
              <p:cNvCxnSpPr/>
              <p:nvPr/>
            </p:nvCxnSpPr>
            <p:spPr>
              <a:xfrm flipH="1">
                <a:off x="10124718" y="2245186"/>
                <a:ext cx="3970" cy="51846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 xmlns:a16="http://schemas.microsoft.com/office/drawing/2014/main" id="{F691F242-AF67-1B42-8D8E-F09C1EB27D39}"/>
                  </a:ext>
                </a:extLst>
              </p:cNvPr>
              <p:cNvCxnSpPr/>
              <p:nvPr/>
            </p:nvCxnSpPr>
            <p:spPr>
              <a:xfrm flipH="1">
                <a:off x="10696218" y="2177379"/>
                <a:ext cx="149360" cy="51846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 xmlns:a16="http://schemas.microsoft.com/office/drawing/2014/main" id="{EFE49F46-6C78-A640-A53B-1F2DCAE49B5E}"/>
                  </a:ext>
                </a:extLst>
              </p:cNvPr>
              <p:cNvCxnSpPr/>
              <p:nvPr/>
            </p:nvCxnSpPr>
            <p:spPr>
              <a:xfrm flipH="1">
                <a:off x="10166249" y="2695840"/>
                <a:ext cx="574283" cy="2782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 xmlns:a16="http://schemas.microsoft.com/office/drawing/2014/main" id="{81454C82-BE7E-874F-AA28-09F795395B3E}"/>
                  </a:ext>
                </a:extLst>
              </p:cNvPr>
              <p:cNvCxnSpPr/>
              <p:nvPr/>
            </p:nvCxnSpPr>
            <p:spPr>
              <a:xfrm flipH="1">
                <a:off x="10093625" y="2146305"/>
                <a:ext cx="788589" cy="9888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1" name="Straight Connector 80">
                <a:extLst>
                  <a:ext uri="{FF2B5EF4-FFF2-40B4-BE49-F238E27FC236}">
                    <a16:creationId xmlns="" xmlns:a16="http://schemas.microsoft.com/office/drawing/2014/main" id="{42F00AE0-2163-514F-B52E-CFE0592CCF07}"/>
                  </a:ext>
                </a:extLst>
              </p:cNvPr>
              <p:cNvCxnSpPr/>
              <p:nvPr/>
            </p:nvCxnSpPr>
            <p:spPr>
              <a:xfrm flipH="1">
                <a:off x="10886186" y="2104198"/>
                <a:ext cx="279002" cy="42107"/>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 xmlns:a16="http://schemas.microsoft.com/office/drawing/2014/main" id="{9E38317B-7455-F04C-9FB3-A47169171585}"/>
                  </a:ext>
                </a:extLst>
              </p:cNvPr>
              <p:cNvCxnSpPr/>
              <p:nvPr/>
            </p:nvCxnSpPr>
            <p:spPr>
              <a:xfrm flipH="1" flipV="1">
                <a:off x="10706077" y="2695840"/>
                <a:ext cx="353541" cy="67807"/>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3" name="Straight Connector 82">
                <a:extLst>
                  <a:ext uri="{FF2B5EF4-FFF2-40B4-BE49-F238E27FC236}">
                    <a16:creationId xmlns="" xmlns:a16="http://schemas.microsoft.com/office/drawing/2014/main" id="{18CD097C-75DA-B84B-B03E-371F3044C3BB}"/>
                  </a:ext>
                </a:extLst>
              </p:cNvPr>
              <p:cNvCxnSpPr/>
              <p:nvPr/>
            </p:nvCxnSpPr>
            <p:spPr>
              <a:xfrm flipH="1">
                <a:off x="8793306" y="2245186"/>
                <a:ext cx="1300319" cy="606622"/>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4" name="Line 541">
                <a:extLst>
                  <a:ext uri="{FF2B5EF4-FFF2-40B4-BE49-F238E27FC236}">
                    <a16:creationId xmlns="" xmlns:a16="http://schemas.microsoft.com/office/drawing/2014/main" id="{3EE4D6D5-1F58-604E-926E-B12AF198F926}"/>
                  </a:ext>
                </a:extLst>
              </p:cNvPr>
              <p:cNvSpPr>
                <a:spLocks noChangeShapeType="1"/>
              </p:cNvSpPr>
              <p:nvPr/>
            </p:nvSpPr>
            <p:spPr bwMode="auto">
              <a:xfrm flipV="1">
                <a:off x="9402788" y="4090252"/>
                <a:ext cx="429324" cy="70560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5" name="Line 424">
                <a:extLst>
                  <a:ext uri="{FF2B5EF4-FFF2-40B4-BE49-F238E27FC236}">
                    <a16:creationId xmlns="" xmlns:a16="http://schemas.microsoft.com/office/drawing/2014/main" id="{69D11C97-9A2A-6F4A-BEC2-192440539BA8}"/>
                  </a:ext>
                </a:extLst>
              </p:cNvPr>
              <p:cNvSpPr>
                <a:spLocks noChangeShapeType="1"/>
              </p:cNvSpPr>
              <p:nvPr/>
            </p:nvSpPr>
            <p:spPr bwMode="auto">
              <a:xfrm flipV="1">
                <a:off x="8268637" y="4024329"/>
                <a:ext cx="969051" cy="3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pic>
          <p:nvPicPr>
            <p:cNvPr id="58" name="Picture 778" descr="antenna_radiation_stylized">
              <a:extLst>
                <a:ext uri="{FF2B5EF4-FFF2-40B4-BE49-F238E27FC236}">
                  <a16:creationId xmlns="" xmlns:a16="http://schemas.microsoft.com/office/drawing/2014/main" id="{AE641E33-5C90-9C48-B6C0-B2DA38E6B4B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62238" y="3813930"/>
              <a:ext cx="506412" cy="106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 name="Picture 781" descr="antenna_radiation_stylized">
              <a:extLst>
                <a:ext uri="{FF2B5EF4-FFF2-40B4-BE49-F238E27FC236}">
                  <a16:creationId xmlns="" xmlns:a16="http://schemas.microsoft.com/office/drawing/2014/main" id="{58D0D77F-41BF-B141-99CC-7444770200B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42073" y="5480938"/>
              <a:ext cx="452014" cy="95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 name="Picture 799" descr="cell_tower_radiation copy">
              <a:extLst>
                <a:ext uri="{FF2B5EF4-FFF2-40B4-BE49-F238E27FC236}">
                  <a16:creationId xmlns="" xmlns:a16="http://schemas.microsoft.com/office/drawing/2014/main" id="{B93FCB1A-5588-5743-82CC-8E52ADEAD1E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80866" y="2158167"/>
              <a:ext cx="457200" cy="33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 name="Oval 800">
              <a:extLst>
                <a:ext uri="{FF2B5EF4-FFF2-40B4-BE49-F238E27FC236}">
                  <a16:creationId xmlns="" xmlns:a16="http://schemas.microsoft.com/office/drawing/2014/main" id="{029C7FDD-ABE9-EB40-A1C5-64FF9B2F936D}"/>
                </a:ext>
              </a:extLst>
            </p:cNvPr>
            <p:cNvSpPr>
              <a:spLocks noChangeArrowheads="1"/>
            </p:cNvSpPr>
            <p:nvPr/>
          </p:nvSpPr>
          <p:spPr bwMode="auto">
            <a:xfrm>
              <a:off x="8174541" y="2292995"/>
              <a:ext cx="52388" cy="49485"/>
            </a:xfrm>
            <a:prstGeom prst="ellipse">
              <a:avLst/>
            </a:prstGeom>
            <a:solidFill>
              <a:schemeClr val="tx2"/>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86" name="Line 426">
            <a:extLst>
              <a:ext uri="{FF2B5EF4-FFF2-40B4-BE49-F238E27FC236}">
                <a16:creationId xmlns="" xmlns:a16="http://schemas.microsoft.com/office/drawing/2014/main" id="{390C81B6-E64F-6D4C-8D06-8F1804B7F591}"/>
              </a:ext>
            </a:extLst>
          </p:cNvPr>
          <p:cNvSpPr>
            <a:spLocks noChangeShapeType="1"/>
          </p:cNvSpPr>
          <p:nvPr/>
        </p:nvSpPr>
        <p:spPr bwMode="auto">
          <a:xfrm>
            <a:off x="8207860" y="2700359"/>
            <a:ext cx="227964" cy="1743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87" name="Group 783">
            <a:extLst>
              <a:ext uri="{FF2B5EF4-FFF2-40B4-BE49-F238E27FC236}">
                <a16:creationId xmlns="" xmlns:a16="http://schemas.microsoft.com/office/drawing/2014/main" id="{D14ED3CD-0929-5445-B9CD-FC1AEB08F0F0}"/>
              </a:ext>
            </a:extLst>
          </p:cNvPr>
          <p:cNvGrpSpPr>
            <a:grpSpLocks/>
          </p:cNvGrpSpPr>
          <p:nvPr/>
        </p:nvGrpSpPr>
        <p:grpSpPr bwMode="auto">
          <a:xfrm>
            <a:off x="8050698" y="2309376"/>
            <a:ext cx="298450" cy="464008"/>
            <a:chOff x="3130" y="3288"/>
            <a:chExt cx="410" cy="742"/>
          </a:xfrm>
        </p:grpSpPr>
        <p:sp>
          <p:nvSpPr>
            <p:cNvPr id="88" name="Line 270">
              <a:extLst>
                <a:ext uri="{FF2B5EF4-FFF2-40B4-BE49-F238E27FC236}">
                  <a16:creationId xmlns="" xmlns:a16="http://schemas.microsoft.com/office/drawing/2014/main" id="{7ABD4004-114C-724F-BAC3-6F9DA6DE1F0C}"/>
                </a:ext>
              </a:extLst>
            </p:cNvPr>
            <p:cNvSpPr>
              <a:spLocks noChangeShapeType="1"/>
            </p:cNvSpPr>
            <p:nvPr/>
          </p:nvSpPr>
          <p:spPr bwMode="auto">
            <a:xfrm flipH="1">
              <a:off x="3130" y="3288"/>
              <a:ext cx="205" cy="6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9" name="Line 271">
              <a:extLst>
                <a:ext uri="{FF2B5EF4-FFF2-40B4-BE49-F238E27FC236}">
                  <a16:creationId xmlns="" xmlns:a16="http://schemas.microsoft.com/office/drawing/2014/main" id="{1A244344-E514-B64F-9963-6369BD9BE1B3}"/>
                </a:ext>
              </a:extLst>
            </p:cNvPr>
            <p:cNvSpPr>
              <a:spLocks noChangeShapeType="1"/>
            </p:cNvSpPr>
            <p:nvPr/>
          </p:nvSpPr>
          <p:spPr bwMode="auto">
            <a:xfrm>
              <a:off x="3335" y="3288"/>
              <a:ext cx="205" cy="6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0" name="Line 272">
              <a:extLst>
                <a:ext uri="{FF2B5EF4-FFF2-40B4-BE49-F238E27FC236}">
                  <a16:creationId xmlns="" xmlns:a16="http://schemas.microsoft.com/office/drawing/2014/main" id="{EB3A4111-A6F1-154E-9274-6BFFCDBAB6AB}"/>
                </a:ext>
              </a:extLst>
            </p:cNvPr>
            <p:cNvSpPr>
              <a:spLocks noChangeShapeType="1"/>
            </p:cNvSpPr>
            <p:nvPr/>
          </p:nvSpPr>
          <p:spPr bwMode="auto">
            <a:xfrm>
              <a:off x="3130"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1" name="Line 273">
              <a:extLst>
                <a:ext uri="{FF2B5EF4-FFF2-40B4-BE49-F238E27FC236}">
                  <a16:creationId xmlns="" xmlns:a16="http://schemas.microsoft.com/office/drawing/2014/main" id="{714583CC-4366-B448-8BCD-BEB3688ECA74}"/>
                </a:ext>
              </a:extLst>
            </p:cNvPr>
            <p:cNvSpPr>
              <a:spLocks noChangeShapeType="1"/>
            </p:cNvSpPr>
            <p:nvPr/>
          </p:nvSpPr>
          <p:spPr bwMode="auto">
            <a:xfrm flipH="1">
              <a:off x="3335"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2" name="Line 274">
              <a:extLst>
                <a:ext uri="{FF2B5EF4-FFF2-40B4-BE49-F238E27FC236}">
                  <a16:creationId xmlns="" xmlns:a16="http://schemas.microsoft.com/office/drawing/2014/main" id="{06696B02-1354-964A-892D-7D1A072DD376}"/>
                </a:ext>
              </a:extLst>
            </p:cNvPr>
            <p:cNvSpPr>
              <a:spLocks noChangeShapeType="1"/>
            </p:cNvSpPr>
            <p:nvPr/>
          </p:nvSpPr>
          <p:spPr bwMode="auto">
            <a:xfrm>
              <a:off x="3335" y="3303"/>
              <a:ext cx="0" cy="7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3" name="Line 275">
              <a:extLst>
                <a:ext uri="{FF2B5EF4-FFF2-40B4-BE49-F238E27FC236}">
                  <a16:creationId xmlns="" xmlns:a16="http://schemas.microsoft.com/office/drawing/2014/main" id="{C744D6E3-66B2-4349-A4C7-A96CCC727200}"/>
                </a:ext>
              </a:extLst>
            </p:cNvPr>
            <p:cNvSpPr>
              <a:spLocks noChangeShapeType="1"/>
            </p:cNvSpPr>
            <p:nvPr/>
          </p:nvSpPr>
          <p:spPr bwMode="auto">
            <a:xfrm flipV="1">
              <a:off x="3130" y="3888"/>
              <a:ext cx="205" cy="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4" name="Line 276">
              <a:extLst>
                <a:ext uri="{FF2B5EF4-FFF2-40B4-BE49-F238E27FC236}">
                  <a16:creationId xmlns="" xmlns:a16="http://schemas.microsoft.com/office/drawing/2014/main" id="{9AD49573-21B8-594C-A124-75FF6787F57A}"/>
                </a:ext>
              </a:extLst>
            </p:cNvPr>
            <p:cNvSpPr>
              <a:spLocks noChangeShapeType="1"/>
            </p:cNvSpPr>
            <p:nvPr/>
          </p:nvSpPr>
          <p:spPr bwMode="auto">
            <a:xfrm flipH="1" flipV="1">
              <a:off x="3335" y="3888"/>
              <a:ext cx="205" cy="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5" name="Line 277">
              <a:extLst>
                <a:ext uri="{FF2B5EF4-FFF2-40B4-BE49-F238E27FC236}">
                  <a16:creationId xmlns="" xmlns:a16="http://schemas.microsoft.com/office/drawing/2014/main" id="{F5B9977B-7FCA-934E-8672-B6E02820BAA5}"/>
                </a:ext>
              </a:extLst>
            </p:cNvPr>
            <p:cNvSpPr>
              <a:spLocks noChangeShapeType="1"/>
            </p:cNvSpPr>
            <p:nvPr/>
          </p:nvSpPr>
          <p:spPr bwMode="auto">
            <a:xfrm>
              <a:off x="3217" y="3668"/>
              <a:ext cx="118"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6" name="Line 278">
              <a:extLst>
                <a:ext uri="{FF2B5EF4-FFF2-40B4-BE49-F238E27FC236}">
                  <a16:creationId xmlns="" xmlns:a16="http://schemas.microsoft.com/office/drawing/2014/main" id="{90BBE456-8113-E140-9697-13DE1099C425}"/>
                </a:ext>
              </a:extLst>
            </p:cNvPr>
            <p:cNvSpPr>
              <a:spLocks noChangeShapeType="1"/>
            </p:cNvSpPr>
            <p:nvPr/>
          </p:nvSpPr>
          <p:spPr bwMode="auto">
            <a:xfrm flipV="1">
              <a:off x="3335" y="3668"/>
              <a:ext cx="124"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7" name="Line 279">
              <a:extLst>
                <a:ext uri="{FF2B5EF4-FFF2-40B4-BE49-F238E27FC236}">
                  <a16:creationId xmlns="" xmlns:a16="http://schemas.microsoft.com/office/drawing/2014/main" id="{8B179862-B59B-0340-81D5-D6460EDA625B}"/>
                </a:ext>
              </a:extLst>
            </p:cNvPr>
            <p:cNvSpPr>
              <a:spLocks noChangeShapeType="1"/>
            </p:cNvSpPr>
            <p:nvPr/>
          </p:nvSpPr>
          <p:spPr bwMode="auto">
            <a:xfrm>
              <a:off x="3178" y="3766"/>
              <a:ext cx="152" cy="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8" name="Line 280">
              <a:extLst>
                <a:ext uri="{FF2B5EF4-FFF2-40B4-BE49-F238E27FC236}">
                  <a16:creationId xmlns="" xmlns:a16="http://schemas.microsoft.com/office/drawing/2014/main" id="{5E3E4AF0-3A1E-634F-B106-0E1BAE932630}"/>
                </a:ext>
              </a:extLst>
            </p:cNvPr>
            <p:cNvSpPr>
              <a:spLocks noChangeShapeType="1"/>
            </p:cNvSpPr>
            <p:nvPr/>
          </p:nvSpPr>
          <p:spPr bwMode="auto">
            <a:xfrm flipV="1">
              <a:off x="3335" y="3781"/>
              <a:ext cx="153" cy="6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9" name="Line 281">
              <a:extLst>
                <a:ext uri="{FF2B5EF4-FFF2-40B4-BE49-F238E27FC236}">
                  <a16:creationId xmlns="" xmlns:a16="http://schemas.microsoft.com/office/drawing/2014/main" id="{51EBD3A2-D943-F443-A868-FD6059B0D77A}"/>
                </a:ext>
              </a:extLst>
            </p:cNvPr>
            <p:cNvSpPr>
              <a:spLocks noChangeShapeType="1"/>
            </p:cNvSpPr>
            <p:nvPr/>
          </p:nvSpPr>
          <p:spPr bwMode="auto">
            <a:xfrm flipV="1">
              <a:off x="3335" y="3567"/>
              <a:ext cx="78" cy="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0" name="Line 282">
              <a:extLst>
                <a:ext uri="{FF2B5EF4-FFF2-40B4-BE49-F238E27FC236}">
                  <a16:creationId xmlns="" xmlns:a16="http://schemas.microsoft.com/office/drawing/2014/main" id="{CE35DACD-3834-3A4F-BF5D-05FD16494C16}"/>
                </a:ext>
              </a:extLst>
            </p:cNvPr>
            <p:cNvSpPr>
              <a:spLocks noChangeShapeType="1"/>
            </p:cNvSpPr>
            <p:nvPr/>
          </p:nvSpPr>
          <p:spPr bwMode="auto">
            <a:xfrm flipV="1">
              <a:off x="3335" y="3428"/>
              <a:ext cx="49" cy="2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1" name="Line 283">
              <a:extLst>
                <a:ext uri="{FF2B5EF4-FFF2-40B4-BE49-F238E27FC236}">
                  <a16:creationId xmlns="" xmlns:a16="http://schemas.microsoft.com/office/drawing/2014/main" id="{F225C514-F00F-374D-A3A6-0E00BBF2ABD0}"/>
                </a:ext>
              </a:extLst>
            </p:cNvPr>
            <p:cNvSpPr>
              <a:spLocks noChangeShapeType="1"/>
            </p:cNvSpPr>
            <p:nvPr/>
          </p:nvSpPr>
          <p:spPr bwMode="auto">
            <a:xfrm>
              <a:off x="3247" y="3558"/>
              <a:ext cx="9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2" name="Line 284">
              <a:extLst>
                <a:ext uri="{FF2B5EF4-FFF2-40B4-BE49-F238E27FC236}">
                  <a16:creationId xmlns="" xmlns:a16="http://schemas.microsoft.com/office/drawing/2014/main" id="{5AB5EE34-E853-4349-982D-7BA8A0223AA8}"/>
                </a:ext>
              </a:extLst>
            </p:cNvPr>
            <p:cNvSpPr>
              <a:spLocks noChangeShapeType="1"/>
            </p:cNvSpPr>
            <p:nvPr/>
          </p:nvSpPr>
          <p:spPr bwMode="auto">
            <a:xfrm>
              <a:off x="3289" y="3422"/>
              <a:ext cx="5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pic>
        <p:nvPicPr>
          <p:cNvPr id="103" name="Picture 777" descr="access_point_stylized_small">
            <a:extLst>
              <a:ext uri="{FF2B5EF4-FFF2-40B4-BE49-F238E27FC236}">
                <a16:creationId xmlns="" xmlns:a16="http://schemas.microsoft.com/office/drawing/2014/main" id="{B5B19229-5990-4C46-B116-F6E2FC9344A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13882" y="3861899"/>
            <a:ext cx="370169" cy="306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 name="Picture 780" descr="access_point_stylized_small">
            <a:extLst>
              <a:ext uri="{FF2B5EF4-FFF2-40B4-BE49-F238E27FC236}">
                <a16:creationId xmlns="" xmlns:a16="http://schemas.microsoft.com/office/drawing/2014/main" id="{615B9139-7B73-FE46-A7A9-D06CDC313A8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290610" y="5524232"/>
            <a:ext cx="380935" cy="317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5" name="Group 104">
            <a:extLst>
              <a:ext uri="{FF2B5EF4-FFF2-40B4-BE49-F238E27FC236}">
                <a16:creationId xmlns="" xmlns:a16="http://schemas.microsoft.com/office/drawing/2014/main" id="{EEFE641A-589B-7942-BC31-34CA4265ECA8}"/>
              </a:ext>
            </a:extLst>
          </p:cNvPr>
          <p:cNvGrpSpPr/>
          <p:nvPr/>
        </p:nvGrpSpPr>
        <p:grpSpPr>
          <a:xfrm>
            <a:off x="9783558" y="4989983"/>
            <a:ext cx="393760" cy="218578"/>
            <a:chOff x="7493876" y="2774731"/>
            <a:chExt cx="1481958" cy="894622"/>
          </a:xfrm>
        </p:grpSpPr>
        <p:sp>
          <p:nvSpPr>
            <p:cNvPr id="106" name="Freeform 105">
              <a:extLst>
                <a:ext uri="{FF2B5EF4-FFF2-40B4-BE49-F238E27FC236}">
                  <a16:creationId xmlns="" xmlns:a16="http://schemas.microsoft.com/office/drawing/2014/main" id="{236DE3EE-811C-674F-9142-302E5E9C5593}"/>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07" name="Oval 106">
              <a:extLst>
                <a:ext uri="{FF2B5EF4-FFF2-40B4-BE49-F238E27FC236}">
                  <a16:creationId xmlns="" xmlns:a16="http://schemas.microsoft.com/office/drawing/2014/main" id="{1800B155-CF25-D24C-9B92-B08AAAB8313B}"/>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08" name="Group 107">
              <a:extLst>
                <a:ext uri="{FF2B5EF4-FFF2-40B4-BE49-F238E27FC236}">
                  <a16:creationId xmlns="" xmlns:a16="http://schemas.microsoft.com/office/drawing/2014/main" id="{B0AEF1A2-025A-BC41-A84F-2DC3E058332F}"/>
                </a:ext>
              </a:extLst>
            </p:cNvPr>
            <p:cNvGrpSpPr/>
            <p:nvPr/>
          </p:nvGrpSpPr>
          <p:grpSpPr>
            <a:xfrm>
              <a:off x="7713663" y="2848339"/>
              <a:ext cx="1042107" cy="425543"/>
              <a:chOff x="7786941" y="2884917"/>
              <a:chExt cx="897649" cy="353919"/>
            </a:xfrm>
          </p:grpSpPr>
          <p:sp>
            <p:nvSpPr>
              <p:cNvPr id="109" name="Freeform 108">
                <a:extLst>
                  <a:ext uri="{FF2B5EF4-FFF2-40B4-BE49-F238E27FC236}">
                    <a16:creationId xmlns="" xmlns:a16="http://schemas.microsoft.com/office/drawing/2014/main" id="{8D3F6F1A-FE14-8948-A78A-73AA88A44A7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0" name="Freeform 109">
                <a:extLst>
                  <a:ext uri="{FF2B5EF4-FFF2-40B4-BE49-F238E27FC236}">
                    <a16:creationId xmlns="" xmlns:a16="http://schemas.microsoft.com/office/drawing/2014/main" id="{B90EE21A-C2A8-0D42-B6A5-6C7D12BEBF0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1" name="Freeform 110">
                <a:extLst>
                  <a:ext uri="{FF2B5EF4-FFF2-40B4-BE49-F238E27FC236}">
                    <a16:creationId xmlns="" xmlns:a16="http://schemas.microsoft.com/office/drawing/2014/main" id="{8A5097ED-FFBF-4544-860B-3817BA811B2C}"/>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2" name="Freeform 111">
                <a:extLst>
                  <a:ext uri="{FF2B5EF4-FFF2-40B4-BE49-F238E27FC236}">
                    <a16:creationId xmlns="" xmlns:a16="http://schemas.microsoft.com/office/drawing/2014/main" id="{6DF62723-77FE-9247-98F5-987E793C56FB}"/>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13" name="Group 112">
            <a:extLst>
              <a:ext uri="{FF2B5EF4-FFF2-40B4-BE49-F238E27FC236}">
                <a16:creationId xmlns="" xmlns:a16="http://schemas.microsoft.com/office/drawing/2014/main" id="{827C4B55-0BAE-0949-8777-F3099C171813}"/>
              </a:ext>
            </a:extLst>
          </p:cNvPr>
          <p:cNvGrpSpPr/>
          <p:nvPr/>
        </p:nvGrpSpPr>
        <p:grpSpPr>
          <a:xfrm>
            <a:off x="9849365" y="5339037"/>
            <a:ext cx="309740" cy="190838"/>
            <a:chOff x="3668110" y="2448910"/>
            <a:chExt cx="3794234" cy="2165130"/>
          </a:xfrm>
        </p:grpSpPr>
        <p:sp>
          <p:nvSpPr>
            <p:cNvPr id="114" name="Rectangle 113">
              <a:extLst>
                <a:ext uri="{FF2B5EF4-FFF2-40B4-BE49-F238E27FC236}">
                  <a16:creationId xmlns="" xmlns:a16="http://schemas.microsoft.com/office/drawing/2014/main" id="{CEC32CAA-AFF2-A34D-8E74-D6E2F0308798}"/>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5" name="Freeform 114">
              <a:extLst>
                <a:ext uri="{FF2B5EF4-FFF2-40B4-BE49-F238E27FC236}">
                  <a16:creationId xmlns="" xmlns:a16="http://schemas.microsoft.com/office/drawing/2014/main" id="{A1675819-8BAA-AB4F-BBAA-A405C6E76216}"/>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16" name="Group 115">
              <a:extLst>
                <a:ext uri="{FF2B5EF4-FFF2-40B4-BE49-F238E27FC236}">
                  <a16:creationId xmlns="" xmlns:a16="http://schemas.microsoft.com/office/drawing/2014/main" id="{73F9E373-4875-744C-970D-E5EB77A5E340}"/>
                </a:ext>
              </a:extLst>
            </p:cNvPr>
            <p:cNvGrpSpPr/>
            <p:nvPr/>
          </p:nvGrpSpPr>
          <p:grpSpPr>
            <a:xfrm>
              <a:off x="3941378" y="2603243"/>
              <a:ext cx="3202061" cy="1066110"/>
              <a:chOff x="7939341" y="3037317"/>
              <a:chExt cx="897649" cy="353919"/>
            </a:xfrm>
          </p:grpSpPr>
          <p:sp>
            <p:nvSpPr>
              <p:cNvPr id="117" name="Freeform 116">
                <a:extLst>
                  <a:ext uri="{FF2B5EF4-FFF2-40B4-BE49-F238E27FC236}">
                    <a16:creationId xmlns="" xmlns:a16="http://schemas.microsoft.com/office/drawing/2014/main" id="{FFDA189D-222C-1443-856D-7A608CA88C95}"/>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8" name="Freeform 117">
                <a:extLst>
                  <a:ext uri="{FF2B5EF4-FFF2-40B4-BE49-F238E27FC236}">
                    <a16:creationId xmlns="" xmlns:a16="http://schemas.microsoft.com/office/drawing/2014/main" id="{642BB264-137D-E643-AE9B-8AA6D9E21B0C}"/>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9" name="Freeform 118">
                <a:extLst>
                  <a:ext uri="{FF2B5EF4-FFF2-40B4-BE49-F238E27FC236}">
                    <a16:creationId xmlns="" xmlns:a16="http://schemas.microsoft.com/office/drawing/2014/main" id="{786FF02A-1562-3745-ABB9-0D40C7DEF61E}"/>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0" name="Freeform 119">
                <a:extLst>
                  <a:ext uri="{FF2B5EF4-FFF2-40B4-BE49-F238E27FC236}">
                    <a16:creationId xmlns="" xmlns:a16="http://schemas.microsoft.com/office/drawing/2014/main" id="{DEC12CCB-8331-9F49-BF6A-94DF11B7CB19}"/>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21" name="Group 120">
            <a:extLst>
              <a:ext uri="{FF2B5EF4-FFF2-40B4-BE49-F238E27FC236}">
                <a16:creationId xmlns="" xmlns:a16="http://schemas.microsoft.com/office/drawing/2014/main" id="{9932E1A1-9866-4149-B71C-D56584CCE488}"/>
              </a:ext>
            </a:extLst>
          </p:cNvPr>
          <p:cNvGrpSpPr/>
          <p:nvPr/>
        </p:nvGrpSpPr>
        <p:grpSpPr>
          <a:xfrm>
            <a:off x="8676619" y="4967420"/>
            <a:ext cx="393760" cy="218578"/>
            <a:chOff x="7493876" y="2774731"/>
            <a:chExt cx="1481958" cy="894622"/>
          </a:xfrm>
        </p:grpSpPr>
        <p:sp>
          <p:nvSpPr>
            <p:cNvPr id="122" name="Freeform 121">
              <a:extLst>
                <a:ext uri="{FF2B5EF4-FFF2-40B4-BE49-F238E27FC236}">
                  <a16:creationId xmlns="" xmlns:a16="http://schemas.microsoft.com/office/drawing/2014/main" id="{A60DF978-36B3-2D47-A16A-0D97C01CAFE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23" name="Oval 122">
              <a:extLst>
                <a:ext uri="{FF2B5EF4-FFF2-40B4-BE49-F238E27FC236}">
                  <a16:creationId xmlns="" xmlns:a16="http://schemas.microsoft.com/office/drawing/2014/main" id="{8656B286-5B4C-0D4F-9AF0-6A6CFC0099D8}"/>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24" name="Group 123">
              <a:extLst>
                <a:ext uri="{FF2B5EF4-FFF2-40B4-BE49-F238E27FC236}">
                  <a16:creationId xmlns="" xmlns:a16="http://schemas.microsoft.com/office/drawing/2014/main" id="{CE4349E7-CC12-8D4C-8CFA-829CDA082037}"/>
                </a:ext>
              </a:extLst>
            </p:cNvPr>
            <p:cNvGrpSpPr/>
            <p:nvPr/>
          </p:nvGrpSpPr>
          <p:grpSpPr>
            <a:xfrm>
              <a:off x="7713663" y="2848339"/>
              <a:ext cx="1042107" cy="425543"/>
              <a:chOff x="7786941" y="2884917"/>
              <a:chExt cx="897649" cy="353919"/>
            </a:xfrm>
          </p:grpSpPr>
          <p:sp>
            <p:nvSpPr>
              <p:cNvPr id="125" name="Freeform 124">
                <a:extLst>
                  <a:ext uri="{FF2B5EF4-FFF2-40B4-BE49-F238E27FC236}">
                    <a16:creationId xmlns="" xmlns:a16="http://schemas.microsoft.com/office/drawing/2014/main" id="{AD86C2F1-D4F0-7948-9E05-62E1C42CC8F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6" name="Freeform 125">
                <a:extLst>
                  <a:ext uri="{FF2B5EF4-FFF2-40B4-BE49-F238E27FC236}">
                    <a16:creationId xmlns="" xmlns:a16="http://schemas.microsoft.com/office/drawing/2014/main" id="{6224715B-0FC5-9E49-B361-2A29A286F3CE}"/>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7" name="Freeform 126">
                <a:extLst>
                  <a:ext uri="{FF2B5EF4-FFF2-40B4-BE49-F238E27FC236}">
                    <a16:creationId xmlns="" xmlns:a16="http://schemas.microsoft.com/office/drawing/2014/main" id="{7CA2DA9C-2B13-214E-ACD2-0EA76BA8301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8" name="Freeform 127">
                <a:extLst>
                  <a:ext uri="{FF2B5EF4-FFF2-40B4-BE49-F238E27FC236}">
                    <a16:creationId xmlns="" xmlns:a16="http://schemas.microsoft.com/office/drawing/2014/main" id="{8C4A6B5C-46E6-5E4D-96C8-1C3F87F03876}"/>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29" name="Group 128">
            <a:extLst>
              <a:ext uri="{FF2B5EF4-FFF2-40B4-BE49-F238E27FC236}">
                <a16:creationId xmlns="" xmlns:a16="http://schemas.microsoft.com/office/drawing/2014/main" id="{0E1D7EA0-6DA2-8D43-8279-78C750CFC172}"/>
              </a:ext>
            </a:extLst>
          </p:cNvPr>
          <p:cNvGrpSpPr/>
          <p:nvPr/>
        </p:nvGrpSpPr>
        <p:grpSpPr>
          <a:xfrm>
            <a:off x="8311520" y="5194433"/>
            <a:ext cx="309740" cy="190838"/>
            <a:chOff x="3668110" y="2448910"/>
            <a:chExt cx="3794234" cy="2165130"/>
          </a:xfrm>
        </p:grpSpPr>
        <p:sp>
          <p:nvSpPr>
            <p:cNvPr id="130" name="Rectangle 129">
              <a:extLst>
                <a:ext uri="{FF2B5EF4-FFF2-40B4-BE49-F238E27FC236}">
                  <a16:creationId xmlns="" xmlns:a16="http://schemas.microsoft.com/office/drawing/2014/main" id="{3632348E-CBF0-8F4E-B1C0-FA5E7B140362}"/>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1" name="Freeform 130">
              <a:extLst>
                <a:ext uri="{FF2B5EF4-FFF2-40B4-BE49-F238E27FC236}">
                  <a16:creationId xmlns="" xmlns:a16="http://schemas.microsoft.com/office/drawing/2014/main" id="{9E6F91D8-1A83-2A42-AC0B-AD8F10B7EF35}"/>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32" name="Group 131">
              <a:extLst>
                <a:ext uri="{FF2B5EF4-FFF2-40B4-BE49-F238E27FC236}">
                  <a16:creationId xmlns="" xmlns:a16="http://schemas.microsoft.com/office/drawing/2014/main" id="{941E3EF0-51B2-C349-B41E-2A6C5F46D905}"/>
                </a:ext>
              </a:extLst>
            </p:cNvPr>
            <p:cNvGrpSpPr/>
            <p:nvPr/>
          </p:nvGrpSpPr>
          <p:grpSpPr>
            <a:xfrm>
              <a:off x="3941378" y="2603243"/>
              <a:ext cx="3202061" cy="1066110"/>
              <a:chOff x="7939341" y="3037317"/>
              <a:chExt cx="897649" cy="353919"/>
            </a:xfrm>
          </p:grpSpPr>
          <p:sp>
            <p:nvSpPr>
              <p:cNvPr id="133" name="Freeform 132">
                <a:extLst>
                  <a:ext uri="{FF2B5EF4-FFF2-40B4-BE49-F238E27FC236}">
                    <a16:creationId xmlns="" xmlns:a16="http://schemas.microsoft.com/office/drawing/2014/main" id="{C7403B7C-7FA1-3F40-B91E-B9311B3831C3}"/>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4" name="Freeform 133">
                <a:extLst>
                  <a:ext uri="{FF2B5EF4-FFF2-40B4-BE49-F238E27FC236}">
                    <a16:creationId xmlns="" xmlns:a16="http://schemas.microsoft.com/office/drawing/2014/main" id="{2456F695-074E-CC4D-8221-531E7EA3A74D}"/>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5" name="Freeform 134">
                <a:extLst>
                  <a:ext uri="{FF2B5EF4-FFF2-40B4-BE49-F238E27FC236}">
                    <a16:creationId xmlns="" xmlns:a16="http://schemas.microsoft.com/office/drawing/2014/main" id="{224A04C3-C296-1C4B-BBD4-CDE7083CB1D5}"/>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6" name="Freeform 135">
                <a:extLst>
                  <a:ext uri="{FF2B5EF4-FFF2-40B4-BE49-F238E27FC236}">
                    <a16:creationId xmlns="" xmlns:a16="http://schemas.microsoft.com/office/drawing/2014/main" id="{5BBAC641-21BF-8B45-BB54-F143F77A1556}"/>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37" name="Group 136">
            <a:extLst>
              <a:ext uri="{FF2B5EF4-FFF2-40B4-BE49-F238E27FC236}">
                <a16:creationId xmlns="" xmlns:a16="http://schemas.microsoft.com/office/drawing/2014/main" id="{93BC347E-C394-3042-B2F7-B3F23FAEAB95}"/>
              </a:ext>
            </a:extLst>
          </p:cNvPr>
          <p:cNvGrpSpPr/>
          <p:nvPr/>
        </p:nvGrpSpPr>
        <p:grpSpPr>
          <a:xfrm>
            <a:off x="8439827" y="2812309"/>
            <a:ext cx="353678" cy="168275"/>
            <a:chOff x="7493876" y="2774731"/>
            <a:chExt cx="1481958" cy="894622"/>
          </a:xfrm>
        </p:grpSpPr>
        <p:sp>
          <p:nvSpPr>
            <p:cNvPr id="138" name="Freeform 137">
              <a:extLst>
                <a:ext uri="{FF2B5EF4-FFF2-40B4-BE49-F238E27FC236}">
                  <a16:creationId xmlns="" xmlns:a16="http://schemas.microsoft.com/office/drawing/2014/main" id="{E2A87F28-E662-7843-88D6-0813EE7C9C7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39" name="Oval 138">
              <a:extLst>
                <a:ext uri="{FF2B5EF4-FFF2-40B4-BE49-F238E27FC236}">
                  <a16:creationId xmlns="" xmlns:a16="http://schemas.microsoft.com/office/drawing/2014/main" id="{7F5A88D5-7F33-C641-91D0-89A14D0320A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40" name="Group 139">
              <a:extLst>
                <a:ext uri="{FF2B5EF4-FFF2-40B4-BE49-F238E27FC236}">
                  <a16:creationId xmlns="" xmlns:a16="http://schemas.microsoft.com/office/drawing/2014/main" id="{F27C385B-C23A-9D47-A881-792955281F4B}"/>
                </a:ext>
              </a:extLst>
            </p:cNvPr>
            <p:cNvGrpSpPr/>
            <p:nvPr/>
          </p:nvGrpSpPr>
          <p:grpSpPr>
            <a:xfrm>
              <a:off x="7713663" y="2848339"/>
              <a:ext cx="1042107" cy="425543"/>
              <a:chOff x="7786941" y="2884917"/>
              <a:chExt cx="897649" cy="353919"/>
            </a:xfrm>
          </p:grpSpPr>
          <p:sp>
            <p:nvSpPr>
              <p:cNvPr id="141" name="Freeform 140">
                <a:extLst>
                  <a:ext uri="{FF2B5EF4-FFF2-40B4-BE49-F238E27FC236}">
                    <a16:creationId xmlns="" xmlns:a16="http://schemas.microsoft.com/office/drawing/2014/main" id="{1AAAA0E5-7CFA-D644-ADAB-E7BF68F3D3B3}"/>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2" name="Freeform 141">
                <a:extLst>
                  <a:ext uri="{FF2B5EF4-FFF2-40B4-BE49-F238E27FC236}">
                    <a16:creationId xmlns="" xmlns:a16="http://schemas.microsoft.com/office/drawing/2014/main" id="{751DAA20-67FB-F046-A058-83AEFE0E26C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3" name="Freeform 142">
                <a:extLst>
                  <a:ext uri="{FF2B5EF4-FFF2-40B4-BE49-F238E27FC236}">
                    <a16:creationId xmlns="" xmlns:a16="http://schemas.microsoft.com/office/drawing/2014/main" id="{0C03FD79-9BD7-DD42-AC59-6C4F96612AC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4" name="Freeform 143">
                <a:extLst>
                  <a:ext uri="{FF2B5EF4-FFF2-40B4-BE49-F238E27FC236}">
                    <a16:creationId xmlns="" xmlns:a16="http://schemas.microsoft.com/office/drawing/2014/main" id="{A4610651-9548-304A-8A63-B930DF62228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45" name="Group 144">
            <a:extLst>
              <a:ext uri="{FF2B5EF4-FFF2-40B4-BE49-F238E27FC236}">
                <a16:creationId xmlns="" xmlns:a16="http://schemas.microsoft.com/office/drawing/2014/main" id="{8ECEC947-F5C8-414B-A56E-EBE5DFFEDB1C}"/>
              </a:ext>
            </a:extLst>
          </p:cNvPr>
          <p:cNvGrpSpPr/>
          <p:nvPr/>
        </p:nvGrpSpPr>
        <p:grpSpPr>
          <a:xfrm>
            <a:off x="8050070" y="3965994"/>
            <a:ext cx="354986" cy="175668"/>
            <a:chOff x="7493876" y="2774731"/>
            <a:chExt cx="1481958" cy="894622"/>
          </a:xfrm>
        </p:grpSpPr>
        <p:sp>
          <p:nvSpPr>
            <p:cNvPr id="146" name="Freeform 145">
              <a:extLst>
                <a:ext uri="{FF2B5EF4-FFF2-40B4-BE49-F238E27FC236}">
                  <a16:creationId xmlns="" xmlns:a16="http://schemas.microsoft.com/office/drawing/2014/main" id="{86294923-1C02-5240-95DE-EA2186392E2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47" name="Oval 146">
              <a:extLst>
                <a:ext uri="{FF2B5EF4-FFF2-40B4-BE49-F238E27FC236}">
                  <a16:creationId xmlns="" xmlns:a16="http://schemas.microsoft.com/office/drawing/2014/main" id="{2AB3674D-1CCE-274D-BF8E-CEFECF766B32}"/>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48" name="Group 147">
              <a:extLst>
                <a:ext uri="{FF2B5EF4-FFF2-40B4-BE49-F238E27FC236}">
                  <a16:creationId xmlns="" xmlns:a16="http://schemas.microsoft.com/office/drawing/2014/main" id="{86166535-C584-C14C-9137-7498CC96E8FD}"/>
                </a:ext>
              </a:extLst>
            </p:cNvPr>
            <p:cNvGrpSpPr/>
            <p:nvPr/>
          </p:nvGrpSpPr>
          <p:grpSpPr>
            <a:xfrm>
              <a:off x="7713663" y="2848339"/>
              <a:ext cx="1042107" cy="425543"/>
              <a:chOff x="7786941" y="2884917"/>
              <a:chExt cx="897649" cy="353919"/>
            </a:xfrm>
          </p:grpSpPr>
          <p:sp>
            <p:nvSpPr>
              <p:cNvPr id="149" name="Freeform 148">
                <a:extLst>
                  <a:ext uri="{FF2B5EF4-FFF2-40B4-BE49-F238E27FC236}">
                    <a16:creationId xmlns="" xmlns:a16="http://schemas.microsoft.com/office/drawing/2014/main" id="{17514CA1-86B8-BA44-B4A0-0CEB1F62C26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0" name="Freeform 149">
                <a:extLst>
                  <a:ext uri="{FF2B5EF4-FFF2-40B4-BE49-F238E27FC236}">
                    <a16:creationId xmlns="" xmlns:a16="http://schemas.microsoft.com/office/drawing/2014/main" id="{8D28E726-BB5D-5644-9E9D-DEEB2E0B1FFC}"/>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1" name="Freeform 150">
                <a:extLst>
                  <a:ext uri="{FF2B5EF4-FFF2-40B4-BE49-F238E27FC236}">
                    <a16:creationId xmlns="" xmlns:a16="http://schemas.microsoft.com/office/drawing/2014/main" id="{BDE8E149-5BA9-CB4C-9AC6-1EED7308D871}"/>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2" name="Freeform 151">
                <a:extLst>
                  <a:ext uri="{FF2B5EF4-FFF2-40B4-BE49-F238E27FC236}">
                    <a16:creationId xmlns="" xmlns:a16="http://schemas.microsoft.com/office/drawing/2014/main" id="{BAF1B228-D777-8846-8B1B-6476F6C2AA6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53" name="Group 152">
            <a:extLst>
              <a:ext uri="{FF2B5EF4-FFF2-40B4-BE49-F238E27FC236}">
                <a16:creationId xmlns="" xmlns:a16="http://schemas.microsoft.com/office/drawing/2014/main" id="{419BFD2C-DE5F-0C45-B636-6597FE43775F}"/>
              </a:ext>
            </a:extLst>
          </p:cNvPr>
          <p:cNvGrpSpPr/>
          <p:nvPr/>
        </p:nvGrpSpPr>
        <p:grpSpPr>
          <a:xfrm>
            <a:off x="10884085" y="3601365"/>
            <a:ext cx="170989" cy="97052"/>
            <a:chOff x="7493876" y="2774731"/>
            <a:chExt cx="1481958" cy="894622"/>
          </a:xfrm>
        </p:grpSpPr>
        <p:sp>
          <p:nvSpPr>
            <p:cNvPr id="154" name="Freeform 153">
              <a:extLst>
                <a:ext uri="{FF2B5EF4-FFF2-40B4-BE49-F238E27FC236}">
                  <a16:creationId xmlns="" xmlns:a16="http://schemas.microsoft.com/office/drawing/2014/main" id="{58D0A013-957C-4B4E-8B83-D6592094AC1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55" name="Oval 154">
              <a:extLst>
                <a:ext uri="{FF2B5EF4-FFF2-40B4-BE49-F238E27FC236}">
                  <a16:creationId xmlns="" xmlns:a16="http://schemas.microsoft.com/office/drawing/2014/main" id="{F7DC0323-148A-714F-A6FC-9ADB6FB12895}"/>
                </a:ext>
              </a:extLst>
            </p:cNvPr>
            <p:cNvSpPr/>
            <p:nvPr/>
          </p:nvSpPr>
          <p:spPr>
            <a:xfrm>
              <a:off x="7494729" y="2774731"/>
              <a:ext cx="1480163" cy="579140"/>
            </a:xfrm>
            <a:prstGeom prst="ellipse">
              <a:avLst/>
            </a:prstGeom>
            <a:solidFill>
              <a:srgbClr val="B8C2C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56" name="Group 155">
              <a:extLst>
                <a:ext uri="{FF2B5EF4-FFF2-40B4-BE49-F238E27FC236}">
                  <a16:creationId xmlns="" xmlns:a16="http://schemas.microsoft.com/office/drawing/2014/main" id="{2B6897F2-F6E6-A049-A1D9-17378B713B31}"/>
                </a:ext>
              </a:extLst>
            </p:cNvPr>
            <p:cNvGrpSpPr/>
            <p:nvPr/>
          </p:nvGrpSpPr>
          <p:grpSpPr>
            <a:xfrm>
              <a:off x="7713663" y="2848339"/>
              <a:ext cx="1042107" cy="425543"/>
              <a:chOff x="7786941" y="2884917"/>
              <a:chExt cx="897649" cy="353919"/>
            </a:xfrm>
          </p:grpSpPr>
          <p:sp>
            <p:nvSpPr>
              <p:cNvPr id="157" name="Freeform 156">
                <a:extLst>
                  <a:ext uri="{FF2B5EF4-FFF2-40B4-BE49-F238E27FC236}">
                    <a16:creationId xmlns="" xmlns:a16="http://schemas.microsoft.com/office/drawing/2014/main" id="{0F6ACC7A-4B31-AF42-A472-F972FEE8139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8" name="Freeform 157">
                <a:extLst>
                  <a:ext uri="{FF2B5EF4-FFF2-40B4-BE49-F238E27FC236}">
                    <a16:creationId xmlns="" xmlns:a16="http://schemas.microsoft.com/office/drawing/2014/main" id="{0CE6B10E-CA3E-D444-AB50-17DAB7CAD2C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9" name="Freeform 158">
                <a:extLst>
                  <a:ext uri="{FF2B5EF4-FFF2-40B4-BE49-F238E27FC236}">
                    <a16:creationId xmlns="" xmlns:a16="http://schemas.microsoft.com/office/drawing/2014/main" id="{E3B2228D-5BAA-EC47-BEFB-CB31458923DB}"/>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0" name="Freeform 159">
                <a:extLst>
                  <a:ext uri="{FF2B5EF4-FFF2-40B4-BE49-F238E27FC236}">
                    <a16:creationId xmlns="" xmlns:a16="http://schemas.microsoft.com/office/drawing/2014/main" id="{B7729E0C-173F-C14A-AEF0-A4EC382A5215}"/>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61" name="Group 160">
            <a:extLst>
              <a:ext uri="{FF2B5EF4-FFF2-40B4-BE49-F238E27FC236}">
                <a16:creationId xmlns="" xmlns:a16="http://schemas.microsoft.com/office/drawing/2014/main" id="{0F65CB9E-D1E1-5348-9E59-69DA1CEF2123}"/>
              </a:ext>
            </a:extLst>
          </p:cNvPr>
          <p:cNvGrpSpPr/>
          <p:nvPr/>
        </p:nvGrpSpPr>
        <p:grpSpPr>
          <a:xfrm>
            <a:off x="10410609" y="3496138"/>
            <a:ext cx="353678" cy="198344"/>
            <a:chOff x="7493876" y="2774731"/>
            <a:chExt cx="1481958" cy="894622"/>
          </a:xfrm>
        </p:grpSpPr>
        <p:sp>
          <p:nvSpPr>
            <p:cNvPr id="162" name="Freeform 161">
              <a:extLst>
                <a:ext uri="{FF2B5EF4-FFF2-40B4-BE49-F238E27FC236}">
                  <a16:creationId xmlns="" xmlns:a16="http://schemas.microsoft.com/office/drawing/2014/main" id="{21DBEC0A-03A5-5849-AD80-43903CE8F98A}"/>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63" name="Oval 162">
              <a:extLst>
                <a:ext uri="{FF2B5EF4-FFF2-40B4-BE49-F238E27FC236}">
                  <a16:creationId xmlns="" xmlns:a16="http://schemas.microsoft.com/office/drawing/2014/main" id="{093155A2-B6DA-E04B-931F-EAE90D03294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64" name="Group 163">
              <a:extLst>
                <a:ext uri="{FF2B5EF4-FFF2-40B4-BE49-F238E27FC236}">
                  <a16:creationId xmlns="" xmlns:a16="http://schemas.microsoft.com/office/drawing/2014/main" id="{3931AF15-7062-194D-9D41-4344D0DE6CAC}"/>
                </a:ext>
              </a:extLst>
            </p:cNvPr>
            <p:cNvGrpSpPr/>
            <p:nvPr/>
          </p:nvGrpSpPr>
          <p:grpSpPr>
            <a:xfrm>
              <a:off x="7713663" y="2848339"/>
              <a:ext cx="1042107" cy="425543"/>
              <a:chOff x="7786941" y="2884917"/>
              <a:chExt cx="897649" cy="353919"/>
            </a:xfrm>
          </p:grpSpPr>
          <p:sp>
            <p:nvSpPr>
              <p:cNvPr id="165" name="Freeform 164">
                <a:extLst>
                  <a:ext uri="{FF2B5EF4-FFF2-40B4-BE49-F238E27FC236}">
                    <a16:creationId xmlns="" xmlns:a16="http://schemas.microsoft.com/office/drawing/2014/main" id="{FDC26AF1-24F2-5D45-AB87-61683E4E252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6" name="Freeform 165">
                <a:extLst>
                  <a:ext uri="{FF2B5EF4-FFF2-40B4-BE49-F238E27FC236}">
                    <a16:creationId xmlns="" xmlns:a16="http://schemas.microsoft.com/office/drawing/2014/main" id="{4EC90C20-8D53-0646-9F93-F00306B71CA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7" name="Freeform 166">
                <a:extLst>
                  <a:ext uri="{FF2B5EF4-FFF2-40B4-BE49-F238E27FC236}">
                    <a16:creationId xmlns="" xmlns:a16="http://schemas.microsoft.com/office/drawing/2014/main" id="{49493643-4525-FD45-A56C-AE765396C567}"/>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8" name="Freeform 167">
                <a:extLst>
                  <a:ext uri="{FF2B5EF4-FFF2-40B4-BE49-F238E27FC236}">
                    <a16:creationId xmlns="" xmlns:a16="http://schemas.microsoft.com/office/drawing/2014/main" id="{0824CC9D-76C8-2749-A791-F65C4F3ACA43}"/>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69" name="Group 168">
            <a:extLst>
              <a:ext uri="{FF2B5EF4-FFF2-40B4-BE49-F238E27FC236}">
                <a16:creationId xmlns="" xmlns:a16="http://schemas.microsoft.com/office/drawing/2014/main" id="{CFBE87F9-CE91-5943-9D77-D8B9227384AC}"/>
              </a:ext>
            </a:extLst>
          </p:cNvPr>
          <p:cNvGrpSpPr/>
          <p:nvPr/>
        </p:nvGrpSpPr>
        <p:grpSpPr>
          <a:xfrm>
            <a:off x="9948724" y="2202292"/>
            <a:ext cx="353678" cy="198344"/>
            <a:chOff x="7493876" y="2774731"/>
            <a:chExt cx="1481958" cy="894622"/>
          </a:xfrm>
        </p:grpSpPr>
        <p:sp>
          <p:nvSpPr>
            <p:cNvPr id="170" name="Freeform 169">
              <a:extLst>
                <a:ext uri="{FF2B5EF4-FFF2-40B4-BE49-F238E27FC236}">
                  <a16:creationId xmlns="" xmlns:a16="http://schemas.microsoft.com/office/drawing/2014/main" id="{4F167397-FDB8-4A4D-A599-63F4111F1811}"/>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71" name="Oval 170">
              <a:extLst>
                <a:ext uri="{FF2B5EF4-FFF2-40B4-BE49-F238E27FC236}">
                  <a16:creationId xmlns="" xmlns:a16="http://schemas.microsoft.com/office/drawing/2014/main" id="{08DCFDBA-4FB5-AE49-968D-A9F0C84D1CA6}"/>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72" name="Group 171">
              <a:extLst>
                <a:ext uri="{FF2B5EF4-FFF2-40B4-BE49-F238E27FC236}">
                  <a16:creationId xmlns="" xmlns:a16="http://schemas.microsoft.com/office/drawing/2014/main" id="{185146B5-C4CC-CF42-8938-46F3C689B49E}"/>
                </a:ext>
              </a:extLst>
            </p:cNvPr>
            <p:cNvGrpSpPr/>
            <p:nvPr/>
          </p:nvGrpSpPr>
          <p:grpSpPr>
            <a:xfrm>
              <a:off x="7713663" y="2848339"/>
              <a:ext cx="1042107" cy="425543"/>
              <a:chOff x="7786941" y="2884917"/>
              <a:chExt cx="897649" cy="353919"/>
            </a:xfrm>
          </p:grpSpPr>
          <p:sp>
            <p:nvSpPr>
              <p:cNvPr id="173" name="Freeform 172">
                <a:extLst>
                  <a:ext uri="{FF2B5EF4-FFF2-40B4-BE49-F238E27FC236}">
                    <a16:creationId xmlns="" xmlns:a16="http://schemas.microsoft.com/office/drawing/2014/main" id="{A7227274-32EF-074A-9791-2B53B212E4B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4" name="Freeform 173">
                <a:extLst>
                  <a:ext uri="{FF2B5EF4-FFF2-40B4-BE49-F238E27FC236}">
                    <a16:creationId xmlns="" xmlns:a16="http://schemas.microsoft.com/office/drawing/2014/main" id="{201B35B0-4270-0A43-B1CB-1EA6DEBA0A34}"/>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5" name="Freeform 174">
                <a:extLst>
                  <a:ext uri="{FF2B5EF4-FFF2-40B4-BE49-F238E27FC236}">
                    <a16:creationId xmlns="" xmlns:a16="http://schemas.microsoft.com/office/drawing/2014/main" id="{F7956E94-C156-C749-894C-3962EFA64DC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6" name="Freeform 175">
                <a:extLst>
                  <a:ext uri="{FF2B5EF4-FFF2-40B4-BE49-F238E27FC236}">
                    <a16:creationId xmlns="" xmlns:a16="http://schemas.microsoft.com/office/drawing/2014/main" id="{30545111-AB10-544C-A7FB-8905D7E84A0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77" name="Group 176">
            <a:extLst>
              <a:ext uri="{FF2B5EF4-FFF2-40B4-BE49-F238E27FC236}">
                <a16:creationId xmlns="" xmlns:a16="http://schemas.microsoft.com/office/drawing/2014/main" id="{6D2B1BF7-15E3-B642-B1ED-14A585EC5A4E}"/>
              </a:ext>
            </a:extLst>
          </p:cNvPr>
          <p:cNvGrpSpPr/>
          <p:nvPr/>
        </p:nvGrpSpPr>
        <p:grpSpPr>
          <a:xfrm>
            <a:off x="10527214" y="2613367"/>
            <a:ext cx="353678" cy="198344"/>
            <a:chOff x="7493876" y="2774731"/>
            <a:chExt cx="1481958" cy="894622"/>
          </a:xfrm>
        </p:grpSpPr>
        <p:sp>
          <p:nvSpPr>
            <p:cNvPr id="178" name="Freeform 177">
              <a:extLst>
                <a:ext uri="{FF2B5EF4-FFF2-40B4-BE49-F238E27FC236}">
                  <a16:creationId xmlns="" xmlns:a16="http://schemas.microsoft.com/office/drawing/2014/main" id="{FC3BC896-EAF3-B44C-A223-0B61ADD448AF}"/>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79" name="Oval 178">
              <a:extLst>
                <a:ext uri="{FF2B5EF4-FFF2-40B4-BE49-F238E27FC236}">
                  <a16:creationId xmlns="" xmlns:a16="http://schemas.microsoft.com/office/drawing/2014/main" id="{A1FDE8F7-458E-F043-99FF-74BB3A94040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80" name="Group 179">
              <a:extLst>
                <a:ext uri="{FF2B5EF4-FFF2-40B4-BE49-F238E27FC236}">
                  <a16:creationId xmlns="" xmlns:a16="http://schemas.microsoft.com/office/drawing/2014/main" id="{FF87486C-C62D-A04E-BD6D-5E7B286D0987}"/>
                </a:ext>
              </a:extLst>
            </p:cNvPr>
            <p:cNvGrpSpPr/>
            <p:nvPr/>
          </p:nvGrpSpPr>
          <p:grpSpPr>
            <a:xfrm>
              <a:off x="7713663" y="2848339"/>
              <a:ext cx="1042107" cy="425543"/>
              <a:chOff x="7786941" y="2884917"/>
              <a:chExt cx="897649" cy="353919"/>
            </a:xfrm>
          </p:grpSpPr>
          <p:sp>
            <p:nvSpPr>
              <p:cNvPr id="181" name="Freeform 180">
                <a:extLst>
                  <a:ext uri="{FF2B5EF4-FFF2-40B4-BE49-F238E27FC236}">
                    <a16:creationId xmlns="" xmlns:a16="http://schemas.microsoft.com/office/drawing/2014/main" id="{DEDB6C40-CF6A-E547-8BC1-635D2DC438F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2" name="Freeform 181">
                <a:extLst>
                  <a:ext uri="{FF2B5EF4-FFF2-40B4-BE49-F238E27FC236}">
                    <a16:creationId xmlns="" xmlns:a16="http://schemas.microsoft.com/office/drawing/2014/main" id="{B7776C1D-06CD-5245-AF82-92665409A00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3" name="Freeform 182">
                <a:extLst>
                  <a:ext uri="{FF2B5EF4-FFF2-40B4-BE49-F238E27FC236}">
                    <a16:creationId xmlns="" xmlns:a16="http://schemas.microsoft.com/office/drawing/2014/main" id="{2D893366-435F-C043-8ADD-35A96EC80B1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4" name="Freeform 183">
                <a:extLst>
                  <a:ext uri="{FF2B5EF4-FFF2-40B4-BE49-F238E27FC236}">
                    <a16:creationId xmlns="" xmlns:a16="http://schemas.microsoft.com/office/drawing/2014/main" id="{5246B375-EFFF-874C-BA50-6516A502F0C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85" name="Group 184">
            <a:extLst>
              <a:ext uri="{FF2B5EF4-FFF2-40B4-BE49-F238E27FC236}">
                <a16:creationId xmlns="" xmlns:a16="http://schemas.microsoft.com/office/drawing/2014/main" id="{F0711763-C567-4040-ABFB-F5C34597A154}"/>
              </a:ext>
            </a:extLst>
          </p:cNvPr>
          <p:cNvGrpSpPr/>
          <p:nvPr/>
        </p:nvGrpSpPr>
        <p:grpSpPr>
          <a:xfrm>
            <a:off x="10643825" y="2107963"/>
            <a:ext cx="353678" cy="198344"/>
            <a:chOff x="7493876" y="2774731"/>
            <a:chExt cx="1481958" cy="894622"/>
          </a:xfrm>
        </p:grpSpPr>
        <p:sp>
          <p:nvSpPr>
            <p:cNvPr id="186" name="Freeform 185">
              <a:extLst>
                <a:ext uri="{FF2B5EF4-FFF2-40B4-BE49-F238E27FC236}">
                  <a16:creationId xmlns="" xmlns:a16="http://schemas.microsoft.com/office/drawing/2014/main" id="{7F38627D-7A2B-A841-8C69-850F7253A2D4}"/>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87" name="Oval 186">
              <a:extLst>
                <a:ext uri="{FF2B5EF4-FFF2-40B4-BE49-F238E27FC236}">
                  <a16:creationId xmlns="" xmlns:a16="http://schemas.microsoft.com/office/drawing/2014/main" id="{8FB71122-C2F0-3B40-A94F-7E95B02A39D4}"/>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88" name="Group 187">
              <a:extLst>
                <a:ext uri="{FF2B5EF4-FFF2-40B4-BE49-F238E27FC236}">
                  <a16:creationId xmlns="" xmlns:a16="http://schemas.microsoft.com/office/drawing/2014/main" id="{3A5D9C3E-2D7E-A54F-9A93-7708DD147DB1}"/>
                </a:ext>
              </a:extLst>
            </p:cNvPr>
            <p:cNvGrpSpPr/>
            <p:nvPr/>
          </p:nvGrpSpPr>
          <p:grpSpPr>
            <a:xfrm>
              <a:off x="7713663" y="2848339"/>
              <a:ext cx="1042107" cy="425543"/>
              <a:chOff x="7786941" y="2884917"/>
              <a:chExt cx="897649" cy="353919"/>
            </a:xfrm>
          </p:grpSpPr>
          <p:sp>
            <p:nvSpPr>
              <p:cNvPr id="189" name="Freeform 188">
                <a:extLst>
                  <a:ext uri="{FF2B5EF4-FFF2-40B4-BE49-F238E27FC236}">
                    <a16:creationId xmlns="" xmlns:a16="http://schemas.microsoft.com/office/drawing/2014/main" id="{2B3C3A91-863F-E54F-BCBF-83530898F04D}"/>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0" name="Freeform 189">
                <a:extLst>
                  <a:ext uri="{FF2B5EF4-FFF2-40B4-BE49-F238E27FC236}">
                    <a16:creationId xmlns="" xmlns:a16="http://schemas.microsoft.com/office/drawing/2014/main" id="{E03CE2E4-33A0-7443-968B-028BF2FEAFC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1" name="Freeform 190">
                <a:extLst>
                  <a:ext uri="{FF2B5EF4-FFF2-40B4-BE49-F238E27FC236}">
                    <a16:creationId xmlns="" xmlns:a16="http://schemas.microsoft.com/office/drawing/2014/main" id="{92376DD9-E3A6-0B4A-97CB-7FDA6023E448}"/>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2" name="Freeform 191">
                <a:extLst>
                  <a:ext uri="{FF2B5EF4-FFF2-40B4-BE49-F238E27FC236}">
                    <a16:creationId xmlns="" xmlns:a16="http://schemas.microsoft.com/office/drawing/2014/main" id="{18E42DD9-0888-4A41-A186-22087D773FC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93" name="Group 192">
            <a:extLst>
              <a:ext uri="{FF2B5EF4-FFF2-40B4-BE49-F238E27FC236}">
                <a16:creationId xmlns="" xmlns:a16="http://schemas.microsoft.com/office/drawing/2014/main" id="{E38FF4C3-D0A2-D548-89C0-C35D3E53032F}"/>
              </a:ext>
            </a:extLst>
          </p:cNvPr>
          <p:cNvGrpSpPr/>
          <p:nvPr/>
        </p:nvGrpSpPr>
        <p:grpSpPr>
          <a:xfrm>
            <a:off x="9098788" y="3956624"/>
            <a:ext cx="367224" cy="240304"/>
            <a:chOff x="7493876" y="2774731"/>
            <a:chExt cx="1481958" cy="894622"/>
          </a:xfrm>
        </p:grpSpPr>
        <p:sp>
          <p:nvSpPr>
            <p:cNvPr id="194" name="Freeform 193">
              <a:extLst>
                <a:ext uri="{FF2B5EF4-FFF2-40B4-BE49-F238E27FC236}">
                  <a16:creationId xmlns="" xmlns:a16="http://schemas.microsoft.com/office/drawing/2014/main" id="{027716F5-6A2D-404B-ADB2-50CDACB0206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95" name="Oval 194">
              <a:extLst>
                <a:ext uri="{FF2B5EF4-FFF2-40B4-BE49-F238E27FC236}">
                  <a16:creationId xmlns="" xmlns:a16="http://schemas.microsoft.com/office/drawing/2014/main" id="{C3297389-072E-FE41-B64F-4D54440AB368}"/>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96" name="Group 195">
              <a:extLst>
                <a:ext uri="{FF2B5EF4-FFF2-40B4-BE49-F238E27FC236}">
                  <a16:creationId xmlns="" xmlns:a16="http://schemas.microsoft.com/office/drawing/2014/main" id="{36323224-311B-EE47-BE36-F2BE4EA6BC7F}"/>
                </a:ext>
              </a:extLst>
            </p:cNvPr>
            <p:cNvGrpSpPr/>
            <p:nvPr/>
          </p:nvGrpSpPr>
          <p:grpSpPr>
            <a:xfrm>
              <a:off x="7713663" y="2848339"/>
              <a:ext cx="1042107" cy="425543"/>
              <a:chOff x="7786941" y="2884917"/>
              <a:chExt cx="897649" cy="353919"/>
            </a:xfrm>
          </p:grpSpPr>
          <p:sp>
            <p:nvSpPr>
              <p:cNvPr id="197" name="Freeform 196">
                <a:extLst>
                  <a:ext uri="{FF2B5EF4-FFF2-40B4-BE49-F238E27FC236}">
                    <a16:creationId xmlns="" xmlns:a16="http://schemas.microsoft.com/office/drawing/2014/main" id="{BD802D6F-DAFD-DC41-83D1-DF0F4A2A794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8" name="Freeform 197">
                <a:extLst>
                  <a:ext uri="{FF2B5EF4-FFF2-40B4-BE49-F238E27FC236}">
                    <a16:creationId xmlns="" xmlns:a16="http://schemas.microsoft.com/office/drawing/2014/main" id="{2CE211BA-1FF8-2548-A6C8-5CD1E12C3E1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9" name="Freeform 198">
                <a:extLst>
                  <a:ext uri="{FF2B5EF4-FFF2-40B4-BE49-F238E27FC236}">
                    <a16:creationId xmlns="" xmlns:a16="http://schemas.microsoft.com/office/drawing/2014/main" id="{D363DDD6-C621-F146-B8DA-4A9DDE186BE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0" name="Freeform 199">
                <a:extLst>
                  <a:ext uri="{FF2B5EF4-FFF2-40B4-BE49-F238E27FC236}">
                    <a16:creationId xmlns="" xmlns:a16="http://schemas.microsoft.com/office/drawing/2014/main" id="{BB3402A2-EE9C-A240-899D-8BDF14CF432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01" name="Group 200">
            <a:extLst>
              <a:ext uri="{FF2B5EF4-FFF2-40B4-BE49-F238E27FC236}">
                <a16:creationId xmlns="" xmlns:a16="http://schemas.microsoft.com/office/drawing/2014/main" id="{F6C05161-17CC-4047-8DD1-B9901ECF6386}"/>
              </a:ext>
            </a:extLst>
          </p:cNvPr>
          <p:cNvGrpSpPr/>
          <p:nvPr/>
        </p:nvGrpSpPr>
        <p:grpSpPr>
          <a:xfrm>
            <a:off x="9980126" y="2661565"/>
            <a:ext cx="353678" cy="198344"/>
            <a:chOff x="7493876" y="2774731"/>
            <a:chExt cx="1481958" cy="894622"/>
          </a:xfrm>
        </p:grpSpPr>
        <p:sp>
          <p:nvSpPr>
            <p:cNvPr id="202" name="Freeform 201">
              <a:extLst>
                <a:ext uri="{FF2B5EF4-FFF2-40B4-BE49-F238E27FC236}">
                  <a16:creationId xmlns="" xmlns:a16="http://schemas.microsoft.com/office/drawing/2014/main" id="{947827F3-EDEA-7A42-9B1D-083327F8DECB}"/>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03" name="Oval 202">
              <a:extLst>
                <a:ext uri="{FF2B5EF4-FFF2-40B4-BE49-F238E27FC236}">
                  <a16:creationId xmlns="" xmlns:a16="http://schemas.microsoft.com/office/drawing/2014/main" id="{34CC4598-569C-8B40-92BA-1D2FBE3E50FD}"/>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04" name="Group 203">
              <a:extLst>
                <a:ext uri="{FF2B5EF4-FFF2-40B4-BE49-F238E27FC236}">
                  <a16:creationId xmlns="" xmlns:a16="http://schemas.microsoft.com/office/drawing/2014/main" id="{FC8B6594-03D2-024C-9EA4-C0C60D628F1D}"/>
                </a:ext>
              </a:extLst>
            </p:cNvPr>
            <p:cNvGrpSpPr/>
            <p:nvPr/>
          </p:nvGrpSpPr>
          <p:grpSpPr>
            <a:xfrm>
              <a:off x="7713663" y="2848339"/>
              <a:ext cx="1042107" cy="425543"/>
              <a:chOff x="7786941" y="2884917"/>
              <a:chExt cx="897649" cy="353919"/>
            </a:xfrm>
          </p:grpSpPr>
          <p:sp>
            <p:nvSpPr>
              <p:cNvPr id="205" name="Freeform 204">
                <a:extLst>
                  <a:ext uri="{FF2B5EF4-FFF2-40B4-BE49-F238E27FC236}">
                    <a16:creationId xmlns="" xmlns:a16="http://schemas.microsoft.com/office/drawing/2014/main" id="{1FDE0324-11E3-5145-88E9-DE61B49F2A3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6" name="Freeform 205">
                <a:extLst>
                  <a:ext uri="{FF2B5EF4-FFF2-40B4-BE49-F238E27FC236}">
                    <a16:creationId xmlns="" xmlns:a16="http://schemas.microsoft.com/office/drawing/2014/main" id="{C131568C-F5A3-DB44-94E2-7B887CDB2644}"/>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7" name="Freeform 206">
                <a:extLst>
                  <a:ext uri="{FF2B5EF4-FFF2-40B4-BE49-F238E27FC236}">
                    <a16:creationId xmlns="" xmlns:a16="http://schemas.microsoft.com/office/drawing/2014/main" id="{A7EDAE1E-6998-2048-ADF9-12AD17B25B3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8" name="Freeform 207">
                <a:extLst>
                  <a:ext uri="{FF2B5EF4-FFF2-40B4-BE49-F238E27FC236}">
                    <a16:creationId xmlns="" xmlns:a16="http://schemas.microsoft.com/office/drawing/2014/main" id="{8FC26428-BCB7-1047-B128-BD12A87F81FA}"/>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09" name="Group 208">
            <a:extLst>
              <a:ext uri="{FF2B5EF4-FFF2-40B4-BE49-F238E27FC236}">
                <a16:creationId xmlns="" xmlns:a16="http://schemas.microsoft.com/office/drawing/2014/main" id="{198EE3F8-E7C6-7742-BDAE-10EEB3BA9601}"/>
              </a:ext>
            </a:extLst>
          </p:cNvPr>
          <p:cNvGrpSpPr/>
          <p:nvPr/>
        </p:nvGrpSpPr>
        <p:grpSpPr>
          <a:xfrm>
            <a:off x="9497138" y="3394032"/>
            <a:ext cx="367224" cy="240304"/>
            <a:chOff x="7493876" y="2774731"/>
            <a:chExt cx="1481958" cy="894622"/>
          </a:xfrm>
        </p:grpSpPr>
        <p:sp>
          <p:nvSpPr>
            <p:cNvPr id="210" name="Freeform 209">
              <a:extLst>
                <a:ext uri="{FF2B5EF4-FFF2-40B4-BE49-F238E27FC236}">
                  <a16:creationId xmlns="" xmlns:a16="http://schemas.microsoft.com/office/drawing/2014/main" id="{7A2B8EB1-241A-C04E-9EA1-495DCDBCB17E}"/>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11" name="Oval 210">
              <a:extLst>
                <a:ext uri="{FF2B5EF4-FFF2-40B4-BE49-F238E27FC236}">
                  <a16:creationId xmlns="" xmlns:a16="http://schemas.microsoft.com/office/drawing/2014/main" id="{0B3245D7-5441-9648-A36A-661C2ACB5721}"/>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12" name="Group 211">
              <a:extLst>
                <a:ext uri="{FF2B5EF4-FFF2-40B4-BE49-F238E27FC236}">
                  <a16:creationId xmlns="" xmlns:a16="http://schemas.microsoft.com/office/drawing/2014/main" id="{86F28103-141B-154E-A362-409B3111D184}"/>
                </a:ext>
              </a:extLst>
            </p:cNvPr>
            <p:cNvGrpSpPr/>
            <p:nvPr/>
          </p:nvGrpSpPr>
          <p:grpSpPr>
            <a:xfrm>
              <a:off x="7713663" y="2848339"/>
              <a:ext cx="1042107" cy="425543"/>
              <a:chOff x="7786941" y="2884917"/>
              <a:chExt cx="897649" cy="353919"/>
            </a:xfrm>
          </p:grpSpPr>
          <p:sp>
            <p:nvSpPr>
              <p:cNvPr id="213" name="Freeform 212">
                <a:extLst>
                  <a:ext uri="{FF2B5EF4-FFF2-40B4-BE49-F238E27FC236}">
                    <a16:creationId xmlns="" xmlns:a16="http://schemas.microsoft.com/office/drawing/2014/main" id="{2F7A2BEC-77A9-6D41-8098-B64A792EA0B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4" name="Freeform 213">
                <a:extLst>
                  <a:ext uri="{FF2B5EF4-FFF2-40B4-BE49-F238E27FC236}">
                    <a16:creationId xmlns="" xmlns:a16="http://schemas.microsoft.com/office/drawing/2014/main" id="{7DED57CD-47F8-9D45-9600-A0BEEC97682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5" name="Freeform 214">
                <a:extLst>
                  <a:ext uri="{FF2B5EF4-FFF2-40B4-BE49-F238E27FC236}">
                    <a16:creationId xmlns="" xmlns:a16="http://schemas.microsoft.com/office/drawing/2014/main" id="{210D30D1-E5F0-E44B-A795-D0F4E795F9A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6" name="Freeform 215">
                <a:extLst>
                  <a:ext uri="{FF2B5EF4-FFF2-40B4-BE49-F238E27FC236}">
                    <a16:creationId xmlns="" xmlns:a16="http://schemas.microsoft.com/office/drawing/2014/main" id="{AC7488D5-7B56-8944-802F-C2691C36232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17" name="Group 216">
            <a:extLst>
              <a:ext uri="{FF2B5EF4-FFF2-40B4-BE49-F238E27FC236}">
                <a16:creationId xmlns="" xmlns:a16="http://schemas.microsoft.com/office/drawing/2014/main" id="{5123C752-3FFB-E84D-9E48-DBC9A9F48F37}"/>
              </a:ext>
            </a:extLst>
          </p:cNvPr>
          <p:cNvGrpSpPr/>
          <p:nvPr/>
        </p:nvGrpSpPr>
        <p:grpSpPr>
          <a:xfrm>
            <a:off x="9601554" y="3999763"/>
            <a:ext cx="367224" cy="240304"/>
            <a:chOff x="7493876" y="2774731"/>
            <a:chExt cx="1481958" cy="894622"/>
          </a:xfrm>
        </p:grpSpPr>
        <p:sp>
          <p:nvSpPr>
            <p:cNvPr id="218" name="Freeform 217">
              <a:extLst>
                <a:ext uri="{FF2B5EF4-FFF2-40B4-BE49-F238E27FC236}">
                  <a16:creationId xmlns="" xmlns:a16="http://schemas.microsoft.com/office/drawing/2014/main" id="{D524F684-301C-7542-A0A4-37573182739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19" name="Oval 218">
              <a:extLst>
                <a:ext uri="{FF2B5EF4-FFF2-40B4-BE49-F238E27FC236}">
                  <a16:creationId xmlns="" xmlns:a16="http://schemas.microsoft.com/office/drawing/2014/main" id="{9BF20040-D9C8-B74E-BC0D-F15797752EA9}"/>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20" name="Group 219">
              <a:extLst>
                <a:ext uri="{FF2B5EF4-FFF2-40B4-BE49-F238E27FC236}">
                  <a16:creationId xmlns="" xmlns:a16="http://schemas.microsoft.com/office/drawing/2014/main" id="{79553B03-2EF0-1445-BD4E-875D98E58492}"/>
                </a:ext>
              </a:extLst>
            </p:cNvPr>
            <p:cNvGrpSpPr/>
            <p:nvPr/>
          </p:nvGrpSpPr>
          <p:grpSpPr>
            <a:xfrm>
              <a:off x="7713663" y="2848339"/>
              <a:ext cx="1042107" cy="425543"/>
              <a:chOff x="7786941" y="2884917"/>
              <a:chExt cx="897649" cy="353919"/>
            </a:xfrm>
          </p:grpSpPr>
          <p:sp>
            <p:nvSpPr>
              <p:cNvPr id="221" name="Freeform 220">
                <a:extLst>
                  <a:ext uri="{FF2B5EF4-FFF2-40B4-BE49-F238E27FC236}">
                    <a16:creationId xmlns="" xmlns:a16="http://schemas.microsoft.com/office/drawing/2014/main" id="{DAB927EA-DECF-FE4A-BE5D-802F016FB194}"/>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2" name="Freeform 221">
                <a:extLst>
                  <a:ext uri="{FF2B5EF4-FFF2-40B4-BE49-F238E27FC236}">
                    <a16:creationId xmlns="" xmlns:a16="http://schemas.microsoft.com/office/drawing/2014/main" id="{8F1EA0F6-ACA7-C443-A514-F770A383688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3" name="Freeform 222">
                <a:extLst>
                  <a:ext uri="{FF2B5EF4-FFF2-40B4-BE49-F238E27FC236}">
                    <a16:creationId xmlns="" xmlns:a16="http://schemas.microsoft.com/office/drawing/2014/main" id="{2414339B-8AC7-2444-AC70-285A203D116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4" name="Freeform 223">
                <a:extLst>
                  <a:ext uri="{FF2B5EF4-FFF2-40B4-BE49-F238E27FC236}">
                    <a16:creationId xmlns="" xmlns:a16="http://schemas.microsoft.com/office/drawing/2014/main" id="{AEF6DCDC-2F65-B349-B551-DC3FACF6D577}"/>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25" name="Group 224">
            <a:extLst>
              <a:ext uri="{FF2B5EF4-FFF2-40B4-BE49-F238E27FC236}">
                <a16:creationId xmlns="" xmlns:a16="http://schemas.microsoft.com/office/drawing/2014/main" id="{9F5D0807-95F5-B242-9940-2134E3CE864D}"/>
              </a:ext>
            </a:extLst>
          </p:cNvPr>
          <p:cNvGrpSpPr/>
          <p:nvPr/>
        </p:nvGrpSpPr>
        <p:grpSpPr>
          <a:xfrm>
            <a:off x="10375259" y="3992325"/>
            <a:ext cx="353678" cy="198344"/>
            <a:chOff x="7493876" y="2774731"/>
            <a:chExt cx="1481958" cy="894622"/>
          </a:xfrm>
        </p:grpSpPr>
        <p:sp>
          <p:nvSpPr>
            <p:cNvPr id="226" name="Freeform 225">
              <a:extLst>
                <a:ext uri="{FF2B5EF4-FFF2-40B4-BE49-F238E27FC236}">
                  <a16:creationId xmlns="" xmlns:a16="http://schemas.microsoft.com/office/drawing/2014/main" id="{65E7C622-0E2D-F247-B71E-DB43805F13C1}"/>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27" name="Oval 226">
              <a:extLst>
                <a:ext uri="{FF2B5EF4-FFF2-40B4-BE49-F238E27FC236}">
                  <a16:creationId xmlns="" xmlns:a16="http://schemas.microsoft.com/office/drawing/2014/main" id="{E1DDDBA8-9328-FF4B-A036-4A8C314BC34A}"/>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28" name="Group 227">
              <a:extLst>
                <a:ext uri="{FF2B5EF4-FFF2-40B4-BE49-F238E27FC236}">
                  <a16:creationId xmlns="" xmlns:a16="http://schemas.microsoft.com/office/drawing/2014/main" id="{FE4053D3-C37C-B247-AABC-ACB5431A3328}"/>
                </a:ext>
              </a:extLst>
            </p:cNvPr>
            <p:cNvGrpSpPr/>
            <p:nvPr/>
          </p:nvGrpSpPr>
          <p:grpSpPr>
            <a:xfrm>
              <a:off x="7713663" y="2848339"/>
              <a:ext cx="1042107" cy="425543"/>
              <a:chOff x="7786941" y="2884917"/>
              <a:chExt cx="897649" cy="353919"/>
            </a:xfrm>
          </p:grpSpPr>
          <p:sp>
            <p:nvSpPr>
              <p:cNvPr id="229" name="Freeform 228">
                <a:extLst>
                  <a:ext uri="{FF2B5EF4-FFF2-40B4-BE49-F238E27FC236}">
                    <a16:creationId xmlns="" xmlns:a16="http://schemas.microsoft.com/office/drawing/2014/main" id="{9B8C5BFF-F366-864D-9DDD-AD0F594855F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0" name="Freeform 229">
                <a:extLst>
                  <a:ext uri="{FF2B5EF4-FFF2-40B4-BE49-F238E27FC236}">
                    <a16:creationId xmlns="" xmlns:a16="http://schemas.microsoft.com/office/drawing/2014/main" id="{E52E2636-7B29-8B4F-A9E7-0A019FB1233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1" name="Freeform 230">
                <a:extLst>
                  <a:ext uri="{FF2B5EF4-FFF2-40B4-BE49-F238E27FC236}">
                    <a16:creationId xmlns="" xmlns:a16="http://schemas.microsoft.com/office/drawing/2014/main" id="{81B96CBC-D09D-8A44-A7F4-460A6FE268A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2" name="Freeform 231">
                <a:extLst>
                  <a:ext uri="{FF2B5EF4-FFF2-40B4-BE49-F238E27FC236}">
                    <a16:creationId xmlns="" xmlns:a16="http://schemas.microsoft.com/office/drawing/2014/main" id="{AB72586A-2BC3-AD40-8068-98E191DFFEF1}"/>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33" name="Group 232">
            <a:extLst>
              <a:ext uri="{FF2B5EF4-FFF2-40B4-BE49-F238E27FC236}">
                <a16:creationId xmlns="" xmlns:a16="http://schemas.microsoft.com/office/drawing/2014/main" id="{A8973B1E-A991-8E45-9FF7-7AF7F179E328}"/>
              </a:ext>
            </a:extLst>
          </p:cNvPr>
          <p:cNvGrpSpPr/>
          <p:nvPr/>
        </p:nvGrpSpPr>
        <p:grpSpPr>
          <a:xfrm>
            <a:off x="9247893" y="4775686"/>
            <a:ext cx="393760" cy="218578"/>
            <a:chOff x="7493876" y="2774731"/>
            <a:chExt cx="1481958" cy="894622"/>
          </a:xfrm>
        </p:grpSpPr>
        <p:sp>
          <p:nvSpPr>
            <p:cNvPr id="234" name="Freeform 233">
              <a:extLst>
                <a:ext uri="{FF2B5EF4-FFF2-40B4-BE49-F238E27FC236}">
                  <a16:creationId xmlns="" xmlns:a16="http://schemas.microsoft.com/office/drawing/2014/main" id="{5A098E30-A66F-FA4D-9EE8-C0C83DE6D50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35" name="Oval 234">
              <a:extLst>
                <a:ext uri="{FF2B5EF4-FFF2-40B4-BE49-F238E27FC236}">
                  <a16:creationId xmlns="" xmlns:a16="http://schemas.microsoft.com/office/drawing/2014/main" id="{051367D4-C1D9-AF45-9A24-031126A6294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36" name="Group 235">
              <a:extLst>
                <a:ext uri="{FF2B5EF4-FFF2-40B4-BE49-F238E27FC236}">
                  <a16:creationId xmlns="" xmlns:a16="http://schemas.microsoft.com/office/drawing/2014/main" id="{8C4167F2-26A6-0A41-9F23-581BB1D6E53B}"/>
                </a:ext>
              </a:extLst>
            </p:cNvPr>
            <p:cNvGrpSpPr/>
            <p:nvPr/>
          </p:nvGrpSpPr>
          <p:grpSpPr>
            <a:xfrm>
              <a:off x="7713663" y="2848339"/>
              <a:ext cx="1042107" cy="425543"/>
              <a:chOff x="7786941" y="2884917"/>
              <a:chExt cx="897649" cy="353919"/>
            </a:xfrm>
          </p:grpSpPr>
          <p:sp>
            <p:nvSpPr>
              <p:cNvPr id="237" name="Freeform 236">
                <a:extLst>
                  <a:ext uri="{FF2B5EF4-FFF2-40B4-BE49-F238E27FC236}">
                    <a16:creationId xmlns="" xmlns:a16="http://schemas.microsoft.com/office/drawing/2014/main" id="{8AABD328-91C1-C94D-8CB5-66F9CC0DC00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8" name="Freeform 237">
                <a:extLst>
                  <a:ext uri="{FF2B5EF4-FFF2-40B4-BE49-F238E27FC236}">
                    <a16:creationId xmlns="" xmlns:a16="http://schemas.microsoft.com/office/drawing/2014/main" id="{23CBCA43-9398-E043-A20B-00567B73DB89}"/>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9" name="Freeform 238">
                <a:extLst>
                  <a:ext uri="{FF2B5EF4-FFF2-40B4-BE49-F238E27FC236}">
                    <a16:creationId xmlns="" xmlns:a16="http://schemas.microsoft.com/office/drawing/2014/main" id="{06C3D6EF-A0CB-F34C-9C57-9FA040350289}"/>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0" name="Freeform 239">
                <a:extLst>
                  <a:ext uri="{FF2B5EF4-FFF2-40B4-BE49-F238E27FC236}">
                    <a16:creationId xmlns="" xmlns:a16="http://schemas.microsoft.com/office/drawing/2014/main" id="{66D08B47-1DCF-994C-84EE-6C7E588A1D2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41" name="Group 240">
            <a:extLst>
              <a:ext uri="{FF2B5EF4-FFF2-40B4-BE49-F238E27FC236}">
                <a16:creationId xmlns="" xmlns:a16="http://schemas.microsoft.com/office/drawing/2014/main" id="{23665DDF-4A56-E24C-9D9B-557EA2031298}"/>
              </a:ext>
            </a:extLst>
          </p:cNvPr>
          <p:cNvGrpSpPr/>
          <p:nvPr/>
        </p:nvGrpSpPr>
        <p:grpSpPr>
          <a:xfrm>
            <a:off x="10925982" y="4369125"/>
            <a:ext cx="228295" cy="120400"/>
            <a:chOff x="7493876" y="2774731"/>
            <a:chExt cx="1481958" cy="894622"/>
          </a:xfrm>
        </p:grpSpPr>
        <p:sp>
          <p:nvSpPr>
            <p:cNvPr id="242" name="Freeform 241">
              <a:extLst>
                <a:ext uri="{FF2B5EF4-FFF2-40B4-BE49-F238E27FC236}">
                  <a16:creationId xmlns="" xmlns:a16="http://schemas.microsoft.com/office/drawing/2014/main" id="{31441261-7107-C940-87CC-EC4FA053449C}"/>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43" name="Oval 242">
              <a:extLst>
                <a:ext uri="{FF2B5EF4-FFF2-40B4-BE49-F238E27FC236}">
                  <a16:creationId xmlns="" xmlns:a16="http://schemas.microsoft.com/office/drawing/2014/main" id="{5F5B546A-49AB-9042-B43E-5F11C688F25E}"/>
                </a:ext>
              </a:extLst>
            </p:cNvPr>
            <p:cNvSpPr/>
            <p:nvPr/>
          </p:nvSpPr>
          <p:spPr>
            <a:xfrm>
              <a:off x="7494729" y="2774731"/>
              <a:ext cx="1480163" cy="579140"/>
            </a:xfrm>
            <a:prstGeom prst="ellipse">
              <a:avLst/>
            </a:prstGeom>
            <a:solidFill>
              <a:srgbClr val="B8C2C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44" name="Group 243">
              <a:extLst>
                <a:ext uri="{FF2B5EF4-FFF2-40B4-BE49-F238E27FC236}">
                  <a16:creationId xmlns="" xmlns:a16="http://schemas.microsoft.com/office/drawing/2014/main" id="{E8DF2468-3557-AD4F-8E6A-2FD993E8CF5C}"/>
                </a:ext>
              </a:extLst>
            </p:cNvPr>
            <p:cNvGrpSpPr/>
            <p:nvPr/>
          </p:nvGrpSpPr>
          <p:grpSpPr>
            <a:xfrm>
              <a:off x="7713663" y="2848339"/>
              <a:ext cx="1042107" cy="425543"/>
              <a:chOff x="7786941" y="2884917"/>
              <a:chExt cx="897649" cy="353919"/>
            </a:xfrm>
          </p:grpSpPr>
          <p:sp>
            <p:nvSpPr>
              <p:cNvPr id="245" name="Freeform 244">
                <a:extLst>
                  <a:ext uri="{FF2B5EF4-FFF2-40B4-BE49-F238E27FC236}">
                    <a16:creationId xmlns="" xmlns:a16="http://schemas.microsoft.com/office/drawing/2014/main" id="{9E3ADAA4-12C2-404E-917C-5A2F54CCDF6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6" name="Freeform 245">
                <a:extLst>
                  <a:ext uri="{FF2B5EF4-FFF2-40B4-BE49-F238E27FC236}">
                    <a16:creationId xmlns="" xmlns:a16="http://schemas.microsoft.com/office/drawing/2014/main" id="{7A728ED3-C05E-B44A-9C86-A753D22F76A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7" name="Freeform 246">
                <a:extLst>
                  <a:ext uri="{FF2B5EF4-FFF2-40B4-BE49-F238E27FC236}">
                    <a16:creationId xmlns="" xmlns:a16="http://schemas.microsoft.com/office/drawing/2014/main" id="{63D4F443-59AA-0D4F-BA7D-32F6068E799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8" name="Freeform 247">
                <a:extLst>
                  <a:ext uri="{FF2B5EF4-FFF2-40B4-BE49-F238E27FC236}">
                    <a16:creationId xmlns="" xmlns:a16="http://schemas.microsoft.com/office/drawing/2014/main" id="{205AEAD2-2A18-2D4A-91B3-368B52FA7C58}"/>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49" name="Group 248">
            <a:extLst>
              <a:ext uri="{FF2B5EF4-FFF2-40B4-BE49-F238E27FC236}">
                <a16:creationId xmlns="" xmlns:a16="http://schemas.microsoft.com/office/drawing/2014/main" id="{931C36A9-E761-0148-9032-D81ACCB48A29}"/>
              </a:ext>
            </a:extLst>
          </p:cNvPr>
          <p:cNvGrpSpPr/>
          <p:nvPr/>
        </p:nvGrpSpPr>
        <p:grpSpPr>
          <a:xfrm>
            <a:off x="7439074" y="2356613"/>
            <a:ext cx="534987" cy="407988"/>
            <a:chOff x="7432700" y="2327293"/>
            <a:chExt cx="534987" cy="407988"/>
          </a:xfrm>
        </p:grpSpPr>
        <p:pic>
          <p:nvPicPr>
            <p:cNvPr id="250" name="Picture 1017" descr="antenna_stylized">
              <a:extLst>
                <a:ext uri="{FF2B5EF4-FFF2-40B4-BE49-F238E27FC236}">
                  <a16:creationId xmlns="" xmlns:a16="http://schemas.microsoft.com/office/drawing/2014/main" id="{A1B3AFF0-514E-1142-A2F6-8BE3FF21744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432700" y="2327293"/>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1" name="Picture 1018" descr="laptop_keyboard">
              <a:extLst>
                <a:ext uri="{FF2B5EF4-FFF2-40B4-BE49-F238E27FC236}">
                  <a16:creationId xmlns="" xmlns:a16="http://schemas.microsoft.com/office/drawing/2014/main" id="{F72A8B16-D68A-BE43-A9DC-2099F128817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rot="109064" flipH="1">
              <a:off x="7458407" y="2575770"/>
              <a:ext cx="437221" cy="159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2" name="Freeform 1019">
              <a:extLst>
                <a:ext uri="{FF2B5EF4-FFF2-40B4-BE49-F238E27FC236}">
                  <a16:creationId xmlns="" xmlns:a16="http://schemas.microsoft.com/office/drawing/2014/main" id="{8BD550C1-DB66-1D43-B0FF-2194D6CE59D3}"/>
                </a:ext>
              </a:extLst>
            </p:cNvPr>
            <p:cNvSpPr>
              <a:spLocks/>
            </p:cNvSpPr>
            <p:nvPr/>
          </p:nvSpPr>
          <p:spPr bwMode="auto">
            <a:xfrm>
              <a:off x="7603304" y="2420984"/>
              <a:ext cx="351919" cy="208167"/>
            </a:xfrm>
            <a:custGeom>
              <a:avLst/>
              <a:gdLst>
                <a:gd name="T0" fmla="*/ 775798119 w 2982"/>
                <a:gd name="T1" fmla="*/ 0 h 2442"/>
                <a:gd name="T2" fmla="*/ 0 w 2982"/>
                <a:gd name="T3" fmla="*/ 211226083 h 2442"/>
                <a:gd name="T4" fmla="*/ 2147483646 w 2982"/>
                <a:gd name="T5" fmla="*/ 263880059 h 2442"/>
                <a:gd name="T6" fmla="*/ 2147483646 w 2982"/>
                <a:gd name="T7" fmla="*/ 52653891 h 2442"/>
                <a:gd name="T8" fmla="*/ 775798119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53" name="Picture 1020" descr="screen">
              <a:extLst>
                <a:ext uri="{FF2B5EF4-FFF2-40B4-BE49-F238E27FC236}">
                  <a16:creationId xmlns="" xmlns:a16="http://schemas.microsoft.com/office/drawing/2014/main" id="{5B7A4293-9090-2C47-A5F9-1484B3E8E43A}"/>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620637" y="2426338"/>
              <a:ext cx="319785" cy="18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4" name="Freeform 1021">
              <a:extLst>
                <a:ext uri="{FF2B5EF4-FFF2-40B4-BE49-F238E27FC236}">
                  <a16:creationId xmlns="" xmlns:a16="http://schemas.microsoft.com/office/drawing/2014/main" id="{66A9E8A3-089D-144F-8C74-780D0252320C}"/>
                </a:ext>
              </a:extLst>
            </p:cNvPr>
            <p:cNvSpPr>
              <a:spLocks/>
            </p:cNvSpPr>
            <p:nvPr/>
          </p:nvSpPr>
          <p:spPr bwMode="auto">
            <a:xfrm>
              <a:off x="7667378" y="2414843"/>
              <a:ext cx="298167" cy="38736"/>
            </a:xfrm>
            <a:custGeom>
              <a:avLst/>
              <a:gdLst>
                <a:gd name="T0" fmla="*/ 193616298 w 2528"/>
                <a:gd name="T1" fmla="*/ 0 h 455"/>
                <a:gd name="T2" fmla="*/ 2147483646 w 2528"/>
                <a:gd name="T3" fmla="*/ 52445139 h 455"/>
                <a:gd name="T4" fmla="*/ 2147483646 w 2528"/>
                <a:gd name="T5" fmla="*/ 52445139 h 455"/>
                <a:gd name="T6" fmla="*/ 0 w 2528"/>
                <a:gd name="T7" fmla="*/ 52445139 h 455"/>
                <a:gd name="T8" fmla="*/ 193616298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5" name="Freeform 1022">
              <a:extLst>
                <a:ext uri="{FF2B5EF4-FFF2-40B4-BE49-F238E27FC236}">
                  <a16:creationId xmlns="" xmlns:a16="http://schemas.microsoft.com/office/drawing/2014/main" id="{2DEB5F56-4F04-4A4C-B2A9-7F75D7610902}"/>
                </a:ext>
              </a:extLst>
            </p:cNvPr>
            <p:cNvSpPr>
              <a:spLocks/>
            </p:cNvSpPr>
            <p:nvPr/>
          </p:nvSpPr>
          <p:spPr bwMode="auto">
            <a:xfrm>
              <a:off x="7600188" y="2414528"/>
              <a:ext cx="82770" cy="161243"/>
            </a:xfrm>
            <a:custGeom>
              <a:avLst/>
              <a:gdLst>
                <a:gd name="T0" fmla="*/ 773664160 w 702"/>
                <a:gd name="T1" fmla="*/ 0 h 1893"/>
                <a:gd name="T2" fmla="*/ 0 w 702"/>
                <a:gd name="T3" fmla="*/ 210739916 h 1893"/>
                <a:gd name="T4" fmla="*/ 193416040 w 702"/>
                <a:gd name="T5" fmla="*/ 210739916 h 1893"/>
                <a:gd name="T6" fmla="*/ 967080200 w 702"/>
                <a:gd name="T7" fmla="*/ 52529017 h 1893"/>
                <a:gd name="T8" fmla="*/ 77366416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6" name="Freeform 1023">
              <a:extLst>
                <a:ext uri="{FF2B5EF4-FFF2-40B4-BE49-F238E27FC236}">
                  <a16:creationId xmlns="" xmlns:a16="http://schemas.microsoft.com/office/drawing/2014/main" id="{264AB736-6181-DD49-9CF8-34CDC3C98A87}"/>
                </a:ext>
              </a:extLst>
            </p:cNvPr>
            <p:cNvSpPr>
              <a:spLocks/>
            </p:cNvSpPr>
            <p:nvPr/>
          </p:nvSpPr>
          <p:spPr bwMode="auto">
            <a:xfrm>
              <a:off x="7874205" y="2443344"/>
              <a:ext cx="89197" cy="186122"/>
            </a:xfrm>
            <a:custGeom>
              <a:avLst/>
              <a:gdLst>
                <a:gd name="T0" fmla="*/ 969024527 w 756"/>
                <a:gd name="T1" fmla="*/ 0 h 2184"/>
                <a:gd name="T2" fmla="*/ 193802074 w 756"/>
                <a:gd name="T3" fmla="*/ 263660221 h 2184"/>
                <a:gd name="T4" fmla="*/ 0 w 756"/>
                <a:gd name="T5" fmla="*/ 263660221 h 2184"/>
                <a:gd name="T6" fmla="*/ 775222454 w 756"/>
                <a:gd name="T7" fmla="*/ 52610059 h 2184"/>
                <a:gd name="T8" fmla="*/ 96902452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7" name="Freeform 1024">
              <a:extLst>
                <a:ext uri="{FF2B5EF4-FFF2-40B4-BE49-F238E27FC236}">
                  <a16:creationId xmlns="" xmlns:a16="http://schemas.microsoft.com/office/drawing/2014/main" id="{B30F467B-7CAE-E14D-A3A5-8BE8EC571FCC}"/>
                </a:ext>
              </a:extLst>
            </p:cNvPr>
            <p:cNvSpPr>
              <a:spLocks/>
            </p:cNvSpPr>
            <p:nvPr/>
          </p:nvSpPr>
          <p:spPr bwMode="auto">
            <a:xfrm>
              <a:off x="7599214" y="2567582"/>
              <a:ext cx="327185" cy="62828"/>
            </a:xfrm>
            <a:custGeom>
              <a:avLst/>
              <a:gdLst>
                <a:gd name="T0" fmla="*/ 193829444 w 2773"/>
                <a:gd name="T1" fmla="*/ 0 h 738"/>
                <a:gd name="T2" fmla="*/ 0 w 2773"/>
                <a:gd name="T3" fmla="*/ 52443587 h 738"/>
                <a:gd name="T4" fmla="*/ 2147483646 w 2773"/>
                <a:gd name="T5" fmla="*/ 104894411 h 738"/>
                <a:gd name="T6" fmla="*/ 2147483646 w 2773"/>
                <a:gd name="T7" fmla="*/ 52443587 h 738"/>
                <a:gd name="T8" fmla="*/ 193829444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8" name="Freeform 1025">
              <a:extLst>
                <a:ext uri="{FF2B5EF4-FFF2-40B4-BE49-F238E27FC236}">
                  <a16:creationId xmlns="" xmlns:a16="http://schemas.microsoft.com/office/drawing/2014/main" id="{714DEECF-C2B9-3646-8D8C-520B14AFF2A3}"/>
                </a:ext>
              </a:extLst>
            </p:cNvPr>
            <p:cNvSpPr>
              <a:spLocks/>
            </p:cNvSpPr>
            <p:nvPr/>
          </p:nvSpPr>
          <p:spPr bwMode="auto">
            <a:xfrm>
              <a:off x="7884138" y="2444918"/>
              <a:ext cx="83549" cy="186909"/>
            </a:xfrm>
            <a:custGeom>
              <a:avLst/>
              <a:gdLst>
                <a:gd name="T0" fmla="*/ 2147483646 w 637"/>
                <a:gd name="T1" fmla="*/ 0 h 1659"/>
                <a:gd name="T2" fmla="*/ 2147483646 w 637"/>
                <a:gd name="T3" fmla="*/ 0 h 1659"/>
                <a:gd name="T4" fmla="*/ 295581541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9" name="Freeform 1026">
              <a:extLst>
                <a:ext uri="{FF2B5EF4-FFF2-40B4-BE49-F238E27FC236}">
                  <a16:creationId xmlns="" xmlns:a16="http://schemas.microsoft.com/office/drawing/2014/main" id="{434760BE-7A82-7348-8C26-8BB88B73F057}"/>
                </a:ext>
              </a:extLst>
            </p:cNvPr>
            <p:cNvSpPr>
              <a:spLocks/>
            </p:cNvSpPr>
            <p:nvPr/>
          </p:nvSpPr>
          <p:spPr bwMode="auto">
            <a:xfrm>
              <a:off x="7599603" y="2575928"/>
              <a:ext cx="290961" cy="62041"/>
            </a:xfrm>
            <a:custGeom>
              <a:avLst/>
              <a:gdLst>
                <a:gd name="T0" fmla="*/ 0 w 2216"/>
                <a:gd name="T1" fmla="*/ 0 h 550"/>
                <a:gd name="T2" fmla="*/ 296523134 w 2216"/>
                <a:gd name="T3" fmla="*/ 324379338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260" name="Group 1027">
              <a:extLst>
                <a:ext uri="{FF2B5EF4-FFF2-40B4-BE49-F238E27FC236}">
                  <a16:creationId xmlns="" xmlns:a16="http://schemas.microsoft.com/office/drawing/2014/main" id="{A3D737A2-33B2-B843-993D-3954163D2F8B}"/>
                </a:ext>
              </a:extLst>
            </p:cNvPr>
            <p:cNvGrpSpPr>
              <a:grpSpLocks/>
            </p:cNvGrpSpPr>
            <p:nvPr/>
          </p:nvGrpSpPr>
          <p:grpSpPr bwMode="auto">
            <a:xfrm>
              <a:off x="7594735" y="2642220"/>
              <a:ext cx="98740" cy="36846"/>
              <a:chOff x="1740" y="2642"/>
              <a:chExt cx="752" cy="327"/>
            </a:xfrm>
          </p:grpSpPr>
          <p:sp>
            <p:nvSpPr>
              <p:cNvPr id="267" name="Freeform 1028">
                <a:extLst>
                  <a:ext uri="{FF2B5EF4-FFF2-40B4-BE49-F238E27FC236}">
                    <a16:creationId xmlns="" xmlns:a16="http://schemas.microsoft.com/office/drawing/2014/main" id="{2B8D95DD-AA07-CA46-8938-5982463E0F58}"/>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8" name="Freeform 1029">
                <a:extLst>
                  <a:ext uri="{FF2B5EF4-FFF2-40B4-BE49-F238E27FC236}">
                    <a16:creationId xmlns="" xmlns:a16="http://schemas.microsoft.com/office/drawing/2014/main" id="{F36872DC-490B-E041-B789-63AE7E7ACD2E}"/>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9" name="Freeform 1030">
                <a:extLst>
                  <a:ext uri="{FF2B5EF4-FFF2-40B4-BE49-F238E27FC236}">
                    <a16:creationId xmlns="" xmlns:a16="http://schemas.microsoft.com/office/drawing/2014/main" id="{97C01B49-8BEB-1A42-A62D-556A20AEDCF4}"/>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0" name="Freeform 1031">
                <a:extLst>
                  <a:ext uri="{FF2B5EF4-FFF2-40B4-BE49-F238E27FC236}">
                    <a16:creationId xmlns="" xmlns:a16="http://schemas.microsoft.com/office/drawing/2014/main" id="{FDC4BA15-39D3-CD4E-97DA-6107F8C4DFF2}"/>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1" name="Freeform 1032">
                <a:extLst>
                  <a:ext uri="{FF2B5EF4-FFF2-40B4-BE49-F238E27FC236}">
                    <a16:creationId xmlns="" xmlns:a16="http://schemas.microsoft.com/office/drawing/2014/main" id="{B4ED9D93-7953-574C-B8DB-E31647E53850}"/>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2" name="Freeform 1033">
                <a:extLst>
                  <a:ext uri="{FF2B5EF4-FFF2-40B4-BE49-F238E27FC236}">
                    <a16:creationId xmlns="" xmlns:a16="http://schemas.microsoft.com/office/drawing/2014/main" id="{9040F4DE-59D9-0446-9953-D7CF4E6052CB}"/>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61" name="Freeform 1034">
              <a:extLst>
                <a:ext uri="{FF2B5EF4-FFF2-40B4-BE49-F238E27FC236}">
                  <a16:creationId xmlns="" xmlns:a16="http://schemas.microsoft.com/office/drawing/2014/main" id="{2C7F706E-3A83-E04B-96B6-0DFA0DD19559}"/>
                </a:ext>
              </a:extLst>
            </p:cNvPr>
            <p:cNvSpPr>
              <a:spLocks/>
            </p:cNvSpPr>
            <p:nvPr/>
          </p:nvSpPr>
          <p:spPr bwMode="auto">
            <a:xfrm>
              <a:off x="7763780" y="2647731"/>
              <a:ext cx="119578" cy="80936"/>
            </a:xfrm>
            <a:custGeom>
              <a:avLst/>
              <a:gdLst>
                <a:gd name="T0" fmla="*/ 213221464 w 990"/>
                <a:gd name="T1" fmla="*/ 1090686587 h 792"/>
                <a:gd name="T2" fmla="*/ 1915477586 w 990"/>
                <a:gd name="T3" fmla="*/ 0 h 792"/>
                <a:gd name="T4" fmla="*/ 1915477586 w 990"/>
                <a:gd name="T5" fmla="*/ 108859840 h 792"/>
                <a:gd name="T6" fmla="*/ 0 w 990"/>
                <a:gd name="T7" fmla="*/ 1090686587 h 792"/>
                <a:gd name="T8" fmla="*/ 213221464 w 990"/>
                <a:gd name="T9" fmla="*/ 109068658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2" name="Freeform 1035">
              <a:extLst>
                <a:ext uri="{FF2B5EF4-FFF2-40B4-BE49-F238E27FC236}">
                  <a16:creationId xmlns="" xmlns:a16="http://schemas.microsoft.com/office/drawing/2014/main" id="{60E14294-2508-FB4A-AE0F-000AF5BCFC85}"/>
                </a:ext>
              </a:extLst>
            </p:cNvPr>
            <p:cNvSpPr>
              <a:spLocks/>
            </p:cNvSpPr>
            <p:nvPr/>
          </p:nvSpPr>
          <p:spPr bwMode="auto">
            <a:xfrm>
              <a:off x="7458602" y="2654187"/>
              <a:ext cx="305957" cy="73850"/>
            </a:xfrm>
            <a:custGeom>
              <a:avLst/>
              <a:gdLst>
                <a:gd name="T0" fmla="*/ 213486572 w 2532"/>
                <a:gd name="T1" fmla="*/ 0 h 723"/>
                <a:gd name="T2" fmla="*/ 213486572 w 2532"/>
                <a:gd name="T3" fmla="*/ 0 h 723"/>
                <a:gd name="T4" fmla="*/ 2147483646 w 2532"/>
                <a:gd name="T5" fmla="*/ 979380008 h 723"/>
                <a:gd name="T6" fmla="*/ 2147483646 w 2532"/>
                <a:gd name="T7" fmla="*/ 1088085165 h 723"/>
                <a:gd name="T8" fmla="*/ 0 w 2532"/>
                <a:gd name="T9" fmla="*/ 108705259 h 723"/>
                <a:gd name="T10" fmla="*/ 21348657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3" name="Freeform 1036">
              <a:extLst>
                <a:ext uri="{FF2B5EF4-FFF2-40B4-BE49-F238E27FC236}">
                  <a16:creationId xmlns="" xmlns:a16="http://schemas.microsoft.com/office/drawing/2014/main" id="{6816A6AE-0883-4D48-8DF3-05A4914E713B}"/>
                </a:ext>
              </a:extLst>
            </p:cNvPr>
            <p:cNvSpPr>
              <a:spLocks/>
            </p:cNvSpPr>
            <p:nvPr/>
          </p:nvSpPr>
          <p:spPr bwMode="auto">
            <a:xfrm>
              <a:off x="7458797" y="2640645"/>
              <a:ext cx="3311" cy="14959"/>
            </a:xfrm>
            <a:custGeom>
              <a:avLst/>
              <a:gdLst>
                <a:gd name="T0" fmla="*/ 262278191 w 26"/>
                <a:gd name="T1" fmla="*/ 107489981 h 147"/>
                <a:gd name="T2" fmla="*/ 262278191 w 26"/>
                <a:gd name="T3" fmla="*/ 214969480 h 147"/>
                <a:gd name="T4" fmla="*/ 0 w 26"/>
                <a:gd name="T5" fmla="*/ 214969480 h 147"/>
                <a:gd name="T6" fmla="*/ 262278191 w 26"/>
                <a:gd name="T7" fmla="*/ 0 h 147"/>
                <a:gd name="T8" fmla="*/ 262278191 w 26"/>
                <a:gd name="T9" fmla="*/ 10748998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4" name="Freeform 1037">
              <a:extLst>
                <a:ext uri="{FF2B5EF4-FFF2-40B4-BE49-F238E27FC236}">
                  <a16:creationId xmlns="" xmlns:a16="http://schemas.microsoft.com/office/drawing/2014/main" id="{0C4F2B5B-D9EF-F242-A282-CB6CB4D90EE9}"/>
                </a:ext>
              </a:extLst>
            </p:cNvPr>
            <p:cNvSpPr>
              <a:spLocks/>
            </p:cNvSpPr>
            <p:nvPr/>
          </p:nvSpPr>
          <p:spPr bwMode="auto">
            <a:xfrm>
              <a:off x="7458992" y="2579707"/>
              <a:ext cx="142170" cy="61883"/>
            </a:xfrm>
            <a:custGeom>
              <a:avLst/>
              <a:gdLst>
                <a:gd name="T0" fmla="*/ 2136125890 w 1176"/>
                <a:gd name="T1" fmla="*/ 0 h 606"/>
                <a:gd name="T2" fmla="*/ 0 w 1176"/>
                <a:gd name="T3" fmla="*/ 870000945 h 606"/>
                <a:gd name="T4" fmla="*/ 213789467 w 1176"/>
                <a:gd name="T5" fmla="*/ 870000945 h 606"/>
                <a:gd name="T6" fmla="*/ 2136125890 w 1176"/>
                <a:gd name="T7" fmla="*/ 108617123 h 606"/>
                <a:gd name="T8" fmla="*/ 213612589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5" name="Freeform 1038">
              <a:extLst>
                <a:ext uri="{FF2B5EF4-FFF2-40B4-BE49-F238E27FC236}">
                  <a16:creationId xmlns="" xmlns:a16="http://schemas.microsoft.com/office/drawing/2014/main" id="{CA94116C-A643-F041-BE08-F16F1FF3EF9E}"/>
                </a:ext>
              </a:extLst>
            </p:cNvPr>
            <p:cNvSpPr>
              <a:spLocks/>
            </p:cNvSpPr>
            <p:nvPr/>
          </p:nvSpPr>
          <p:spPr bwMode="auto">
            <a:xfrm>
              <a:off x="7468535" y="2643795"/>
              <a:ext cx="290182" cy="71016"/>
            </a:xfrm>
            <a:custGeom>
              <a:avLst/>
              <a:gdLst>
                <a:gd name="T0" fmla="*/ 173112702 w 2532"/>
                <a:gd name="T1" fmla="*/ 0 h 723"/>
                <a:gd name="T2" fmla="*/ 173112702 w 2532"/>
                <a:gd name="T3" fmla="*/ 0 h 723"/>
                <a:gd name="T4" fmla="*/ 2069773885 w 2532"/>
                <a:gd name="T5" fmla="*/ 558173482 h 723"/>
                <a:gd name="T6" fmla="*/ 2069773885 w 2532"/>
                <a:gd name="T7" fmla="*/ 558173482 h 723"/>
                <a:gd name="T8" fmla="*/ 0 w 2532"/>
                <a:gd name="T9" fmla="*/ 92871346 h 723"/>
                <a:gd name="T10" fmla="*/ 17311270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6" name="Freeform 1039">
              <a:extLst>
                <a:ext uri="{FF2B5EF4-FFF2-40B4-BE49-F238E27FC236}">
                  <a16:creationId xmlns="" xmlns:a16="http://schemas.microsoft.com/office/drawing/2014/main" id="{EBBEB869-CEFF-3B4D-8790-DF10B6E9EDC0}"/>
                </a:ext>
              </a:extLst>
            </p:cNvPr>
            <p:cNvSpPr>
              <a:spLocks/>
            </p:cNvSpPr>
            <p:nvPr/>
          </p:nvSpPr>
          <p:spPr bwMode="auto">
            <a:xfrm flipV="1">
              <a:off x="7758327" y="2638756"/>
              <a:ext cx="118410" cy="73535"/>
            </a:xfrm>
            <a:custGeom>
              <a:avLst/>
              <a:gdLst>
                <a:gd name="T0" fmla="*/ 0 w 2532"/>
                <a:gd name="T1" fmla="*/ 0 h 723"/>
                <a:gd name="T2" fmla="*/ 0 w 2532"/>
                <a:gd name="T3" fmla="*/ 0 h 723"/>
                <a:gd name="T4" fmla="*/ 0 w 2532"/>
                <a:gd name="T5" fmla="*/ 962694895 h 723"/>
                <a:gd name="T6" fmla="*/ 0 w 2532"/>
                <a:gd name="T7" fmla="*/ 962694895 h 723"/>
                <a:gd name="T8" fmla="*/ 0 w 2532"/>
                <a:gd name="T9" fmla="*/ 107314314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73" name="Group 272">
            <a:extLst>
              <a:ext uri="{FF2B5EF4-FFF2-40B4-BE49-F238E27FC236}">
                <a16:creationId xmlns="" xmlns:a16="http://schemas.microsoft.com/office/drawing/2014/main" id="{7BE84195-0460-B24A-9BFA-64009B70F0D4}"/>
              </a:ext>
            </a:extLst>
          </p:cNvPr>
          <p:cNvGrpSpPr/>
          <p:nvPr/>
        </p:nvGrpSpPr>
        <p:grpSpPr>
          <a:xfrm>
            <a:off x="8637781" y="2319727"/>
            <a:ext cx="530702" cy="478009"/>
            <a:chOff x="8631407" y="2290407"/>
            <a:chExt cx="530702" cy="478009"/>
          </a:xfrm>
        </p:grpSpPr>
        <p:pic>
          <p:nvPicPr>
            <p:cNvPr id="274" name="Picture 568" descr="light2.png">
              <a:extLst>
                <a:ext uri="{FF2B5EF4-FFF2-40B4-BE49-F238E27FC236}">
                  <a16:creationId xmlns="" xmlns:a16="http://schemas.microsoft.com/office/drawing/2014/main" id="{9C2ABCA4-2AB6-604A-BAF1-3DCCB40F3CF6}"/>
                </a:ext>
              </a:extLst>
            </p:cNvPr>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flipH="1">
              <a:off x="8825293" y="2362969"/>
              <a:ext cx="92772" cy="405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5" name="Picture 1017" descr="antenna_stylized">
              <a:extLst>
                <a:ext uri="{FF2B5EF4-FFF2-40B4-BE49-F238E27FC236}">
                  <a16:creationId xmlns="" xmlns:a16="http://schemas.microsoft.com/office/drawing/2014/main" id="{650AA1D1-0ECD-3E4A-81DB-CC97A96B57C7}"/>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631407" y="2290407"/>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76" name="Group 275">
            <a:extLst>
              <a:ext uri="{FF2B5EF4-FFF2-40B4-BE49-F238E27FC236}">
                <a16:creationId xmlns="" xmlns:a16="http://schemas.microsoft.com/office/drawing/2014/main" id="{EFF79B51-BA03-584F-A0CE-2E5C3CDBD9C8}"/>
              </a:ext>
            </a:extLst>
          </p:cNvPr>
          <p:cNvGrpSpPr/>
          <p:nvPr/>
        </p:nvGrpSpPr>
        <p:grpSpPr>
          <a:xfrm>
            <a:off x="8499539" y="2059124"/>
            <a:ext cx="849312" cy="226109"/>
            <a:chOff x="8493165" y="2029804"/>
            <a:chExt cx="849312" cy="226109"/>
          </a:xfrm>
        </p:grpSpPr>
        <p:pic>
          <p:nvPicPr>
            <p:cNvPr id="277" name="Picture 603" descr="car_icon_small">
              <a:extLst>
                <a:ext uri="{FF2B5EF4-FFF2-40B4-BE49-F238E27FC236}">
                  <a16:creationId xmlns="" xmlns:a16="http://schemas.microsoft.com/office/drawing/2014/main" id="{A16178BF-CE10-DF42-8C1F-E2AAFB94BBE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493165" y="2087638"/>
              <a:ext cx="849312"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8" name="Picture 1017" descr="antenna_stylized">
              <a:extLst>
                <a:ext uri="{FF2B5EF4-FFF2-40B4-BE49-F238E27FC236}">
                  <a16:creationId xmlns="" xmlns:a16="http://schemas.microsoft.com/office/drawing/2014/main" id="{BF73CD36-5E1A-D143-A3EA-8721982417D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704645" y="2029804"/>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79" name="Group 278">
            <a:extLst>
              <a:ext uri="{FF2B5EF4-FFF2-40B4-BE49-F238E27FC236}">
                <a16:creationId xmlns="" xmlns:a16="http://schemas.microsoft.com/office/drawing/2014/main" id="{053CF7AA-EEE7-E849-8975-45A554C35F5B}"/>
              </a:ext>
            </a:extLst>
          </p:cNvPr>
          <p:cNvGrpSpPr/>
          <p:nvPr/>
        </p:nvGrpSpPr>
        <p:grpSpPr>
          <a:xfrm>
            <a:off x="7493518" y="3325424"/>
            <a:ext cx="857739" cy="583764"/>
            <a:chOff x="7487144" y="3296104"/>
            <a:chExt cx="857739" cy="583764"/>
          </a:xfrm>
        </p:grpSpPr>
        <p:grpSp>
          <p:nvGrpSpPr>
            <p:cNvPr id="280" name="Group 279">
              <a:extLst>
                <a:ext uri="{FF2B5EF4-FFF2-40B4-BE49-F238E27FC236}">
                  <a16:creationId xmlns="" xmlns:a16="http://schemas.microsoft.com/office/drawing/2014/main" id="{90508AE9-865D-844C-B2E1-CAED9E70CF88}"/>
                </a:ext>
              </a:extLst>
            </p:cNvPr>
            <p:cNvGrpSpPr/>
            <p:nvPr/>
          </p:nvGrpSpPr>
          <p:grpSpPr>
            <a:xfrm>
              <a:off x="7487144" y="3389820"/>
              <a:ext cx="350807" cy="305517"/>
              <a:chOff x="7487144" y="3389820"/>
              <a:chExt cx="350807" cy="305517"/>
            </a:xfrm>
          </p:grpSpPr>
          <p:pic>
            <p:nvPicPr>
              <p:cNvPr id="287" name="Picture 1115" descr="antenna_stylized">
                <a:extLst>
                  <a:ext uri="{FF2B5EF4-FFF2-40B4-BE49-F238E27FC236}">
                    <a16:creationId xmlns="" xmlns:a16="http://schemas.microsoft.com/office/drawing/2014/main" id="{AD910864-C9F4-C94B-9B97-60E50CF30AC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487144" y="3389820"/>
                <a:ext cx="347997" cy="167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8" name="Picture 1116" descr="laptop_keyboard">
                <a:extLst>
                  <a:ext uri="{FF2B5EF4-FFF2-40B4-BE49-F238E27FC236}">
                    <a16:creationId xmlns="" xmlns:a16="http://schemas.microsoft.com/office/drawing/2014/main" id="{89C482D5-7199-3040-A39E-C983C7E76CD5}"/>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rot="109064" flipH="1">
                <a:off x="7504001" y="3575889"/>
                <a:ext cx="286699" cy="119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9" name="Freeform 1117">
                <a:extLst>
                  <a:ext uri="{FF2B5EF4-FFF2-40B4-BE49-F238E27FC236}">
                    <a16:creationId xmlns="" xmlns:a16="http://schemas.microsoft.com/office/drawing/2014/main" id="{0D17FA05-6DB9-CE4E-8353-3DB3EF64CEF2}"/>
                  </a:ext>
                </a:extLst>
              </p:cNvPr>
              <p:cNvSpPr>
                <a:spLocks/>
              </p:cNvSpPr>
              <p:nvPr/>
            </p:nvSpPr>
            <p:spPr bwMode="auto">
              <a:xfrm>
                <a:off x="7599014" y="3459979"/>
                <a:ext cx="230764" cy="155883"/>
              </a:xfrm>
              <a:custGeom>
                <a:avLst/>
                <a:gdLst>
                  <a:gd name="T0" fmla="*/ 143665061 w 2982"/>
                  <a:gd name="T1" fmla="*/ 0 h 2442"/>
                  <a:gd name="T2" fmla="*/ 0 w 2982"/>
                  <a:gd name="T3" fmla="*/ 66329557 h 2442"/>
                  <a:gd name="T4" fmla="*/ 573719931 w 2982"/>
                  <a:gd name="T5" fmla="*/ 82975142 h 2442"/>
                  <a:gd name="T6" fmla="*/ 717384993 w 2982"/>
                  <a:gd name="T7" fmla="*/ 16645585 h 2442"/>
                  <a:gd name="T8" fmla="*/ 14366506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90" name="Picture 1118" descr="screen">
                <a:extLst>
                  <a:ext uri="{FF2B5EF4-FFF2-40B4-BE49-F238E27FC236}">
                    <a16:creationId xmlns="" xmlns:a16="http://schemas.microsoft.com/office/drawing/2014/main" id="{4A4B2A13-447B-ED4B-A13F-5489BEAC9BE3}"/>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610380" y="3463988"/>
                <a:ext cx="209692" cy="141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1" name="Freeform 1119">
                <a:extLst>
                  <a:ext uri="{FF2B5EF4-FFF2-40B4-BE49-F238E27FC236}">
                    <a16:creationId xmlns="" xmlns:a16="http://schemas.microsoft.com/office/drawing/2014/main" id="{02BC84AC-7149-BD45-BC93-E0DD4ADF91EE}"/>
                  </a:ext>
                </a:extLst>
              </p:cNvPr>
              <p:cNvSpPr>
                <a:spLocks/>
              </p:cNvSpPr>
              <p:nvPr/>
            </p:nvSpPr>
            <p:spPr bwMode="auto">
              <a:xfrm>
                <a:off x="7641029" y="3455381"/>
                <a:ext cx="195517" cy="29007"/>
              </a:xfrm>
              <a:custGeom>
                <a:avLst/>
                <a:gdLst>
                  <a:gd name="T0" fmla="*/ 35620212 w 2528"/>
                  <a:gd name="T1" fmla="*/ 0 h 455"/>
                  <a:gd name="T2" fmla="*/ 608343257 w 2528"/>
                  <a:gd name="T3" fmla="*/ 16582250 h 455"/>
                  <a:gd name="T4" fmla="*/ 572256449 w 2528"/>
                  <a:gd name="T5" fmla="*/ 16582250 h 455"/>
                  <a:gd name="T6" fmla="*/ 0 w 2528"/>
                  <a:gd name="T7" fmla="*/ 16582250 h 455"/>
                  <a:gd name="T8" fmla="*/ 35620212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2" name="Freeform 1120">
                <a:extLst>
                  <a:ext uri="{FF2B5EF4-FFF2-40B4-BE49-F238E27FC236}">
                    <a16:creationId xmlns="" xmlns:a16="http://schemas.microsoft.com/office/drawing/2014/main" id="{43377E2E-A43C-E048-A432-F337E7B5EE63}"/>
                  </a:ext>
                </a:extLst>
              </p:cNvPr>
              <p:cNvSpPr>
                <a:spLocks/>
              </p:cNvSpPr>
              <p:nvPr/>
            </p:nvSpPr>
            <p:spPr bwMode="auto">
              <a:xfrm>
                <a:off x="7596971" y="3455145"/>
                <a:ext cx="54275" cy="120745"/>
              </a:xfrm>
              <a:custGeom>
                <a:avLst/>
                <a:gdLst>
                  <a:gd name="T0" fmla="*/ 142804406 w 702"/>
                  <a:gd name="T1" fmla="*/ 0 h 1893"/>
                  <a:gd name="T2" fmla="*/ 0 w 702"/>
                  <a:gd name="T3" fmla="*/ 66174575 h 1893"/>
                  <a:gd name="T4" fmla="*/ 35584530 w 702"/>
                  <a:gd name="T5" fmla="*/ 66174575 h 1893"/>
                  <a:gd name="T6" fmla="*/ 178855222 w 702"/>
                  <a:gd name="T7" fmla="*/ 16607700 h 1893"/>
                  <a:gd name="T8" fmla="*/ 142804406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3" name="Freeform 1121">
                <a:extLst>
                  <a:ext uri="{FF2B5EF4-FFF2-40B4-BE49-F238E27FC236}">
                    <a16:creationId xmlns="" xmlns:a16="http://schemas.microsoft.com/office/drawing/2014/main" id="{268349DA-55F4-ED45-92D9-0389907B3CA7}"/>
                  </a:ext>
                </a:extLst>
              </p:cNvPr>
              <p:cNvSpPr>
                <a:spLocks/>
              </p:cNvSpPr>
              <p:nvPr/>
            </p:nvSpPr>
            <p:spPr bwMode="auto">
              <a:xfrm>
                <a:off x="7776652" y="3476723"/>
                <a:ext cx="58489" cy="139375"/>
              </a:xfrm>
              <a:custGeom>
                <a:avLst/>
                <a:gdLst>
                  <a:gd name="T0" fmla="*/ 179213623 w 756"/>
                  <a:gd name="T1" fmla="*/ 0 h 2184"/>
                  <a:gd name="T2" fmla="*/ 35656008 w 756"/>
                  <a:gd name="T3" fmla="*/ 82904513 h 2184"/>
                  <a:gd name="T4" fmla="*/ 0 w 756"/>
                  <a:gd name="T5" fmla="*/ 82904513 h 2184"/>
                  <a:gd name="T6" fmla="*/ 143090785 w 756"/>
                  <a:gd name="T7" fmla="*/ 16632211 h 2184"/>
                  <a:gd name="T8" fmla="*/ 179213623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4" name="Freeform 1122">
                <a:extLst>
                  <a:ext uri="{FF2B5EF4-FFF2-40B4-BE49-F238E27FC236}">
                    <a16:creationId xmlns="" xmlns:a16="http://schemas.microsoft.com/office/drawing/2014/main" id="{EB4B31C8-34A6-6D47-B6E1-260958CFBD6F}"/>
                  </a:ext>
                </a:extLst>
              </p:cNvPr>
              <p:cNvSpPr>
                <a:spLocks/>
              </p:cNvSpPr>
              <p:nvPr/>
            </p:nvSpPr>
            <p:spPr bwMode="auto">
              <a:xfrm>
                <a:off x="7596332" y="3569758"/>
                <a:ext cx="214545" cy="47048"/>
              </a:xfrm>
              <a:custGeom>
                <a:avLst/>
                <a:gdLst>
                  <a:gd name="T0" fmla="*/ 35658648 w 2773"/>
                  <a:gd name="T1" fmla="*/ 0 h 738"/>
                  <a:gd name="T2" fmla="*/ 0 w 2773"/>
                  <a:gd name="T3" fmla="*/ 16581742 h 738"/>
                  <a:gd name="T4" fmla="*/ 573357470 w 2773"/>
                  <a:gd name="T5" fmla="*/ 33163485 h 738"/>
                  <a:gd name="T6" fmla="*/ 573357470 w 2773"/>
                  <a:gd name="T7" fmla="*/ 16581742 h 738"/>
                  <a:gd name="T8" fmla="*/ 35658648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5" name="Freeform 1123">
                <a:extLst>
                  <a:ext uri="{FF2B5EF4-FFF2-40B4-BE49-F238E27FC236}">
                    <a16:creationId xmlns="" xmlns:a16="http://schemas.microsoft.com/office/drawing/2014/main" id="{91DE791A-C87B-7849-8B6A-CB3B398F112D}"/>
                  </a:ext>
                </a:extLst>
              </p:cNvPr>
              <p:cNvSpPr>
                <a:spLocks/>
              </p:cNvSpPr>
              <p:nvPr/>
            </p:nvSpPr>
            <p:spPr bwMode="auto">
              <a:xfrm>
                <a:off x="7783165" y="3477902"/>
                <a:ext cx="54786" cy="139965"/>
              </a:xfrm>
              <a:custGeom>
                <a:avLst/>
                <a:gdLst>
                  <a:gd name="T0" fmla="*/ 656550006 w 637"/>
                  <a:gd name="T1" fmla="*/ 0 h 1659"/>
                  <a:gd name="T2" fmla="*/ 656550006 w 637"/>
                  <a:gd name="T3" fmla="*/ 0 h 1659"/>
                  <a:gd name="T4" fmla="*/ 54716163 w 637"/>
                  <a:gd name="T5" fmla="*/ 2147483646 h 1659"/>
                  <a:gd name="T6" fmla="*/ 0 w 637"/>
                  <a:gd name="T7" fmla="*/ 2147483646 h 1659"/>
                  <a:gd name="T8" fmla="*/ 65655000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6" name="Freeform 1124">
                <a:extLst>
                  <a:ext uri="{FF2B5EF4-FFF2-40B4-BE49-F238E27FC236}">
                    <a16:creationId xmlns="" xmlns:a16="http://schemas.microsoft.com/office/drawing/2014/main" id="{A02AA6E2-5FD6-D14F-9923-83771333B1DB}"/>
                  </a:ext>
                </a:extLst>
              </p:cNvPr>
              <p:cNvSpPr>
                <a:spLocks/>
              </p:cNvSpPr>
              <p:nvPr/>
            </p:nvSpPr>
            <p:spPr bwMode="auto">
              <a:xfrm>
                <a:off x="7596588" y="3576007"/>
                <a:ext cx="190792" cy="46458"/>
              </a:xfrm>
              <a:custGeom>
                <a:avLst/>
                <a:gdLst>
                  <a:gd name="T0" fmla="*/ 0 w 2216"/>
                  <a:gd name="T1" fmla="*/ 0 h 550"/>
                  <a:gd name="T2" fmla="*/ 54884212 w 2216"/>
                  <a:gd name="T3" fmla="*/ 101852492 h 550"/>
                  <a:gd name="T4" fmla="*/ 2147483646 w 2216"/>
                  <a:gd name="T5" fmla="*/ 1017940055 h 550"/>
                  <a:gd name="T6" fmla="*/ 2147483646 w 2216"/>
                  <a:gd name="T7" fmla="*/ 865464562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297" name="Group 1125">
                <a:extLst>
                  <a:ext uri="{FF2B5EF4-FFF2-40B4-BE49-F238E27FC236}">
                    <a16:creationId xmlns="" xmlns:a16="http://schemas.microsoft.com/office/drawing/2014/main" id="{7117A071-F66A-A547-B2A3-FDEC23474639}"/>
                  </a:ext>
                </a:extLst>
              </p:cNvPr>
              <p:cNvGrpSpPr>
                <a:grpSpLocks/>
              </p:cNvGrpSpPr>
              <p:nvPr/>
            </p:nvGrpSpPr>
            <p:grpSpPr bwMode="auto">
              <a:xfrm>
                <a:off x="7593395" y="3625649"/>
                <a:ext cx="64747" cy="27592"/>
                <a:chOff x="1740" y="2642"/>
                <a:chExt cx="752" cy="327"/>
              </a:xfrm>
            </p:grpSpPr>
            <p:sp>
              <p:nvSpPr>
                <p:cNvPr id="304" name="Freeform 1126">
                  <a:extLst>
                    <a:ext uri="{FF2B5EF4-FFF2-40B4-BE49-F238E27FC236}">
                      <a16:creationId xmlns="" xmlns:a16="http://schemas.microsoft.com/office/drawing/2014/main" id="{C6A05ABF-09D5-204F-A863-798CDA488ABE}"/>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5" name="Freeform 1127">
                  <a:extLst>
                    <a:ext uri="{FF2B5EF4-FFF2-40B4-BE49-F238E27FC236}">
                      <a16:creationId xmlns="" xmlns:a16="http://schemas.microsoft.com/office/drawing/2014/main" id="{5CAC6B94-A95D-C842-8436-C6DF872191F5}"/>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6" name="Freeform 1128">
                  <a:extLst>
                    <a:ext uri="{FF2B5EF4-FFF2-40B4-BE49-F238E27FC236}">
                      <a16:creationId xmlns="" xmlns:a16="http://schemas.microsoft.com/office/drawing/2014/main" id="{A944E62C-7CE5-5840-927D-ABB2F8B5C22E}"/>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7" name="Freeform 1129">
                  <a:extLst>
                    <a:ext uri="{FF2B5EF4-FFF2-40B4-BE49-F238E27FC236}">
                      <a16:creationId xmlns="" xmlns:a16="http://schemas.microsoft.com/office/drawing/2014/main" id="{5E333F33-6B42-F449-BD09-5F8DBBA551CF}"/>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8" name="Freeform 1130">
                  <a:extLst>
                    <a:ext uri="{FF2B5EF4-FFF2-40B4-BE49-F238E27FC236}">
                      <a16:creationId xmlns="" xmlns:a16="http://schemas.microsoft.com/office/drawing/2014/main" id="{A3DB0786-C2BD-4E43-9012-01938AED5F19}"/>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9" name="Freeform 1131">
                  <a:extLst>
                    <a:ext uri="{FF2B5EF4-FFF2-40B4-BE49-F238E27FC236}">
                      <a16:creationId xmlns="" xmlns:a16="http://schemas.microsoft.com/office/drawing/2014/main" id="{36DD7204-13F9-8C4B-ADCB-9CEF387EE715}"/>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98" name="Freeform 1132">
                <a:extLst>
                  <a:ext uri="{FF2B5EF4-FFF2-40B4-BE49-F238E27FC236}">
                    <a16:creationId xmlns="" xmlns:a16="http://schemas.microsoft.com/office/drawing/2014/main" id="{8DD637FC-2617-F14C-8226-2FC83A2DC1C3}"/>
                  </a:ext>
                </a:extLst>
              </p:cNvPr>
              <p:cNvSpPr>
                <a:spLocks/>
              </p:cNvSpPr>
              <p:nvPr/>
            </p:nvSpPr>
            <p:spPr bwMode="auto">
              <a:xfrm>
                <a:off x="7704243" y="3629776"/>
                <a:ext cx="78411" cy="60608"/>
              </a:xfrm>
              <a:custGeom>
                <a:avLst/>
                <a:gdLst>
                  <a:gd name="T0" fmla="*/ 39250883 w 990"/>
                  <a:gd name="T1" fmla="*/ 342828616 h 792"/>
                  <a:gd name="T2" fmla="*/ 354255671 w 990"/>
                  <a:gd name="T3" fmla="*/ 0 h 792"/>
                  <a:gd name="T4" fmla="*/ 354255671 w 990"/>
                  <a:gd name="T5" fmla="*/ 34504242 h 792"/>
                  <a:gd name="T6" fmla="*/ 0 w 990"/>
                  <a:gd name="T7" fmla="*/ 342828616 h 792"/>
                  <a:gd name="T8" fmla="*/ 39250883 w 990"/>
                  <a:gd name="T9" fmla="*/ 342828616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9" name="Freeform 1133">
                <a:extLst>
                  <a:ext uri="{FF2B5EF4-FFF2-40B4-BE49-F238E27FC236}">
                    <a16:creationId xmlns="" xmlns:a16="http://schemas.microsoft.com/office/drawing/2014/main" id="{DD3D6FA8-3859-DC44-8888-8CB70CFB17F5}"/>
                  </a:ext>
                </a:extLst>
              </p:cNvPr>
              <p:cNvSpPr>
                <a:spLocks/>
              </p:cNvSpPr>
              <p:nvPr/>
            </p:nvSpPr>
            <p:spPr bwMode="auto">
              <a:xfrm>
                <a:off x="7504129" y="3634611"/>
                <a:ext cx="200625" cy="55302"/>
              </a:xfrm>
              <a:custGeom>
                <a:avLst/>
                <a:gdLst>
                  <a:gd name="T0" fmla="*/ 39302216 w 2532"/>
                  <a:gd name="T1" fmla="*/ 0 h 723"/>
                  <a:gd name="T2" fmla="*/ 39302216 w 2532"/>
                  <a:gd name="T3" fmla="*/ 0 h 723"/>
                  <a:gd name="T4" fmla="*/ 867084690 w 2532"/>
                  <a:gd name="T5" fmla="*/ 307891170 h 723"/>
                  <a:gd name="T6" fmla="*/ 867084690 w 2532"/>
                  <a:gd name="T7" fmla="*/ 342351506 h 723"/>
                  <a:gd name="T8" fmla="*/ 0 w 2532"/>
                  <a:gd name="T9" fmla="*/ 34009889 h 723"/>
                  <a:gd name="T10" fmla="*/ 39302216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0" name="Freeform 1134">
                <a:extLst>
                  <a:ext uri="{FF2B5EF4-FFF2-40B4-BE49-F238E27FC236}">
                    <a16:creationId xmlns="" xmlns:a16="http://schemas.microsoft.com/office/drawing/2014/main" id="{C236FB39-37F7-B848-9AD5-F22CFFE062B2}"/>
                  </a:ext>
                </a:extLst>
              </p:cNvPr>
              <p:cNvSpPr>
                <a:spLocks/>
              </p:cNvSpPr>
              <p:nvPr/>
            </p:nvSpPr>
            <p:spPr bwMode="auto">
              <a:xfrm>
                <a:off x="7504257" y="3624470"/>
                <a:ext cx="2171" cy="11202"/>
              </a:xfrm>
              <a:custGeom>
                <a:avLst/>
                <a:gdLst>
                  <a:gd name="T0" fmla="*/ 48903362 w 26"/>
                  <a:gd name="T1" fmla="*/ 33634500 h 147"/>
                  <a:gd name="T2" fmla="*/ 48903362 w 26"/>
                  <a:gd name="T3" fmla="*/ 67263209 h 147"/>
                  <a:gd name="T4" fmla="*/ 0 w 26"/>
                  <a:gd name="T5" fmla="*/ 67263209 h 147"/>
                  <a:gd name="T6" fmla="*/ 48903362 w 26"/>
                  <a:gd name="T7" fmla="*/ 0 h 147"/>
                  <a:gd name="T8" fmla="*/ 48903362 w 26"/>
                  <a:gd name="T9" fmla="*/ 33634500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1" name="Freeform 1135">
                <a:extLst>
                  <a:ext uri="{FF2B5EF4-FFF2-40B4-BE49-F238E27FC236}">
                    <a16:creationId xmlns="" xmlns:a16="http://schemas.microsoft.com/office/drawing/2014/main" id="{0FC27225-99A5-B741-A309-ECBEFBCA7E27}"/>
                  </a:ext>
                </a:extLst>
              </p:cNvPr>
              <p:cNvSpPr>
                <a:spLocks/>
              </p:cNvSpPr>
              <p:nvPr/>
            </p:nvSpPr>
            <p:spPr bwMode="auto">
              <a:xfrm>
                <a:off x="7504384" y="3578837"/>
                <a:ext cx="93225" cy="46340"/>
              </a:xfrm>
              <a:custGeom>
                <a:avLst/>
                <a:gdLst>
                  <a:gd name="T0" fmla="*/ 395043791 w 1176"/>
                  <a:gd name="T1" fmla="*/ 0 h 606"/>
                  <a:gd name="T2" fmla="*/ 0 w 1176"/>
                  <a:gd name="T3" fmla="*/ 273654982 h 606"/>
                  <a:gd name="T4" fmla="*/ 39357994 w 1176"/>
                  <a:gd name="T5" fmla="*/ 273654982 h 606"/>
                  <a:gd name="T6" fmla="*/ 395043791 w 1176"/>
                  <a:gd name="T7" fmla="*/ 33985420 h 606"/>
                  <a:gd name="T8" fmla="*/ 39504379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2" name="Freeform 1136">
                <a:extLst>
                  <a:ext uri="{FF2B5EF4-FFF2-40B4-BE49-F238E27FC236}">
                    <a16:creationId xmlns="" xmlns:a16="http://schemas.microsoft.com/office/drawing/2014/main" id="{E2FC0D41-6288-E741-A785-A83E6CED2AEA}"/>
                  </a:ext>
                </a:extLst>
              </p:cNvPr>
              <p:cNvSpPr>
                <a:spLocks/>
              </p:cNvSpPr>
              <p:nvPr/>
            </p:nvSpPr>
            <p:spPr bwMode="auto">
              <a:xfrm>
                <a:off x="7510642" y="3626829"/>
                <a:ext cx="190281" cy="53180"/>
              </a:xfrm>
              <a:custGeom>
                <a:avLst/>
                <a:gdLst>
                  <a:gd name="T0" fmla="*/ 31829833 w 2532"/>
                  <a:gd name="T1" fmla="*/ 0 h 723"/>
                  <a:gd name="T2" fmla="*/ 31829833 w 2532"/>
                  <a:gd name="T3" fmla="*/ 0 h 723"/>
                  <a:gd name="T4" fmla="*/ 382827787 w 2532"/>
                  <a:gd name="T5" fmla="*/ 175498781 h 723"/>
                  <a:gd name="T6" fmla="*/ 382827787 w 2532"/>
                  <a:gd name="T7" fmla="*/ 175498781 h 723"/>
                  <a:gd name="T8" fmla="*/ 0 w 2532"/>
                  <a:gd name="T9" fmla="*/ 29448186 h 723"/>
                  <a:gd name="T10" fmla="*/ 31829833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3" name="Freeform 1137">
                <a:extLst>
                  <a:ext uri="{FF2B5EF4-FFF2-40B4-BE49-F238E27FC236}">
                    <a16:creationId xmlns="" xmlns:a16="http://schemas.microsoft.com/office/drawing/2014/main" id="{CA6DB5BC-B521-B849-B156-91FAF531CEC8}"/>
                  </a:ext>
                </a:extLst>
              </p:cNvPr>
              <p:cNvSpPr>
                <a:spLocks/>
              </p:cNvSpPr>
              <p:nvPr/>
            </p:nvSpPr>
            <p:spPr bwMode="auto">
              <a:xfrm flipV="1">
                <a:off x="7700668" y="3623055"/>
                <a:ext cx="77645" cy="55066"/>
              </a:xfrm>
              <a:custGeom>
                <a:avLst/>
                <a:gdLst>
                  <a:gd name="T0" fmla="*/ 0 w 2532"/>
                  <a:gd name="T1" fmla="*/ 0 h 723"/>
                  <a:gd name="T2" fmla="*/ 0 w 2532"/>
                  <a:gd name="T3" fmla="*/ 0 h 723"/>
                  <a:gd name="T4" fmla="*/ 0 w 2532"/>
                  <a:gd name="T5" fmla="*/ 302641137 h 723"/>
                  <a:gd name="T6" fmla="*/ 0 w 2532"/>
                  <a:gd name="T7" fmla="*/ 302641137 h 723"/>
                  <a:gd name="T8" fmla="*/ 0 w 2532"/>
                  <a:gd name="T9" fmla="*/ 33575256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81" name="Group 1139">
              <a:extLst>
                <a:ext uri="{FF2B5EF4-FFF2-40B4-BE49-F238E27FC236}">
                  <a16:creationId xmlns="" xmlns:a16="http://schemas.microsoft.com/office/drawing/2014/main" id="{88F41A8A-CF3F-494E-9A2F-B26D7CA16434}"/>
                </a:ext>
              </a:extLst>
            </p:cNvPr>
            <p:cNvGrpSpPr>
              <a:grpSpLocks/>
            </p:cNvGrpSpPr>
            <p:nvPr/>
          </p:nvGrpSpPr>
          <p:grpSpPr bwMode="auto">
            <a:xfrm flipH="1">
              <a:off x="7985622" y="3537823"/>
              <a:ext cx="359261" cy="342045"/>
              <a:chOff x="2839" y="3501"/>
              <a:chExt cx="755" cy="803"/>
            </a:xfrm>
          </p:grpSpPr>
          <p:pic>
            <p:nvPicPr>
              <p:cNvPr id="285" name="Picture 1140" descr="desktop_computer_stylized_medium">
                <a:extLst>
                  <a:ext uri="{FF2B5EF4-FFF2-40B4-BE49-F238E27FC236}">
                    <a16:creationId xmlns="" xmlns:a16="http://schemas.microsoft.com/office/drawing/2014/main" id="{DF6CF23B-627F-354F-9A8F-4AC37674F07C}"/>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 name="Freeform 1141">
                <a:extLst>
                  <a:ext uri="{FF2B5EF4-FFF2-40B4-BE49-F238E27FC236}">
                    <a16:creationId xmlns="" xmlns:a16="http://schemas.microsoft.com/office/drawing/2014/main" id="{5B53917A-96FB-2B49-82B9-6BB3BB16C4AF}"/>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82" name="Group 281">
              <a:extLst>
                <a:ext uri="{FF2B5EF4-FFF2-40B4-BE49-F238E27FC236}">
                  <a16:creationId xmlns="" xmlns:a16="http://schemas.microsoft.com/office/drawing/2014/main" id="{685FF657-B3CE-E945-BB86-D18EC9B7226A}"/>
                </a:ext>
              </a:extLst>
            </p:cNvPr>
            <p:cNvGrpSpPr/>
            <p:nvPr/>
          </p:nvGrpSpPr>
          <p:grpSpPr>
            <a:xfrm>
              <a:off x="7797061" y="3296104"/>
              <a:ext cx="347997" cy="396620"/>
              <a:chOff x="7797061" y="3296104"/>
              <a:chExt cx="347997" cy="396620"/>
            </a:xfrm>
          </p:grpSpPr>
          <p:pic>
            <p:nvPicPr>
              <p:cNvPr id="283" name="Picture 571" descr="fridge2.png">
                <a:extLst>
                  <a:ext uri="{FF2B5EF4-FFF2-40B4-BE49-F238E27FC236}">
                    <a16:creationId xmlns="" xmlns:a16="http://schemas.microsoft.com/office/drawing/2014/main" id="{52D49911-07F8-3343-8A41-1B2AC79DBF22}"/>
                  </a:ext>
                </a:extLst>
              </p:cNvPr>
              <p:cNvPicPr>
                <a:picLocks noChangeAspect="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7896825" y="3355697"/>
                <a:ext cx="189578" cy="337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4" name="Picture 1115" descr="antenna_stylized">
                <a:extLst>
                  <a:ext uri="{FF2B5EF4-FFF2-40B4-BE49-F238E27FC236}">
                    <a16:creationId xmlns="" xmlns:a16="http://schemas.microsoft.com/office/drawing/2014/main" id="{E5CB4C1D-6CCE-AD42-A805-75067034C0A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797061" y="3296104"/>
                <a:ext cx="347997" cy="167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310" name="Group 309">
            <a:extLst>
              <a:ext uri="{FF2B5EF4-FFF2-40B4-BE49-F238E27FC236}">
                <a16:creationId xmlns="" xmlns:a16="http://schemas.microsoft.com/office/drawing/2014/main" id="{09017FE0-34A3-FC43-92EF-C44FBDE65EF6}"/>
              </a:ext>
            </a:extLst>
          </p:cNvPr>
          <p:cNvGrpSpPr/>
          <p:nvPr/>
        </p:nvGrpSpPr>
        <p:grpSpPr>
          <a:xfrm>
            <a:off x="11064947" y="3428485"/>
            <a:ext cx="518448" cy="1212242"/>
            <a:chOff x="11058573" y="3399165"/>
            <a:chExt cx="518448" cy="1212242"/>
          </a:xfrm>
        </p:grpSpPr>
        <p:grpSp>
          <p:nvGrpSpPr>
            <p:cNvPr id="311" name="Group 310">
              <a:extLst>
                <a:ext uri="{FF2B5EF4-FFF2-40B4-BE49-F238E27FC236}">
                  <a16:creationId xmlns="" xmlns:a16="http://schemas.microsoft.com/office/drawing/2014/main" id="{1D2297AB-8C1D-774F-89FF-8EBF734EB162}"/>
                </a:ext>
              </a:extLst>
            </p:cNvPr>
            <p:cNvGrpSpPr/>
            <p:nvPr/>
          </p:nvGrpSpPr>
          <p:grpSpPr>
            <a:xfrm>
              <a:off x="11087182" y="4159591"/>
              <a:ext cx="489839" cy="451816"/>
              <a:chOff x="5103720" y="2693365"/>
              <a:chExt cx="611650" cy="414788"/>
            </a:xfrm>
          </p:grpSpPr>
          <p:cxnSp>
            <p:nvCxnSpPr>
              <p:cNvPr id="318" name="Straight Connector 317">
                <a:extLst>
                  <a:ext uri="{FF2B5EF4-FFF2-40B4-BE49-F238E27FC236}">
                    <a16:creationId xmlns="" xmlns:a16="http://schemas.microsoft.com/office/drawing/2014/main" id="{8983DA81-C479-F849-AB06-EDCD924EF8B3}"/>
                  </a:ext>
                </a:extLst>
              </p:cNvPr>
              <p:cNvCxnSpPr/>
              <p:nvPr/>
            </p:nvCxnSpPr>
            <p:spPr>
              <a:xfrm>
                <a:off x="5103720" y="2914214"/>
                <a:ext cx="232559"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319" name="Group 318">
                <a:extLst>
                  <a:ext uri="{FF2B5EF4-FFF2-40B4-BE49-F238E27FC236}">
                    <a16:creationId xmlns="" xmlns:a16="http://schemas.microsoft.com/office/drawing/2014/main" id="{B934C059-B2C0-5D4F-95BD-4B77D403B522}"/>
                  </a:ext>
                </a:extLst>
              </p:cNvPr>
              <p:cNvGrpSpPr/>
              <p:nvPr/>
            </p:nvGrpSpPr>
            <p:grpSpPr>
              <a:xfrm>
                <a:off x="5275406" y="2693365"/>
                <a:ext cx="439964" cy="414788"/>
                <a:chOff x="5275406" y="2711455"/>
                <a:chExt cx="452949" cy="405518"/>
              </a:xfrm>
            </p:grpSpPr>
            <p:pic>
              <p:nvPicPr>
                <p:cNvPr id="320" name="Picture 319" descr="server_rack.png">
                  <a:extLst>
                    <a:ext uri="{FF2B5EF4-FFF2-40B4-BE49-F238E27FC236}">
                      <a16:creationId xmlns="" xmlns:a16="http://schemas.microsoft.com/office/drawing/2014/main" id="{764A46D5-D344-3246-B4CA-E1BF2CFDEEF5}"/>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537367" y="2770786"/>
                  <a:ext cx="190988" cy="313366"/>
                </a:xfrm>
                <a:prstGeom prst="rect">
                  <a:avLst/>
                </a:prstGeom>
              </p:spPr>
            </p:pic>
            <p:pic>
              <p:nvPicPr>
                <p:cNvPr id="321" name="Picture 320" descr="server_rack.png">
                  <a:extLst>
                    <a:ext uri="{FF2B5EF4-FFF2-40B4-BE49-F238E27FC236}">
                      <a16:creationId xmlns="" xmlns:a16="http://schemas.microsoft.com/office/drawing/2014/main" id="{90C1BE08-C428-E74E-B929-C6D1271BFE16}"/>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275406" y="2764002"/>
                  <a:ext cx="190988" cy="313366"/>
                </a:xfrm>
                <a:prstGeom prst="rect">
                  <a:avLst/>
                </a:prstGeom>
              </p:spPr>
            </p:pic>
            <p:pic>
              <p:nvPicPr>
                <p:cNvPr id="322" name="Picture 321" descr="server_rack.png">
                  <a:extLst>
                    <a:ext uri="{FF2B5EF4-FFF2-40B4-BE49-F238E27FC236}">
                      <a16:creationId xmlns="" xmlns:a16="http://schemas.microsoft.com/office/drawing/2014/main" id="{35FFED4D-9863-0F4E-8222-435564693420}"/>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385676" y="2711455"/>
                  <a:ext cx="247152" cy="405518"/>
                </a:xfrm>
                <a:prstGeom prst="rect">
                  <a:avLst/>
                </a:prstGeom>
              </p:spPr>
            </p:pic>
          </p:grpSp>
        </p:grpSp>
        <p:grpSp>
          <p:nvGrpSpPr>
            <p:cNvPr id="312" name="Group 311">
              <a:extLst>
                <a:ext uri="{FF2B5EF4-FFF2-40B4-BE49-F238E27FC236}">
                  <a16:creationId xmlns="" xmlns:a16="http://schemas.microsoft.com/office/drawing/2014/main" id="{57017C35-5A73-C341-95B3-2D62C8998FD7}"/>
                </a:ext>
              </a:extLst>
            </p:cNvPr>
            <p:cNvGrpSpPr/>
            <p:nvPr/>
          </p:nvGrpSpPr>
          <p:grpSpPr>
            <a:xfrm>
              <a:off x="11058573" y="3399165"/>
              <a:ext cx="423724" cy="405973"/>
              <a:chOff x="5103720" y="2693365"/>
              <a:chExt cx="611650" cy="414788"/>
            </a:xfrm>
          </p:grpSpPr>
          <p:cxnSp>
            <p:nvCxnSpPr>
              <p:cNvPr id="313" name="Straight Connector 312">
                <a:extLst>
                  <a:ext uri="{FF2B5EF4-FFF2-40B4-BE49-F238E27FC236}">
                    <a16:creationId xmlns="" xmlns:a16="http://schemas.microsoft.com/office/drawing/2014/main" id="{0B18831A-9F50-FF4A-B278-F70615A9BC25}"/>
                  </a:ext>
                </a:extLst>
              </p:cNvPr>
              <p:cNvCxnSpPr/>
              <p:nvPr/>
            </p:nvCxnSpPr>
            <p:spPr>
              <a:xfrm>
                <a:off x="5103720" y="2914214"/>
                <a:ext cx="232559"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314" name="Group 313">
                <a:extLst>
                  <a:ext uri="{FF2B5EF4-FFF2-40B4-BE49-F238E27FC236}">
                    <a16:creationId xmlns="" xmlns:a16="http://schemas.microsoft.com/office/drawing/2014/main" id="{DFC7A0EC-A9C9-974E-928E-28DD6455D09A}"/>
                  </a:ext>
                </a:extLst>
              </p:cNvPr>
              <p:cNvGrpSpPr/>
              <p:nvPr/>
            </p:nvGrpSpPr>
            <p:grpSpPr>
              <a:xfrm>
                <a:off x="5275406" y="2693365"/>
                <a:ext cx="439964" cy="414788"/>
                <a:chOff x="5275406" y="2711455"/>
                <a:chExt cx="452949" cy="405518"/>
              </a:xfrm>
            </p:grpSpPr>
            <p:pic>
              <p:nvPicPr>
                <p:cNvPr id="315" name="Picture 314" descr="server_rack.png">
                  <a:extLst>
                    <a:ext uri="{FF2B5EF4-FFF2-40B4-BE49-F238E27FC236}">
                      <a16:creationId xmlns="" xmlns:a16="http://schemas.microsoft.com/office/drawing/2014/main" id="{E480D9A5-8FB7-3647-AB54-42D9700E6451}"/>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537367" y="2770786"/>
                  <a:ext cx="190988" cy="313366"/>
                </a:xfrm>
                <a:prstGeom prst="rect">
                  <a:avLst/>
                </a:prstGeom>
              </p:spPr>
            </p:pic>
            <p:pic>
              <p:nvPicPr>
                <p:cNvPr id="316" name="Picture 315" descr="server_rack.png">
                  <a:extLst>
                    <a:ext uri="{FF2B5EF4-FFF2-40B4-BE49-F238E27FC236}">
                      <a16:creationId xmlns="" xmlns:a16="http://schemas.microsoft.com/office/drawing/2014/main" id="{C17EE074-02D0-4143-8ED9-E4D2205689F5}"/>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275406" y="2764002"/>
                  <a:ext cx="190988" cy="313366"/>
                </a:xfrm>
                <a:prstGeom prst="rect">
                  <a:avLst/>
                </a:prstGeom>
              </p:spPr>
            </p:pic>
            <p:pic>
              <p:nvPicPr>
                <p:cNvPr id="317" name="Picture 316" descr="server_rack.png">
                  <a:extLst>
                    <a:ext uri="{FF2B5EF4-FFF2-40B4-BE49-F238E27FC236}">
                      <a16:creationId xmlns="" xmlns:a16="http://schemas.microsoft.com/office/drawing/2014/main" id="{589F8E4F-69B9-FA46-8D10-90FC7573C77E}"/>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385676" y="2711455"/>
                  <a:ext cx="247152" cy="405518"/>
                </a:xfrm>
                <a:prstGeom prst="rect">
                  <a:avLst/>
                </a:prstGeom>
              </p:spPr>
            </p:pic>
          </p:grpSp>
        </p:grpSp>
      </p:grpSp>
      <p:grpSp>
        <p:nvGrpSpPr>
          <p:cNvPr id="356" name="Group 590">
            <a:extLst>
              <a:ext uri="{FF2B5EF4-FFF2-40B4-BE49-F238E27FC236}">
                <a16:creationId xmlns="" xmlns:a16="http://schemas.microsoft.com/office/drawing/2014/main" id="{002C44D5-1F60-7447-A1D2-6EE5F802021D}"/>
              </a:ext>
            </a:extLst>
          </p:cNvPr>
          <p:cNvGrpSpPr>
            <a:grpSpLocks/>
          </p:cNvGrpSpPr>
          <p:nvPr/>
        </p:nvGrpSpPr>
        <p:grpSpPr bwMode="auto">
          <a:xfrm flipH="1">
            <a:off x="7980855" y="4900161"/>
            <a:ext cx="345630" cy="320302"/>
            <a:chOff x="2839" y="3501"/>
            <a:chExt cx="755" cy="803"/>
          </a:xfrm>
        </p:grpSpPr>
        <p:pic>
          <p:nvPicPr>
            <p:cNvPr id="357" name="Picture 591" descr="desktop_computer_stylized_medium">
              <a:extLst>
                <a:ext uri="{FF2B5EF4-FFF2-40B4-BE49-F238E27FC236}">
                  <a16:creationId xmlns="" xmlns:a16="http://schemas.microsoft.com/office/drawing/2014/main" id="{7F433925-7699-B34E-88C0-C818C4963B38}"/>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 name="Freeform 592">
              <a:extLst>
                <a:ext uri="{FF2B5EF4-FFF2-40B4-BE49-F238E27FC236}">
                  <a16:creationId xmlns="" xmlns:a16="http://schemas.microsoft.com/office/drawing/2014/main" id="{0D0F51BD-6356-DE48-89F6-A645151C0C31}"/>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359" name="Group 1064">
            <a:extLst>
              <a:ext uri="{FF2B5EF4-FFF2-40B4-BE49-F238E27FC236}">
                <a16:creationId xmlns="" xmlns:a16="http://schemas.microsoft.com/office/drawing/2014/main" id="{CF2DB679-9CD3-5148-94F7-225CE8489122}"/>
              </a:ext>
            </a:extLst>
          </p:cNvPr>
          <p:cNvGrpSpPr>
            <a:grpSpLocks/>
          </p:cNvGrpSpPr>
          <p:nvPr/>
        </p:nvGrpSpPr>
        <p:grpSpPr bwMode="auto">
          <a:xfrm>
            <a:off x="9201681" y="5852809"/>
            <a:ext cx="310186" cy="307808"/>
            <a:chOff x="877" y="1008"/>
            <a:chExt cx="2747" cy="2591"/>
          </a:xfrm>
        </p:grpSpPr>
        <p:pic>
          <p:nvPicPr>
            <p:cNvPr id="360" name="Picture 1065" descr="antenna_stylized">
              <a:extLst>
                <a:ext uri="{FF2B5EF4-FFF2-40B4-BE49-F238E27FC236}">
                  <a16:creationId xmlns="" xmlns:a16="http://schemas.microsoft.com/office/drawing/2014/main" id="{9C0613C0-FBB7-284C-AA40-5548C7D21D6A}"/>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1" name="Picture 1066" descr="laptop_keyboard">
              <a:extLst>
                <a:ext uri="{FF2B5EF4-FFF2-40B4-BE49-F238E27FC236}">
                  <a16:creationId xmlns="" xmlns:a16="http://schemas.microsoft.com/office/drawing/2014/main" id="{4AC7E45E-9572-044A-9C56-FC7ECFA5552F}"/>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2" name="Freeform 1067">
              <a:extLst>
                <a:ext uri="{FF2B5EF4-FFF2-40B4-BE49-F238E27FC236}">
                  <a16:creationId xmlns="" xmlns:a16="http://schemas.microsoft.com/office/drawing/2014/main" id="{F03C1D3B-84C4-D14D-85A1-78A65057D89D}"/>
                </a:ext>
              </a:extLst>
            </p:cNvPr>
            <p:cNvSpPr>
              <a:spLocks/>
            </p:cNvSpPr>
            <p:nvPr/>
          </p:nvSpPr>
          <p:spPr bwMode="auto">
            <a:xfrm>
              <a:off x="1753" y="1603"/>
              <a:ext cx="1807" cy="1322"/>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63" name="Picture 1068" descr="screen">
              <a:extLst>
                <a:ext uri="{FF2B5EF4-FFF2-40B4-BE49-F238E27FC236}">
                  <a16:creationId xmlns="" xmlns:a16="http://schemas.microsoft.com/office/drawing/2014/main" id="{F1045CBD-A537-1447-9CC0-AA3BBA3EFD19}"/>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4" name="Freeform 1069">
              <a:extLst>
                <a:ext uri="{FF2B5EF4-FFF2-40B4-BE49-F238E27FC236}">
                  <a16:creationId xmlns="" xmlns:a16="http://schemas.microsoft.com/office/drawing/2014/main" id="{76BB7C6D-EEEF-2649-B828-0A9E5351AEAE}"/>
                </a:ext>
              </a:extLst>
            </p:cNvPr>
            <p:cNvSpPr>
              <a:spLocks/>
            </p:cNvSpPr>
            <p:nvPr/>
          </p:nvSpPr>
          <p:spPr bwMode="auto">
            <a:xfrm>
              <a:off x="2082" y="1564"/>
              <a:ext cx="1531" cy="246"/>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5" name="Freeform 1070">
              <a:extLst>
                <a:ext uri="{FF2B5EF4-FFF2-40B4-BE49-F238E27FC236}">
                  <a16:creationId xmlns="" xmlns:a16="http://schemas.microsoft.com/office/drawing/2014/main" id="{3EACCABC-F6A7-9342-BDAE-E9A2DF204C0A}"/>
                </a:ext>
              </a:extLst>
            </p:cNvPr>
            <p:cNvSpPr>
              <a:spLocks/>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6" name="Freeform 1071">
              <a:extLst>
                <a:ext uri="{FF2B5EF4-FFF2-40B4-BE49-F238E27FC236}">
                  <a16:creationId xmlns="" xmlns:a16="http://schemas.microsoft.com/office/drawing/2014/main" id="{D720BF6A-08AA-AD41-9F98-FEEAF38FA2C7}"/>
                </a:ext>
              </a:extLst>
            </p:cNvPr>
            <p:cNvSpPr>
              <a:spLocks/>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7" name="Freeform 1072">
              <a:extLst>
                <a:ext uri="{FF2B5EF4-FFF2-40B4-BE49-F238E27FC236}">
                  <a16:creationId xmlns="" xmlns:a16="http://schemas.microsoft.com/office/drawing/2014/main" id="{EBF545D7-85F7-654E-89B4-82A30829C94E}"/>
                </a:ext>
              </a:extLst>
            </p:cNvPr>
            <p:cNvSpPr>
              <a:spLocks/>
            </p:cNvSpPr>
            <p:nvPr/>
          </p:nvSpPr>
          <p:spPr bwMode="auto">
            <a:xfrm>
              <a:off x="1732" y="2534"/>
              <a:ext cx="1680" cy="399"/>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8" name="Freeform 1073">
              <a:extLst>
                <a:ext uri="{FF2B5EF4-FFF2-40B4-BE49-F238E27FC236}">
                  <a16:creationId xmlns="" xmlns:a16="http://schemas.microsoft.com/office/drawing/2014/main" id="{6EF35D5A-3DBA-4D49-BA09-E93CEA361840}"/>
                </a:ext>
              </a:extLst>
            </p:cNvPr>
            <p:cNvSpPr>
              <a:spLocks/>
            </p:cNvSpPr>
            <p:nvPr/>
          </p:nvSpPr>
          <p:spPr bwMode="auto">
            <a:xfrm>
              <a:off x="3195" y="1755"/>
              <a:ext cx="429" cy="1187"/>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9" name="Freeform 1074">
              <a:extLst>
                <a:ext uri="{FF2B5EF4-FFF2-40B4-BE49-F238E27FC236}">
                  <a16:creationId xmlns="" xmlns:a16="http://schemas.microsoft.com/office/drawing/2014/main" id="{B6F9A7A1-3455-6E4B-9C84-C9854E64B326}"/>
                </a:ext>
              </a:extLst>
            </p:cNvPr>
            <p:cNvSpPr>
              <a:spLocks/>
            </p:cNvSpPr>
            <p:nvPr/>
          </p:nvSpPr>
          <p:spPr bwMode="auto">
            <a:xfrm>
              <a:off x="1734" y="2587"/>
              <a:ext cx="1494" cy="394"/>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370" name="Group 1075">
              <a:extLst>
                <a:ext uri="{FF2B5EF4-FFF2-40B4-BE49-F238E27FC236}">
                  <a16:creationId xmlns="" xmlns:a16="http://schemas.microsoft.com/office/drawing/2014/main" id="{EE846B91-FBCE-4D4F-98BC-92FA6506F511}"/>
                </a:ext>
              </a:extLst>
            </p:cNvPr>
            <p:cNvGrpSpPr>
              <a:grpSpLocks/>
            </p:cNvGrpSpPr>
            <p:nvPr/>
          </p:nvGrpSpPr>
          <p:grpSpPr bwMode="auto">
            <a:xfrm>
              <a:off x="1709" y="3008"/>
              <a:ext cx="507" cy="234"/>
              <a:chOff x="1740" y="2642"/>
              <a:chExt cx="752" cy="327"/>
            </a:xfrm>
          </p:grpSpPr>
          <p:sp>
            <p:nvSpPr>
              <p:cNvPr id="377" name="Freeform 1076">
                <a:extLst>
                  <a:ext uri="{FF2B5EF4-FFF2-40B4-BE49-F238E27FC236}">
                    <a16:creationId xmlns="" xmlns:a16="http://schemas.microsoft.com/office/drawing/2014/main" id="{446AF9FA-9A2B-6646-8305-E78C2A20B6D2}"/>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8" name="Freeform 1077">
                <a:extLst>
                  <a:ext uri="{FF2B5EF4-FFF2-40B4-BE49-F238E27FC236}">
                    <a16:creationId xmlns="" xmlns:a16="http://schemas.microsoft.com/office/drawing/2014/main" id="{032C23DF-A006-EC41-8986-D3A29EAAEE3A}"/>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9" name="Freeform 1078">
                <a:extLst>
                  <a:ext uri="{FF2B5EF4-FFF2-40B4-BE49-F238E27FC236}">
                    <a16:creationId xmlns="" xmlns:a16="http://schemas.microsoft.com/office/drawing/2014/main" id="{12058F0B-8516-DB42-97C6-166A9AB8DD4A}"/>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0" name="Freeform 1079">
                <a:extLst>
                  <a:ext uri="{FF2B5EF4-FFF2-40B4-BE49-F238E27FC236}">
                    <a16:creationId xmlns="" xmlns:a16="http://schemas.microsoft.com/office/drawing/2014/main" id="{E56484E4-7DE8-5D40-A604-ADBF9CAC6CD8}"/>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1" name="Freeform 1080">
                <a:extLst>
                  <a:ext uri="{FF2B5EF4-FFF2-40B4-BE49-F238E27FC236}">
                    <a16:creationId xmlns="" xmlns:a16="http://schemas.microsoft.com/office/drawing/2014/main" id="{F26D0989-3D25-C44A-99EB-C0C43C9CAD1A}"/>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2" name="Freeform 1081">
                <a:extLst>
                  <a:ext uri="{FF2B5EF4-FFF2-40B4-BE49-F238E27FC236}">
                    <a16:creationId xmlns="" xmlns:a16="http://schemas.microsoft.com/office/drawing/2014/main" id="{F72E0F31-1D88-144B-BBDB-07D0278D1933}"/>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71" name="Freeform 1082">
              <a:extLst>
                <a:ext uri="{FF2B5EF4-FFF2-40B4-BE49-F238E27FC236}">
                  <a16:creationId xmlns="" xmlns:a16="http://schemas.microsoft.com/office/drawing/2014/main" id="{ACBC1450-C521-8449-9515-C8DD92D56656}"/>
                </a:ext>
              </a:extLst>
            </p:cNvPr>
            <p:cNvSpPr>
              <a:spLocks/>
            </p:cNvSpPr>
            <p:nvPr/>
          </p:nvSpPr>
          <p:spPr bwMode="auto">
            <a:xfrm>
              <a:off x="2577" y="3043"/>
              <a:ext cx="614" cy="514"/>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2" name="Freeform 1083">
              <a:extLst>
                <a:ext uri="{FF2B5EF4-FFF2-40B4-BE49-F238E27FC236}">
                  <a16:creationId xmlns="" xmlns:a16="http://schemas.microsoft.com/office/drawing/2014/main" id="{FF494D13-5944-0E4F-BD7D-0B76A1DAD742}"/>
                </a:ext>
              </a:extLst>
            </p:cNvPr>
            <p:cNvSpPr>
              <a:spLocks/>
            </p:cNvSpPr>
            <p:nvPr/>
          </p:nvSpPr>
          <p:spPr bwMode="auto">
            <a:xfrm>
              <a:off x="1010" y="3084"/>
              <a:ext cx="1571" cy="469"/>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3" name="Freeform 1084">
              <a:extLst>
                <a:ext uri="{FF2B5EF4-FFF2-40B4-BE49-F238E27FC236}">
                  <a16:creationId xmlns="" xmlns:a16="http://schemas.microsoft.com/office/drawing/2014/main" id="{9558A80C-37DE-F248-8BD6-AB3D92B29761}"/>
                </a:ext>
              </a:extLst>
            </p:cNvPr>
            <p:cNvSpPr>
              <a:spLocks/>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4" name="Freeform 1085">
              <a:extLst>
                <a:ext uri="{FF2B5EF4-FFF2-40B4-BE49-F238E27FC236}">
                  <a16:creationId xmlns="" xmlns:a16="http://schemas.microsoft.com/office/drawing/2014/main" id="{B4C7A048-5EFA-F841-8C13-E26E13A6AE63}"/>
                </a:ext>
              </a:extLst>
            </p:cNvPr>
            <p:cNvSpPr>
              <a:spLocks/>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5" name="Freeform 1086">
              <a:extLst>
                <a:ext uri="{FF2B5EF4-FFF2-40B4-BE49-F238E27FC236}">
                  <a16:creationId xmlns="" xmlns:a16="http://schemas.microsoft.com/office/drawing/2014/main" id="{AEB574AA-8683-A443-B9F7-0D254045C3FE}"/>
                </a:ext>
              </a:extLst>
            </p:cNvPr>
            <p:cNvSpPr>
              <a:spLocks/>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6" name="Freeform 1087">
              <a:extLst>
                <a:ext uri="{FF2B5EF4-FFF2-40B4-BE49-F238E27FC236}">
                  <a16:creationId xmlns="" xmlns:a16="http://schemas.microsoft.com/office/drawing/2014/main" id="{F9C1D164-EACB-FA4C-A7B6-9E26AB4B776C}"/>
                </a:ext>
              </a:extLst>
            </p:cNvPr>
            <p:cNvSpPr>
              <a:spLocks/>
            </p:cNvSpPr>
            <p:nvPr/>
          </p:nvSpPr>
          <p:spPr bwMode="auto">
            <a:xfrm flipV="1">
              <a:off x="2549" y="2986"/>
              <a:ext cx="608" cy="467"/>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383" name="Group 590">
            <a:extLst>
              <a:ext uri="{FF2B5EF4-FFF2-40B4-BE49-F238E27FC236}">
                <a16:creationId xmlns="" xmlns:a16="http://schemas.microsoft.com/office/drawing/2014/main" id="{0E70B6A3-FE5E-A44E-9290-B5AD07E8CD4C}"/>
              </a:ext>
            </a:extLst>
          </p:cNvPr>
          <p:cNvGrpSpPr>
            <a:grpSpLocks/>
          </p:cNvGrpSpPr>
          <p:nvPr/>
        </p:nvGrpSpPr>
        <p:grpSpPr bwMode="auto">
          <a:xfrm flipH="1">
            <a:off x="8153909" y="5504657"/>
            <a:ext cx="345630" cy="320302"/>
            <a:chOff x="2839" y="3501"/>
            <a:chExt cx="755" cy="803"/>
          </a:xfrm>
        </p:grpSpPr>
        <p:pic>
          <p:nvPicPr>
            <p:cNvPr id="384" name="Picture 591" descr="desktop_computer_stylized_medium">
              <a:extLst>
                <a:ext uri="{FF2B5EF4-FFF2-40B4-BE49-F238E27FC236}">
                  <a16:creationId xmlns="" xmlns:a16="http://schemas.microsoft.com/office/drawing/2014/main" id="{F2BC7D5E-BF7D-1249-AFC8-B8B0E8165A3E}"/>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5" name="Freeform 592">
              <a:extLst>
                <a:ext uri="{FF2B5EF4-FFF2-40B4-BE49-F238E27FC236}">
                  <a16:creationId xmlns="" xmlns:a16="http://schemas.microsoft.com/office/drawing/2014/main" id="{5BDC8880-AD2D-4C4E-B14E-AAED9CDF1B48}"/>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386" name="Group 590">
            <a:extLst>
              <a:ext uri="{FF2B5EF4-FFF2-40B4-BE49-F238E27FC236}">
                <a16:creationId xmlns="" xmlns:a16="http://schemas.microsoft.com/office/drawing/2014/main" id="{F4D03415-B38F-5B44-9B13-ABF6FE4BB199}"/>
              </a:ext>
            </a:extLst>
          </p:cNvPr>
          <p:cNvGrpSpPr>
            <a:grpSpLocks/>
          </p:cNvGrpSpPr>
          <p:nvPr/>
        </p:nvGrpSpPr>
        <p:grpSpPr bwMode="auto">
          <a:xfrm flipH="1">
            <a:off x="8552134" y="5526130"/>
            <a:ext cx="345630" cy="320302"/>
            <a:chOff x="2839" y="3501"/>
            <a:chExt cx="755" cy="803"/>
          </a:xfrm>
        </p:grpSpPr>
        <p:pic>
          <p:nvPicPr>
            <p:cNvPr id="387" name="Picture 591" descr="desktop_computer_stylized_medium">
              <a:extLst>
                <a:ext uri="{FF2B5EF4-FFF2-40B4-BE49-F238E27FC236}">
                  <a16:creationId xmlns="" xmlns:a16="http://schemas.microsoft.com/office/drawing/2014/main" id="{32EA6117-AAC5-C94D-B49B-C43DF16E6002}"/>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8" name="Freeform 592">
              <a:extLst>
                <a:ext uri="{FF2B5EF4-FFF2-40B4-BE49-F238E27FC236}">
                  <a16:creationId xmlns="" xmlns:a16="http://schemas.microsoft.com/office/drawing/2014/main" id="{3508017E-8AA9-D647-891A-276887DA9B44}"/>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389" name="Group 1064">
            <a:extLst>
              <a:ext uri="{FF2B5EF4-FFF2-40B4-BE49-F238E27FC236}">
                <a16:creationId xmlns="" xmlns:a16="http://schemas.microsoft.com/office/drawing/2014/main" id="{8D491387-EBC3-2D40-9285-1F06C1D72E08}"/>
              </a:ext>
            </a:extLst>
          </p:cNvPr>
          <p:cNvGrpSpPr>
            <a:grpSpLocks/>
          </p:cNvGrpSpPr>
          <p:nvPr/>
        </p:nvGrpSpPr>
        <p:grpSpPr bwMode="auto">
          <a:xfrm>
            <a:off x="9534746" y="5795138"/>
            <a:ext cx="319264" cy="253379"/>
            <a:chOff x="877" y="1008"/>
            <a:chExt cx="2747" cy="2591"/>
          </a:xfrm>
        </p:grpSpPr>
        <p:pic>
          <p:nvPicPr>
            <p:cNvPr id="390" name="Picture 1065" descr="antenna_stylized">
              <a:extLst>
                <a:ext uri="{FF2B5EF4-FFF2-40B4-BE49-F238E27FC236}">
                  <a16:creationId xmlns="" xmlns:a16="http://schemas.microsoft.com/office/drawing/2014/main" id="{E1605A46-E7E7-DA4D-A7B1-3F2BF5D0E037}"/>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1" name="Picture 1066" descr="laptop_keyboard">
              <a:extLst>
                <a:ext uri="{FF2B5EF4-FFF2-40B4-BE49-F238E27FC236}">
                  <a16:creationId xmlns="" xmlns:a16="http://schemas.microsoft.com/office/drawing/2014/main" id="{E538A48B-7DCF-524B-8A59-631429692CBD}"/>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2" name="Freeform 1067">
              <a:extLst>
                <a:ext uri="{FF2B5EF4-FFF2-40B4-BE49-F238E27FC236}">
                  <a16:creationId xmlns="" xmlns:a16="http://schemas.microsoft.com/office/drawing/2014/main" id="{0DF72841-010E-EF4C-BF8A-912117577CBB}"/>
                </a:ext>
              </a:extLst>
            </p:cNvPr>
            <p:cNvSpPr>
              <a:spLocks/>
            </p:cNvSpPr>
            <p:nvPr/>
          </p:nvSpPr>
          <p:spPr bwMode="auto">
            <a:xfrm>
              <a:off x="1753" y="1603"/>
              <a:ext cx="1807" cy="1322"/>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93" name="Picture 1068" descr="screen">
              <a:extLst>
                <a:ext uri="{FF2B5EF4-FFF2-40B4-BE49-F238E27FC236}">
                  <a16:creationId xmlns="" xmlns:a16="http://schemas.microsoft.com/office/drawing/2014/main" id="{05FB75E6-02C0-C749-B8C1-6EE94751EFE8}"/>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4" name="Freeform 1069">
              <a:extLst>
                <a:ext uri="{FF2B5EF4-FFF2-40B4-BE49-F238E27FC236}">
                  <a16:creationId xmlns="" xmlns:a16="http://schemas.microsoft.com/office/drawing/2014/main" id="{2C42E210-EA7A-7243-97B1-C77EE2476096}"/>
                </a:ext>
              </a:extLst>
            </p:cNvPr>
            <p:cNvSpPr>
              <a:spLocks/>
            </p:cNvSpPr>
            <p:nvPr/>
          </p:nvSpPr>
          <p:spPr bwMode="auto">
            <a:xfrm>
              <a:off x="2082" y="1564"/>
              <a:ext cx="1531" cy="246"/>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5" name="Freeform 1070">
              <a:extLst>
                <a:ext uri="{FF2B5EF4-FFF2-40B4-BE49-F238E27FC236}">
                  <a16:creationId xmlns="" xmlns:a16="http://schemas.microsoft.com/office/drawing/2014/main" id="{020C16FB-B47C-5A40-8613-E3DA0F01335A}"/>
                </a:ext>
              </a:extLst>
            </p:cNvPr>
            <p:cNvSpPr>
              <a:spLocks/>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6" name="Freeform 1071">
              <a:extLst>
                <a:ext uri="{FF2B5EF4-FFF2-40B4-BE49-F238E27FC236}">
                  <a16:creationId xmlns="" xmlns:a16="http://schemas.microsoft.com/office/drawing/2014/main" id="{B6AF1532-CB13-784D-8AF3-B5F865952BA8}"/>
                </a:ext>
              </a:extLst>
            </p:cNvPr>
            <p:cNvSpPr>
              <a:spLocks/>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7" name="Freeform 1072">
              <a:extLst>
                <a:ext uri="{FF2B5EF4-FFF2-40B4-BE49-F238E27FC236}">
                  <a16:creationId xmlns="" xmlns:a16="http://schemas.microsoft.com/office/drawing/2014/main" id="{A71AE470-9F14-D044-93DB-3DCB5DBEBD96}"/>
                </a:ext>
              </a:extLst>
            </p:cNvPr>
            <p:cNvSpPr>
              <a:spLocks/>
            </p:cNvSpPr>
            <p:nvPr/>
          </p:nvSpPr>
          <p:spPr bwMode="auto">
            <a:xfrm>
              <a:off x="1732" y="2534"/>
              <a:ext cx="1680" cy="399"/>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8" name="Freeform 1073">
              <a:extLst>
                <a:ext uri="{FF2B5EF4-FFF2-40B4-BE49-F238E27FC236}">
                  <a16:creationId xmlns="" xmlns:a16="http://schemas.microsoft.com/office/drawing/2014/main" id="{7753045D-9842-CC41-9B0D-EB58149EA7D3}"/>
                </a:ext>
              </a:extLst>
            </p:cNvPr>
            <p:cNvSpPr>
              <a:spLocks/>
            </p:cNvSpPr>
            <p:nvPr/>
          </p:nvSpPr>
          <p:spPr bwMode="auto">
            <a:xfrm>
              <a:off x="3195" y="1755"/>
              <a:ext cx="429" cy="1187"/>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9" name="Freeform 1074">
              <a:extLst>
                <a:ext uri="{FF2B5EF4-FFF2-40B4-BE49-F238E27FC236}">
                  <a16:creationId xmlns="" xmlns:a16="http://schemas.microsoft.com/office/drawing/2014/main" id="{FB62560B-8A1D-1D4A-9C7F-3D1ED4E8CEDD}"/>
                </a:ext>
              </a:extLst>
            </p:cNvPr>
            <p:cNvSpPr>
              <a:spLocks/>
            </p:cNvSpPr>
            <p:nvPr/>
          </p:nvSpPr>
          <p:spPr bwMode="auto">
            <a:xfrm>
              <a:off x="1734" y="2587"/>
              <a:ext cx="1494" cy="394"/>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00" name="Group 1075">
              <a:extLst>
                <a:ext uri="{FF2B5EF4-FFF2-40B4-BE49-F238E27FC236}">
                  <a16:creationId xmlns="" xmlns:a16="http://schemas.microsoft.com/office/drawing/2014/main" id="{954A64CB-1C45-324C-8CBE-16624C1A0B84}"/>
                </a:ext>
              </a:extLst>
            </p:cNvPr>
            <p:cNvGrpSpPr>
              <a:grpSpLocks/>
            </p:cNvGrpSpPr>
            <p:nvPr/>
          </p:nvGrpSpPr>
          <p:grpSpPr bwMode="auto">
            <a:xfrm>
              <a:off x="1709" y="3008"/>
              <a:ext cx="507" cy="234"/>
              <a:chOff x="1740" y="2642"/>
              <a:chExt cx="752" cy="327"/>
            </a:xfrm>
          </p:grpSpPr>
          <p:sp>
            <p:nvSpPr>
              <p:cNvPr id="407" name="Freeform 1076">
                <a:extLst>
                  <a:ext uri="{FF2B5EF4-FFF2-40B4-BE49-F238E27FC236}">
                    <a16:creationId xmlns="" xmlns:a16="http://schemas.microsoft.com/office/drawing/2014/main" id="{69DEB18E-BA65-9043-A426-C13F767151ED}"/>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8" name="Freeform 1077">
                <a:extLst>
                  <a:ext uri="{FF2B5EF4-FFF2-40B4-BE49-F238E27FC236}">
                    <a16:creationId xmlns="" xmlns:a16="http://schemas.microsoft.com/office/drawing/2014/main" id="{4DE24D51-7581-B14D-B3B6-84A687083206}"/>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9" name="Freeform 1078">
                <a:extLst>
                  <a:ext uri="{FF2B5EF4-FFF2-40B4-BE49-F238E27FC236}">
                    <a16:creationId xmlns="" xmlns:a16="http://schemas.microsoft.com/office/drawing/2014/main" id="{EFD736A0-861B-7C41-B7C6-101FA03763F8}"/>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0" name="Freeform 1079">
                <a:extLst>
                  <a:ext uri="{FF2B5EF4-FFF2-40B4-BE49-F238E27FC236}">
                    <a16:creationId xmlns="" xmlns:a16="http://schemas.microsoft.com/office/drawing/2014/main" id="{8BD7163E-D90B-7647-AEF5-5CECAFA59C37}"/>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1" name="Freeform 1080">
                <a:extLst>
                  <a:ext uri="{FF2B5EF4-FFF2-40B4-BE49-F238E27FC236}">
                    <a16:creationId xmlns="" xmlns:a16="http://schemas.microsoft.com/office/drawing/2014/main" id="{FC877D4D-D065-104D-8CA3-E0607A9B3F87}"/>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2" name="Freeform 1081">
                <a:extLst>
                  <a:ext uri="{FF2B5EF4-FFF2-40B4-BE49-F238E27FC236}">
                    <a16:creationId xmlns="" xmlns:a16="http://schemas.microsoft.com/office/drawing/2014/main" id="{BA9728F5-6BD1-104C-9953-C37CCA79F582}"/>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401" name="Freeform 1082">
              <a:extLst>
                <a:ext uri="{FF2B5EF4-FFF2-40B4-BE49-F238E27FC236}">
                  <a16:creationId xmlns="" xmlns:a16="http://schemas.microsoft.com/office/drawing/2014/main" id="{D3A627E4-20E1-094F-91E7-9E62C1D73A8B}"/>
                </a:ext>
              </a:extLst>
            </p:cNvPr>
            <p:cNvSpPr>
              <a:spLocks/>
            </p:cNvSpPr>
            <p:nvPr/>
          </p:nvSpPr>
          <p:spPr bwMode="auto">
            <a:xfrm>
              <a:off x="2577" y="3043"/>
              <a:ext cx="614" cy="514"/>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2" name="Freeform 1083">
              <a:extLst>
                <a:ext uri="{FF2B5EF4-FFF2-40B4-BE49-F238E27FC236}">
                  <a16:creationId xmlns="" xmlns:a16="http://schemas.microsoft.com/office/drawing/2014/main" id="{DE5062C9-C70B-B74E-90B7-8B999FB4955F}"/>
                </a:ext>
              </a:extLst>
            </p:cNvPr>
            <p:cNvSpPr>
              <a:spLocks/>
            </p:cNvSpPr>
            <p:nvPr/>
          </p:nvSpPr>
          <p:spPr bwMode="auto">
            <a:xfrm>
              <a:off x="1010" y="3084"/>
              <a:ext cx="1571" cy="469"/>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3" name="Freeform 1084">
              <a:extLst>
                <a:ext uri="{FF2B5EF4-FFF2-40B4-BE49-F238E27FC236}">
                  <a16:creationId xmlns="" xmlns:a16="http://schemas.microsoft.com/office/drawing/2014/main" id="{60A19E6B-9711-D44A-9A86-78531884592C}"/>
                </a:ext>
              </a:extLst>
            </p:cNvPr>
            <p:cNvSpPr>
              <a:spLocks/>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4" name="Freeform 1085">
              <a:extLst>
                <a:ext uri="{FF2B5EF4-FFF2-40B4-BE49-F238E27FC236}">
                  <a16:creationId xmlns="" xmlns:a16="http://schemas.microsoft.com/office/drawing/2014/main" id="{DABF2084-7101-4A42-808E-03169821851D}"/>
                </a:ext>
              </a:extLst>
            </p:cNvPr>
            <p:cNvSpPr>
              <a:spLocks/>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5" name="Freeform 1086">
              <a:extLst>
                <a:ext uri="{FF2B5EF4-FFF2-40B4-BE49-F238E27FC236}">
                  <a16:creationId xmlns="" xmlns:a16="http://schemas.microsoft.com/office/drawing/2014/main" id="{3BECAB59-402D-C44C-8F0A-AC630F6F2AAC}"/>
                </a:ext>
              </a:extLst>
            </p:cNvPr>
            <p:cNvSpPr>
              <a:spLocks/>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6" name="Freeform 1087">
              <a:extLst>
                <a:ext uri="{FF2B5EF4-FFF2-40B4-BE49-F238E27FC236}">
                  <a16:creationId xmlns="" xmlns:a16="http://schemas.microsoft.com/office/drawing/2014/main" id="{C431D1EA-39CA-5549-B407-D7CBF12DC371}"/>
                </a:ext>
              </a:extLst>
            </p:cNvPr>
            <p:cNvSpPr>
              <a:spLocks/>
            </p:cNvSpPr>
            <p:nvPr/>
          </p:nvSpPr>
          <p:spPr bwMode="auto">
            <a:xfrm flipV="1">
              <a:off x="2549" y="2986"/>
              <a:ext cx="608" cy="467"/>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413" name="Freeform 984">
            <a:extLst>
              <a:ext uri="{FF2B5EF4-FFF2-40B4-BE49-F238E27FC236}">
                <a16:creationId xmlns="" xmlns:a16="http://schemas.microsoft.com/office/drawing/2014/main" id="{EF28E360-D52F-294F-97A4-5B43A7D60CE3}"/>
              </a:ext>
            </a:extLst>
          </p:cNvPr>
          <p:cNvSpPr>
            <a:spLocks/>
          </p:cNvSpPr>
          <p:nvPr/>
        </p:nvSpPr>
        <p:spPr bwMode="auto">
          <a:xfrm>
            <a:off x="10153593" y="5636971"/>
            <a:ext cx="34049" cy="332924"/>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4" name="Freeform 986">
            <a:extLst>
              <a:ext uri="{FF2B5EF4-FFF2-40B4-BE49-F238E27FC236}">
                <a16:creationId xmlns="" xmlns:a16="http://schemas.microsoft.com/office/drawing/2014/main" id="{9D5E80B1-F637-9E4D-BFD5-5F5ADB827A42}"/>
              </a:ext>
            </a:extLst>
          </p:cNvPr>
          <p:cNvSpPr>
            <a:spLocks/>
          </p:cNvSpPr>
          <p:nvPr/>
        </p:nvSpPr>
        <p:spPr bwMode="auto">
          <a:xfrm>
            <a:off x="10159970" y="5656923"/>
            <a:ext cx="20333" cy="308020"/>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5" name="Freeform 987">
            <a:extLst>
              <a:ext uri="{FF2B5EF4-FFF2-40B4-BE49-F238E27FC236}">
                <a16:creationId xmlns="" xmlns:a16="http://schemas.microsoft.com/office/drawing/2014/main" id="{F21D56DB-F5E9-8D44-92D9-C4770361B950}"/>
              </a:ext>
            </a:extLst>
          </p:cNvPr>
          <p:cNvSpPr>
            <a:spLocks/>
          </p:cNvSpPr>
          <p:nvPr/>
        </p:nvSpPr>
        <p:spPr bwMode="auto">
          <a:xfrm>
            <a:off x="10155518" y="5812753"/>
            <a:ext cx="31643" cy="27525"/>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6" name="Rectangle 988">
            <a:extLst>
              <a:ext uri="{FF2B5EF4-FFF2-40B4-BE49-F238E27FC236}">
                <a16:creationId xmlns="" xmlns:a16="http://schemas.microsoft.com/office/drawing/2014/main" id="{0447DE90-707A-1F42-8981-9A87D22C1D1D}"/>
              </a:ext>
            </a:extLst>
          </p:cNvPr>
          <p:cNvSpPr>
            <a:spLocks noChangeArrowheads="1"/>
          </p:cNvSpPr>
          <p:nvPr/>
        </p:nvSpPr>
        <p:spPr bwMode="auto">
          <a:xfrm>
            <a:off x="10026299" y="5674399"/>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17" name="Group 989">
            <a:extLst>
              <a:ext uri="{FF2B5EF4-FFF2-40B4-BE49-F238E27FC236}">
                <a16:creationId xmlns="" xmlns:a16="http://schemas.microsoft.com/office/drawing/2014/main" id="{A6C8AE16-7445-9845-8F83-A3F851D4F042}"/>
              </a:ext>
            </a:extLst>
          </p:cNvPr>
          <p:cNvGrpSpPr>
            <a:grpSpLocks/>
          </p:cNvGrpSpPr>
          <p:nvPr/>
        </p:nvGrpSpPr>
        <p:grpSpPr bwMode="auto">
          <a:xfrm>
            <a:off x="10091149" y="5671195"/>
            <a:ext cx="69903" cy="21117"/>
            <a:chOff x="614" y="2568"/>
            <a:chExt cx="725" cy="139"/>
          </a:xfrm>
        </p:grpSpPr>
        <p:sp>
          <p:nvSpPr>
            <p:cNvPr id="418" name="AutoShape 990">
              <a:extLst>
                <a:ext uri="{FF2B5EF4-FFF2-40B4-BE49-F238E27FC236}">
                  <a16:creationId xmlns="" xmlns:a16="http://schemas.microsoft.com/office/drawing/2014/main" id="{5E1B1032-2F46-EF4A-B472-E7BC9E83CB4B}"/>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19" name="AutoShape 991">
              <a:extLst>
                <a:ext uri="{FF2B5EF4-FFF2-40B4-BE49-F238E27FC236}">
                  <a16:creationId xmlns="" xmlns:a16="http://schemas.microsoft.com/office/drawing/2014/main" id="{F24B042A-2483-8545-A723-0074F55A1DC8}"/>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20" name="Rectangle 992">
            <a:extLst>
              <a:ext uri="{FF2B5EF4-FFF2-40B4-BE49-F238E27FC236}">
                <a16:creationId xmlns="" xmlns:a16="http://schemas.microsoft.com/office/drawing/2014/main" id="{E881C066-69A3-D649-893B-A3C4CB9FAE81}"/>
              </a:ext>
            </a:extLst>
          </p:cNvPr>
          <p:cNvSpPr>
            <a:spLocks noChangeArrowheads="1"/>
          </p:cNvSpPr>
          <p:nvPr/>
        </p:nvSpPr>
        <p:spPr bwMode="auto">
          <a:xfrm>
            <a:off x="10027502" y="5722750"/>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21" name="Group 993">
            <a:extLst>
              <a:ext uri="{FF2B5EF4-FFF2-40B4-BE49-F238E27FC236}">
                <a16:creationId xmlns="" xmlns:a16="http://schemas.microsoft.com/office/drawing/2014/main" id="{2B8081F4-DBFC-C442-BDEE-DF67BF3817BC}"/>
              </a:ext>
            </a:extLst>
          </p:cNvPr>
          <p:cNvGrpSpPr>
            <a:grpSpLocks/>
          </p:cNvGrpSpPr>
          <p:nvPr/>
        </p:nvGrpSpPr>
        <p:grpSpPr bwMode="auto">
          <a:xfrm>
            <a:off x="10090909" y="5718672"/>
            <a:ext cx="69903" cy="19515"/>
            <a:chOff x="614" y="2568"/>
            <a:chExt cx="725" cy="139"/>
          </a:xfrm>
        </p:grpSpPr>
        <p:sp>
          <p:nvSpPr>
            <p:cNvPr id="422" name="AutoShape 994">
              <a:extLst>
                <a:ext uri="{FF2B5EF4-FFF2-40B4-BE49-F238E27FC236}">
                  <a16:creationId xmlns="" xmlns:a16="http://schemas.microsoft.com/office/drawing/2014/main" id="{B9A9624E-B9DF-9A46-B31E-DD7EFD0F21E2}"/>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23" name="AutoShape 995">
              <a:extLst>
                <a:ext uri="{FF2B5EF4-FFF2-40B4-BE49-F238E27FC236}">
                  <a16:creationId xmlns="" xmlns:a16="http://schemas.microsoft.com/office/drawing/2014/main" id="{642F554B-5A88-A44B-AAB6-61F7D5A17F6A}"/>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24" name="Rectangle 996">
            <a:extLst>
              <a:ext uri="{FF2B5EF4-FFF2-40B4-BE49-F238E27FC236}">
                <a16:creationId xmlns="" xmlns:a16="http://schemas.microsoft.com/office/drawing/2014/main" id="{2F7E8752-11E5-3642-90E6-5285D40EA469}"/>
              </a:ext>
            </a:extLst>
          </p:cNvPr>
          <p:cNvSpPr>
            <a:spLocks noChangeArrowheads="1"/>
          </p:cNvSpPr>
          <p:nvPr/>
        </p:nvSpPr>
        <p:spPr bwMode="auto">
          <a:xfrm>
            <a:off x="10027502" y="5771101"/>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25" name="Rectangle 997">
            <a:extLst>
              <a:ext uri="{FF2B5EF4-FFF2-40B4-BE49-F238E27FC236}">
                <a16:creationId xmlns="" xmlns:a16="http://schemas.microsoft.com/office/drawing/2014/main" id="{C884D5C3-FF18-F04A-B4E2-7E02117C03FE}"/>
              </a:ext>
            </a:extLst>
          </p:cNvPr>
          <p:cNvSpPr>
            <a:spLocks noChangeArrowheads="1"/>
          </p:cNvSpPr>
          <p:nvPr/>
        </p:nvSpPr>
        <p:spPr bwMode="auto">
          <a:xfrm>
            <a:off x="10028705" y="5814938"/>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26" name="Group 998">
            <a:extLst>
              <a:ext uri="{FF2B5EF4-FFF2-40B4-BE49-F238E27FC236}">
                <a16:creationId xmlns="" xmlns:a16="http://schemas.microsoft.com/office/drawing/2014/main" id="{D321F228-396F-C44B-AA64-15D0F1B6CEFB}"/>
              </a:ext>
            </a:extLst>
          </p:cNvPr>
          <p:cNvGrpSpPr>
            <a:grpSpLocks/>
          </p:cNvGrpSpPr>
          <p:nvPr/>
        </p:nvGrpSpPr>
        <p:grpSpPr bwMode="auto">
          <a:xfrm>
            <a:off x="10089465" y="5810860"/>
            <a:ext cx="70024" cy="21991"/>
            <a:chOff x="614" y="2568"/>
            <a:chExt cx="725" cy="139"/>
          </a:xfrm>
        </p:grpSpPr>
        <p:sp>
          <p:nvSpPr>
            <p:cNvPr id="427" name="AutoShape 999">
              <a:extLst>
                <a:ext uri="{FF2B5EF4-FFF2-40B4-BE49-F238E27FC236}">
                  <a16:creationId xmlns="" xmlns:a16="http://schemas.microsoft.com/office/drawing/2014/main" id="{849EBD72-C779-B442-B144-4C92B9E79F20}"/>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28" name="AutoShape 1000">
              <a:extLst>
                <a:ext uri="{FF2B5EF4-FFF2-40B4-BE49-F238E27FC236}">
                  <a16:creationId xmlns="" xmlns:a16="http://schemas.microsoft.com/office/drawing/2014/main" id="{D93FB61F-FF29-F24D-8788-4165F508316D}"/>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29" name="Freeform 1001">
            <a:extLst>
              <a:ext uri="{FF2B5EF4-FFF2-40B4-BE49-F238E27FC236}">
                <a16:creationId xmlns="" xmlns:a16="http://schemas.microsoft.com/office/drawing/2014/main" id="{A40EEA2E-A801-414B-8FBC-BBC009ECE19B}"/>
              </a:ext>
            </a:extLst>
          </p:cNvPr>
          <p:cNvSpPr>
            <a:spLocks/>
          </p:cNvSpPr>
          <p:nvPr/>
        </p:nvSpPr>
        <p:spPr bwMode="auto">
          <a:xfrm>
            <a:off x="10156000" y="5771101"/>
            <a:ext cx="31643" cy="27380"/>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30" name="Group 1002">
            <a:extLst>
              <a:ext uri="{FF2B5EF4-FFF2-40B4-BE49-F238E27FC236}">
                <a16:creationId xmlns="" xmlns:a16="http://schemas.microsoft.com/office/drawing/2014/main" id="{F068EC4B-78B0-B24C-99A7-F96D6C86A2B9}"/>
              </a:ext>
            </a:extLst>
          </p:cNvPr>
          <p:cNvGrpSpPr>
            <a:grpSpLocks/>
          </p:cNvGrpSpPr>
          <p:nvPr/>
        </p:nvGrpSpPr>
        <p:grpSpPr bwMode="auto">
          <a:xfrm>
            <a:off x="10089946" y="5767169"/>
            <a:ext cx="70024" cy="20243"/>
            <a:chOff x="614" y="2568"/>
            <a:chExt cx="725" cy="139"/>
          </a:xfrm>
        </p:grpSpPr>
        <p:sp>
          <p:nvSpPr>
            <p:cNvPr id="431" name="AutoShape 1003">
              <a:extLst>
                <a:ext uri="{FF2B5EF4-FFF2-40B4-BE49-F238E27FC236}">
                  <a16:creationId xmlns="" xmlns:a16="http://schemas.microsoft.com/office/drawing/2014/main" id="{76307DFD-7DBD-DD4D-8615-A8A8D15D8233}"/>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32" name="AutoShape 1004">
              <a:extLst>
                <a:ext uri="{FF2B5EF4-FFF2-40B4-BE49-F238E27FC236}">
                  <a16:creationId xmlns="" xmlns:a16="http://schemas.microsoft.com/office/drawing/2014/main" id="{B5EA7410-FCB5-3C42-A74F-F566ABFADDB8}"/>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33" name="Rectangle 1005">
            <a:extLst>
              <a:ext uri="{FF2B5EF4-FFF2-40B4-BE49-F238E27FC236}">
                <a16:creationId xmlns="" xmlns:a16="http://schemas.microsoft.com/office/drawing/2014/main" id="{10238275-C02A-F74A-A765-B593C055F724}"/>
              </a:ext>
            </a:extLst>
          </p:cNvPr>
          <p:cNvSpPr>
            <a:spLocks noChangeArrowheads="1"/>
          </p:cNvSpPr>
          <p:nvPr/>
        </p:nvSpPr>
        <p:spPr bwMode="auto">
          <a:xfrm>
            <a:off x="10150946" y="5636388"/>
            <a:ext cx="8422" cy="332778"/>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34" name="Freeform 1006">
            <a:extLst>
              <a:ext uri="{FF2B5EF4-FFF2-40B4-BE49-F238E27FC236}">
                <a16:creationId xmlns="" xmlns:a16="http://schemas.microsoft.com/office/drawing/2014/main" id="{81D6D301-6C77-C64B-B2D0-382D840AA7FC}"/>
              </a:ext>
            </a:extLst>
          </p:cNvPr>
          <p:cNvSpPr>
            <a:spLocks/>
          </p:cNvSpPr>
          <p:nvPr/>
        </p:nvSpPr>
        <p:spPr bwMode="auto">
          <a:xfrm>
            <a:off x="10158887" y="5720566"/>
            <a:ext cx="28515" cy="31020"/>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5" name="Freeform 1007">
            <a:extLst>
              <a:ext uri="{FF2B5EF4-FFF2-40B4-BE49-F238E27FC236}">
                <a16:creationId xmlns="" xmlns:a16="http://schemas.microsoft.com/office/drawing/2014/main" id="{6966CA35-6F7B-6C4F-AEE3-078FED56DF20}"/>
              </a:ext>
            </a:extLst>
          </p:cNvPr>
          <p:cNvSpPr>
            <a:spLocks/>
          </p:cNvSpPr>
          <p:nvPr/>
        </p:nvSpPr>
        <p:spPr bwMode="auto">
          <a:xfrm>
            <a:off x="10159248" y="5672943"/>
            <a:ext cx="29357" cy="34953"/>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6" name="Oval 1008">
            <a:extLst>
              <a:ext uri="{FF2B5EF4-FFF2-40B4-BE49-F238E27FC236}">
                <a16:creationId xmlns="" xmlns:a16="http://schemas.microsoft.com/office/drawing/2014/main" id="{2CFA9381-C4F6-8A4A-BCBB-312388656716}"/>
              </a:ext>
            </a:extLst>
          </p:cNvPr>
          <p:cNvSpPr>
            <a:spLocks noChangeArrowheads="1"/>
          </p:cNvSpPr>
          <p:nvPr/>
        </p:nvSpPr>
        <p:spPr bwMode="auto">
          <a:xfrm>
            <a:off x="10183311" y="5954166"/>
            <a:ext cx="6016" cy="1383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37" name="Freeform 1009">
            <a:extLst>
              <a:ext uri="{FF2B5EF4-FFF2-40B4-BE49-F238E27FC236}">
                <a16:creationId xmlns="" xmlns:a16="http://schemas.microsoft.com/office/drawing/2014/main" id="{B30AEBEB-78E1-754E-BA64-FEE706BFF392}"/>
              </a:ext>
            </a:extLst>
          </p:cNvPr>
          <p:cNvSpPr>
            <a:spLocks/>
          </p:cNvSpPr>
          <p:nvPr/>
        </p:nvSpPr>
        <p:spPr bwMode="auto">
          <a:xfrm>
            <a:off x="10157684" y="5954603"/>
            <a:ext cx="29477" cy="29127"/>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8" name="AutoShape 1010">
            <a:extLst>
              <a:ext uri="{FF2B5EF4-FFF2-40B4-BE49-F238E27FC236}">
                <a16:creationId xmlns="" xmlns:a16="http://schemas.microsoft.com/office/drawing/2014/main" id="{F2779901-7D8F-784A-8E8D-397036700A71}"/>
              </a:ext>
            </a:extLst>
          </p:cNvPr>
          <p:cNvSpPr>
            <a:spLocks noChangeArrowheads="1"/>
          </p:cNvSpPr>
          <p:nvPr/>
        </p:nvSpPr>
        <p:spPr bwMode="auto">
          <a:xfrm>
            <a:off x="10017877" y="5963487"/>
            <a:ext cx="143898" cy="21845"/>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39" name="AutoShape 1011">
            <a:extLst>
              <a:ext uri="{FF2B5EF4-FFF2-40B4-BE49-F238E27FC236}">
                <a16:creationId xmlns="" xmlns:a16="http://schemas.microsoft.com/office/drawing/2014/main" id="{87A8BD55-4166-4643-A7DA-52B9D36F3801}"/>
              </a:ext>
            </a:extLst>
          </p:cNvPr>
          <p:cNvSpPr>
            <a:spLocks noChangeArrowheads="1"/>
          </p:cNvSpPr>
          <p:nvPr/>
        </p:nvSpPr>
        <p:spPr bwMode="auto">
          <a:xfrm>
            <a:off x="10026299" y="5969166"/>
            <a:ext cx="128257" cy="11505"/>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40" name="Oval 1012">
            <a:extLst>
              <a:ext uri="{FF2B5EF4-FFF2-40B4-BE49-F238E27FC236}">
                <a16:creationId xmlns="" xmlns:a16="http://schemas.microsoft.com/office/drawing/2014/main" id="{0F991E83-25F4-2549-B34F-7A98472010D7}"/>
              </a:ext>
            </a:extLst>
          </p:cNvPr>
          <p:cNvSpPr>
            <a:spLocks noChangeArrowheads="1"/>
          </p:cNvSpPr>
          <p:nvPr/>
        </p:nvSpPr>
        <p:spPr bwMode="auto">
          <a:xfrm>
            <a:off x="10038210" y="5920815"/>
            <a:ext cx="19130" cy="20680"/>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41" name="Oval 1013">
            <a:extLst>
              <a:ext uri="{FF2B5EF4-FFF2-40B4-BE49-F238E27FC236}">
                <a16:creationId xmlns="" xmlns:a16="http://schemas.microsoft.com/office/drawing/2014/main" id="{01F6513A-F015-D94A-929C-75D48673F75A}"/>
              </a:ext>
            </a:extLst>
          </p:cNvPr>
          <p:cNvSpPr>
            <a:spLocks noChangeArrowheads="1"/>
          </p:cNvSpPr>
          <p:nvPr/>
        </p:nvSpPr>
        <p:spPr bwMode="auto">
          <a:xfrm>
            <a:off x="10059867" y="5920815"/>
            <a:ext cx="19130" cy="2068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a:ln>
                <a:noFill/>
              </a:ln>
              <a:solidFill>
                <a:srgbClr val="FF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42" name="Oval 1014">
            <a:extLst>
              <a:ext uri="{FF2B5EF4-FFF2-40B4-BE49-F238E27FC236}">
                <a16:creationId xmlns="" xmlns:a16="http://schemas.microsoft.com/office/drawing/2014/main" id="{DF2F1710-E7DF-7E48-A534-44E42CD00502}"/>
              </a:ext>
            </a:extLst>
          </p:cNvPr>
          <p:cNvSpPr>
            <a:spLocks noChangeArrowheads="1"/>
          </p:cNvSpPr>
          <p:nvPr/>
        </p:nvSpPr>
        <p:spPr bwMode="auto">
          <a:xfrm>
            <a:off x="10080201" y="5920815"/>
            <a:ext cx="19130" cy="20680"/>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43" name="Rectangle 1015">
            <a:extLst>
              <a:ext uri="{FF2B5EF4-FFF2-40B4-BE49-F238E27FC236}">
                <a16:creationId xmlns="" xmlns:a16="http://schemas.microsoft.com/office/drawing/2014/main" id="{328DCBC9-32E9-FD44-B2CF-3BC801D59B6C}"/>
              </a:ext>
            </a:extLst>
          </p:cNvPr>
          <p:cNvSpPr>
            <a:spLocks noChangeArrowheads="1"/>
          </p:cNvSpPr>
          <p:nvPr/>
        </p:nvSpPr>
        <p:spPr bwMode="auto">
          <a:xfrm>
            <a:off x="10129410" y="5841444"/>
            <a:ext cx="9625" cy="110538"/>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47" name="Group 590">
            <a:extLst>
              <a:ext uri="{FF2B5EF4-FFF2-40B4-BE49-F238E27FC236}">
                <a16:creationId xmlns="" xmlns:a16="http://schemas.microsoft.com/office/drawing/2014/main" id="{CCAB7625-FEE3-BB4A-97C1-EF1CC2679904}"/>
              </a:ext>
            </a:extLst>
          </p:cNvPr>
          <p:cNvGrpSpPr>
            <a:grpSpLocks/>
          </p:cNvGrpSpPr>
          <p:nvPr/>
        </p:nvGrpSpPr>
        <p:grpSpPr bwMode="auto">
          <a:xfrm flipH="1">
            <a:off x="7773981" y="5281060"/>
            <a:ext cx="345630" cy="320302"/>
            <a:chOff x="2839" y="3501"/>
            <a:chExt cx="755" cy="803"/>
          </a:xfrm>
        </p:grpSpPr>
        <p:pic>
          <p:nvPicPr>
            <p:cNvPr id="451" name="Picture 591" descr="desktop_computer_stylized_medium">
              <a:extLst>
                <a:ext uri="{FF2B5EF4-FFF2-40B4-BE49-F238E27FC236}">
                  <a16:creationId xmlns="" xmlns:a16="http://schemas.microsoft.com/office/drawing/2014/main" id="{FC71EB74-5BE7-7A48-B637-5058D8494691}"/>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2" name="Freeform 592">
              <a:extLst>
                <a:ext uri="{FF2B5EF4-FFF2-40B4-BE49-F238E27FC236}">
                  <a16:creationId xmlns="" xmlns:a16="http://schemas.microsoft.com/office/drawing/2014/main" id="{B9007CC0-7362-AE4E-9B5B-742E3046FEFC}"/>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444" name="Rectangle 443">
            <a:extLst>
              <a:ext uri="{FF2B5EF4-FFF2-40B4-BE49-F238E27FC236}">
                <a16:creationId xmlns="" xmlns:a16="http://schemas.microsoft.com/office/drawing/2014/main" id="{C47118FD-7A98-6943-B3A3-B578E5FB9F06}"/>
              </a:ext>
            </a:extLst>
          </p:cNvPr>
          <p:cNvSpPr/>
          <p:nvPr/>
        </p:nvSpPr>
        <p:spPr>
          <a:xfrm>
            <a:off x="6539916" y="1365914"/>
            <a:ext cx="5359400" cy="4954628"/>
          </a:xfrm>
          <a:prstGeom prst="rect">
            <a:avLst/>
          </a:pr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446" name="Group 652">
            <a:extLst>
              <a:ext uri="{FF2B5EF4-FFF2-40B4-BE49-F238E27FC236}">
                <a16:creationId xmlns="" xmlns:a16="http://schemas.microsoft.com/office/drawing/2014/main" id="{84B474B2-2AC4-EC40-9EA0-B5E48CE68CBD}"/>
              </a:ext>
            </a:extLst>
          </p:cNvPr>
          <p:cNvGrpSpPr>
            <a:grpSpLocks/>
          </p:cNvGrpSpPr>
          <p:nvPr/>
        </p:nvGrpSpPr>
        <p:grpSpPr bwMode="auto">
          <a:xfrm>
            <a:off x="7750224" y="1859725"/>
            <a:ext cx="415925" cy="385763"/>
            <a:chOff x="2751" y="1851"/>
            <a:chExt cx="462" cy="478"/>
          </a:xfrm>
        </p:grpSpPr>
        <p:pic>
          <p:nvPicPr>
            <p:cNvPr id="453" name="Picture 653" descr="iphone_stylized_small">
              <a:extLst>
                <a:ext uri="{FF2B5EF4-FFF2-40B4-BE49-F238E27FC236}">
                  <a16:creationId xmlns="" xmlns:a16="http://schemas.microsoft.com/office/drawing/2014/main" id="{34A94CEC-DE5F-E64D-A5B4-F04DB32319EA}"/>
                </a:ext>
              </a:extLst>
            </p:cNvPr>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4" name="Picture 654" descr="antenna_radiation_stylized">
              <a:extLst>
                <a:ext uri="{FF2B5EF4-FFF2-40B4-BE49-F238E27FC236}">
                  <a16:creationId xmlns="" xmlns:a16="http://schemas.microsoft.com/office/drawing/2014/main" id="{67C4AABE-F80E-F846-A0E8-D555DE64EBB1}"/>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49" name="Oval 448">
            <a:extLst>
              <a:ext uri="{FF2B5EF4-FFF2-40B4-BE49-F238E27FC236}">
                <a16:creationId xmlns="" xmlns:a16="http://schemas.microsoft.com/office/drawing/2014/main" id="{D57ABF6C-635D-8547-9D46-7AFB160876AA}"/>
              </a:ext>
            </a:extLst>
          </p:cNvPr>
          <p:cNvSpPr/>
          <p:nvPr/>
        </p:nvSpPr>
        <p:spPr>
          <a:xfrm>
            <a:off x="7680324" y="1814171"/>
            <a:ext cx="612303" cy="510069"/>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50" name="Oval 449">
            <a:extLst>
              <a:ext uri="{FF2B5EF4-FFF2-40B4-BE49-F238E27FC236}">
                <a16:creationId xmlns="" xmlns:a16="http://schemas.microsoft.com/office/drawing/2014/main" id="{2895CDC0-6EA0-564A-AFB6-E1E735A44F41}"/>
              </a:ext>
            </a:extLst>
          </p:cNvPr>
          <p:cNvSpPr/>
          <p:nvPr/>
        </p:nvSpPr>
        <p:spPr>
          <a:xfrm>
            <a:off x="9823450" y="5554772"/>
            <a:ext cx="612303" cy="510069"/>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63" name="Freeform 917">
            <a:extLst>
              <a:ext uri="{FF2B5EF4-FFF2-40B4-BE49-F238E27FC236}">
                <a16:creationId xmlns="" xmlns:a16="http://schemas.microsoft.com/office/drawing/2014/main" id="{ADACC4C8-123A-0642-ADC2-DC6E1D927429}"/>
              </a:ext>
            </a:extLst>
          </p:cNvPr>
          <p:cNvSpPr>
            <a:spLocks/>
          </p:cNvSpPr>
          <p:nvPr/>
        </p:nvSpPr>
        <p:spPr bwMode="auto">
          <a:xfrm>
            <a:off x="8005845" y="1190714"/>
            <a:ext cx="304800" cy="942975"/>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Lst>
            <a:ahLst/>
            <a:cxnLst>
              <a:cxn ang="T8">
                <a:pos x="T0" y="T1"/>
              </a:cxn>
              <a:cxn ang="T9">
                <a:pos x="T2" y="T3"/>
              </a:cxn>
              <a:cxn ang="T10">
                <a:pos x="T4" y="T5"/>
              </a:cxn>
              <a:cxn ang="T11">
                <a:pos x="T6" y="T7"/>
              </a:cxn>
            </a:cxnLst>
            <a:rect l="T12" t="T13" r="T14" b="T15"/>
            <a:pathLst>
              <a:path w="192" h="594">
                <a:moveTo>
                  <a:pt x="0" y="594"/>
                </a:moveTo>
                <a:lnTo>
                  <a:pt x="192" y="0"/>
                </a:lnTo>
                <a:lnTo>
                  <a:pt x="192" y="515"/>
                </a:lnTo>
                <a:lnTo>
                  <a:pt x="0" y="594"/>
                </a:lnTo>
                <a:close/>
              </a:path>
            </a:pathLst>
          </a:custGeom>
          <a:gradFill rotWithShape="1">
            <a:gsLst>
              <a:gs pos="0">
                <a:schemeClr val="bg1"/>
              </a:gs>
              <a:gs pos="100000">
                <a:srgbClr val="CC00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7" name="Group 6">
            <a:extLst>
              <a:ext uri="{FF2B5EF4-FFF2-40B4-BE49-F238E27FC236}">
                <a16:creationId xmlns="" xmlns:a16="http://schemas.microsoft.com/office/drawing/2014/main" id="{6CFEE881-E73C-8C4D-A5ED-9848E08F428B}"/>
              </a:ext>
            </a:extLst>
          </p:cNvPr>
          <p:cNvGrpSpPr/>
          <p:nvPr/>
        </p:nvGrpSpPr>
        <p:grpSpPr>
          <a:xfrm>
            <a:off x="10288915" y="4742972"/>
            <a:ext cx="880622" cy="861812"/>
            <a:chOff x="10288915" y="4742972"/>
            <a:chExt cx="880622" cy="861812"/>
          </a:xfrm>
        </p:grpSpPr>
        <p:grpSp>
          <p:nvGrpSpPr>
            <p:cNvPr id="323" name="Group 950">
              <a:extLst>
                <a:ext uri="{FF2B5EF4-FFF2-40B4-BE49-F238E27FC236}">
                  <a16:creationId xmlns="" xmlns:a16="http://schemas.microsoft.com/office/drawing/2014/main" id="{BF16D25A-05F2-BD48-8851-FCCC3771B7E8}"/>
                </a:ext>
              </a:extLst>
            </p:cNvPr>
            <p:cNvGrpSpPr>
              <a:grpSpLocks/>
            </p:cNvGrpSpPr>
            <p:nvPr/>
          </p:nvGrpSpPr>
          <p:grpSpPr bwMode="auto">
            <a:xfrm>
              <a:off x="10288915" y="5273951"/>
              <a:ext cx="177192" cy="330833"/>
              <a:chOff x="4140" y="429"/>
              <a:chExt cx="1425" cy="2396"/>
            </a:xfrm>
          </p:grpSpPr>
          <p:sp>
            <p:nvSpPr>
              <p:cNvPr id="324" name="Freeform 951">
                <a:extLst>
                  <a:ext uri="{FF2B5EF4-FFF2-40B4-BE49-F238E27FC236}">
                    <a16:creationId xmlns="" xmlns:a16="http://schemas.microsoft.com/office/drawing/2014/main" id="{72C50429-8235-E440-B0F8-ADCFAC748511}"/>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5" name="Rectangle 952">
                <a:extLst>
                  <a:ext uri="{FF2B5EF4-FFF2-40B4-BE49-F238E27FC236}">
                    <a16:creationId xmlns="" xmlns:a16="http://schemas.microsoft.com/office/drawing/2014/main" id="{C8289D20-20EF-CE4A-B82D-CC6F98B220CD}"/>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26" name="Freeform 953">
                <a:extLst>
                  <a:ext uri="{FF2B5EF4-FFF2-40B4-BE49-F238E27FC236}">
                    <a16:creationId xmlns="" xmlns:a16="http://schemas.microsoft.com/office/drawing/2014/main" id="{512EE24C-2BC1-5A45-B541-28FAD55222BB}"/>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7" name="Freeform 954">
                <a:extLst>
                  <a:ext uri="{FF2B5EF4-FFF2-40B4-BE49-F238E27FC236}">
                    <a16:creationId xmlns="" xmlns:a16="http://schemas.microsoft.com/office/drawing/2014/main" id="{CC26DF50-FD02-994D-80F7-4CD21CC31FDE}"/>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8" name="Rectangle 955">
                <a:extLst>
                  <a:ext uri="{FF2B5EF4-FFF2-40B4-BE49-F238E27FC236}">
                    <a16:creationId xmlns="" xmlns:a16="http://schemas.microsoft.com/office/drawing/2014/main" id="{12D5F885-EEB6-EA49-8F16-8E65F7B568A3}"/>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329" name="Group 956">
                <a:extLst>
                  <a:ext uri="{FF2B5EF4-FFF2-40B4-BE49-F238E27FC236}">
                    <a16:creationId xmlns="" xmlns:a16="http://schemas.microsoft.com/office/drawing/2014/main" id="{4819CF1A-CAA2-2445-BACA-6333C67700FA}"/>
                  </a:ext>
                </a:extLst>
              </p:cNvPr>
              <p:cNvGrpSpPr>
                <a:grpSpLocks/>
              </p:cNvGrpSpPr>
              <p:nvPr/>
            </p:nvGrpSpPr>
            <p:grpSpPr bwMode="auto">
              <a:xfrm>
                <a:off x="4749" y="668"/>
                <a:ext cx="581" cy="145"/>
                <a:chOff x="614" y="2568"/>
                <a:chExt cx="725" cy="139"/>
              </a:xfrm>
            </p:grpSpPr>
            <p:sp>
              <p:nvSpPr>
                <p:cNvPr id="354" name="AutoShape 957">
                  <a:extLst>
                    <a:ext uri="{FF2B5EF4-FFF2-40B4-BE49-F238E27FC236}">
                      <a16:creationId xmlns="" xmlns:a16="http://schemas.microsoft.com/office/drawing/2014/main" id="{F403CAA7-7575-5B45-9B26-74060E67EDD8}"/>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55" name="AutoShape 958">
                  <a:extLst>
                    <a:ext uri="{FF2B5EF4-FFF2-40B4-BE49-F238E27FC236}">
                      <a16:creationId xmlns="" xmlns:a16="http://schemas.microsoft.com/office/drawing/2014/main" id="{E7C03107-B3D4-E74B-8026-51FC5FB4C97E}"/>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30" name="Rectangle 959">
                <a:extLst>
                  <a:ext uri="{FF2B5EF4-FFF2-40B4-BE49-F238E27FC236}">
                    <a16:creationId xmlns="" xmlns:a16="http://schemas.microsoft.com/office/drawing/2014/main" id="{8C82FD14-8B3E-4C45-BA2F-1D536922BBF8}"/>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331" name="Group 960">
                <a:extLst>
                  <a:ext uri="{FF2B5EF4-FFF2-40B4-BE49-F238E27FC236}">
                    <a16:creationId xmlns="" xmlns:a16="http://schemas.microsoft.com/office/drawing/2014/main" id="{848EC42A-6B0F-D74E-99AF-9287D4319DF2}"/>
                  </a:ext>
                </a:extLst>
              </p:cNvPr>
              <p:cNvGrpSpPr>
                <a:grpSpLocks/>
              </p:cNvGrpSpPr>
              <p:nvPr/>
            </p:nvGrpSpPr>
            <p:grpSpPr bwMode="auto">
              <a:xfrm>
                <a:off x="4747" y="994"/>
                <a:ext cx="581" cy="134"/>
                <a:chOff x="614" y="2568"/>
                <a:chExt cx="725" cy="139"/>
              </a:xfrm>
            </p:grpSpPr>
            <p:sp>
              <p:nvSpPr>
                <p:cNvPr id="352" name="AutoShape 961">
                  <a:extLst>
                    <a:ext uri="{FF2B5EF4-FFF2-40B4-BE49-F238E27FC236}">
                      <a16:creationId xmlns="" xmlns:a16="http://schemas.microsoft.com/office/drawing/2014/main" id="{5837F05C-C8FD-5D48-B46A-FAF46F8F6D0B}"/>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53" name="AutoShape 962">
                  <a:extLst>
                    <a:ext uri="{FF2B5EF4-FFF2-40B4-BE49-F238E27FC236}">
                      <a16:creationId xmlns="" xmlns:a16="http://schemas.microsoft.com/office/drawing/2014/main" id="{85884ACD-1556-C049-9208-BBD38D4BCBC0}"/>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32" name="Rectangle 963">
                <a:extLst>
                  <a:ext uri="{FF2B5EF4-FFF2-40B4-BE49-F238E27FC236}">
                    <a16:creationId xmlns="" xmlns:a16="http://schemas.microsoft.com/office/drawing/2014/main" id="{BB3BDCEC-6ABC-7E44-B9C4-70680B6560C5}"/>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33" name="Rectangle 964">
                <a:extLst>
                  <a:ext uri="{FF2B5EF4-FFF2-40B4-BE49-F238E27FC236}">
                    <a16:creationId xmlns="" xmlns:a16="http://schemas.microsoft.com/office/drawing/2014/main" id="{BF659529-BF75-D64D-A398-3F5F02E8D6F0}"/>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334" name="Group 965">
                <a:extLst>
                  <a:ext uri="{FF2B5EF4-FFF2-40B4-BE49-F238E27FC236}">
                    <a16:creationId xmlns="" xmlns:a16="http://schemas.microsoft.com/office/drawing/2014/main" id="{08EED94E-296E-6944-AB01-4E0F74CF6006}"/>
                  </a:ext>
                </a:extLst>
              </p:cNvPr>
              <p:cNvGrpSpPr>
                <a:grpSpLocks/>
              </p:cNvGrpSpPr>
              <p:nvPr/>
            </p:nvGrpSpPr>
            <p:grpSpPr bwMode="auto">
              <a:xfrm>
                <a:off x="4735" y="1627"/>
                <a:ext cx="582" cy="151"/>
                <a:chOff x="614" y="2568"/>
                <a:chExt cx="725" cy="139"/>
              </a:xfrm>
            </p:grpSpPr>
            <p:sp>
              <p:nvSpPr>
                <p:cNvPr id="350" name="AutoShape 966">
                  <a:extLst>
                    <a:ext uri="{FF2B5EF4-FFF2-40B4-BE49-F238E27FC236}">
                      <a16:creationId xmlns="" xmlns:a16="http://schemas.microsoft.com/office/drawing/2014/main" id="{E45BC691-EDAB-5043-B974-6931BF4A1A74}"/>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51" name="AutoShape 967">
                  <a:extLst>
                    <a:ext uri="{FF2B5EF4-FFF2-40B4-BE49-F238E27FC236}">
                      <a16:creationId xmlns="" xmlns:a16="http://schemas.microsoft.com/office/drawing/2014/main" id="{BC4BCC73-0226-7344-A90F-A319311EB05E}"/>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35" name="Freeform 968">
                <a:extLst>
                  <a:ext uri="{FF2B5EF4-FFF2-40B4-BE49-F238E27FC236}">
                    <a16:creationId xmlns="" xmlns:a16="http://schemas.microsoft.com/office/drawing/2014/main" id="{4D3CB3E6-04E9-DD42-A1E2-B9CFDE5F4080}"/>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336" name="Group 969">
                <a:extLst>
                  <a:ext uri="{FF2B5EF4-FFF2-40B4-BE49-F238E27FC236}">
                    <a16:creationId xmlns="" xmlns:a16="http://schemas.microsoft.com/office/drawing/2014/main" id="{D3A85C8F-5C9D-004C-BED1-826FD6B7538B}"/>
                  </a:ext>
                </a:extLst>
              </p:cNvPr>
              <p:cNvGrpSpPr>
                <a:grpSpLocks/>
              </p:cNvGrpSpPr>
              <p:nvPr/>
            </p:nvGrpSpPr>
            <p:grpSpPr bwMode="auto">
              <a:xfrm>
                <a:off x="4739" y="1327"/>
                <a:ext cx="582" cy="139"/>
                <a:chOff x="614" y="2568"/>
                <a:chExt cx="725" cy="139"/>
              </a:xfrm>
            </p:grpSpPr>
            <p:sp>
              <p:nvSpPr>
                <p:cNvPr id="348" name="AutoShape 970">
                  <a:extLst>
                    <a:ext uri="{FF2B5EF4-FFF2-40B4-BE49-F238E27FC236}">
                      <a16:creationId xmlns="" xmlns:a16="http://schemas.microsoft.com/office/drawing/2014/main" id="{61DC189F-D857-CE49-9706-A99AFD074139}"/>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9" name="AutoShape 971">
                  <a:extLst>
                    <a:ext uri="{FF2B5EF4-FFF2-40B4-BE49-F238E27FC236}">
                      <a16:creationId xmlns="" xmlns:a16="http://schemas.microsoft.com/office/drawing/2014/main" id="{8FED6611-7057-CD45-9474-CA215533CFCA}"/>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37" name="Rectangle 972">
                <a:extLst>
                  <a:ext uri="{FF2B5EF4-FFF2-40B4-BE49-F238E27FC236}">
                    <a16:creationId xmlns="" xmlns:a16="http://schemas.microsoft.com/office/drawing/2014/main" id="{043E3E2C-723D-CA49-8604-B8FA4FD29217}"/>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38" name="Freeform 973">
                <a:extLst>
                  <a:ext uri="{FF2B5EF4-FFF2-40B4-BE49-F238E27FC236}">
                    <a16:creationId xmlns="" xmlns:a16="http://schemas.microsoft.com/office/drawing/2014/main" id="{A7D59DBF-B240-2743-8F05-CD66521792A4}"/>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9" name="Freeform 974">
                <a:extLst>
                  <a:ext uri="{FF2B5EF4-FFF2-40B4-BE49-F238E27FC236}">
                    <a16:creationId xmlns="" xmlns:a16="http://schemas.microsoft.com/office/drawing/2014/main" id="{782758E0-5FA1-2541-8957-4820DA264444}"/>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0" name="Oval 975">
                <a:extLst>
                  <a:ext uri="{FF2B5EF4-FFF2-40B4-BE49-F238E27FC236}">
                    <a16:creationId xmlns="" xmlns:a16="http://schemas.microsoft.com/office/drawing/2014/main" id="{E43434A9-1771-1841-B10D-00C68B13FB31}"/>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1" name="Freeform 976">
                <a:extLst>
                  <a:ext uri="{FF2B5EF4-FFF2-40B4-BE49-F238E27FC236}">
                    <a16:creationId xmlns="" xmlns:a16="http://schemas.microsoft.com/office/drawing/2014/main" id="{7F3BC29B-77D4-0345-BC99-5EBDE5178647}"/>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2" name="AutoShape 977">
                <a:extLst>
                  <a:ext uri="{FF2B5EF4-FFF2-40B4-BE49-F238E27FC236}">
                    <a16:creationId xmlns="" xmlns:a16="http://schemas.microsoft.com/office/drawing/2014/main" id="{AB8C4D5D-D558-0E48-B735-10A1700F94AB}"/>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3" name="AutoShape 978">
                <a:extLst>
                  <a:ext uri="{FF2B5EF4-FFF2-40B4-BE49-F238E27FC236}">
                    <a16:creationId xmlns="" xmlns:a16="http://schemas.microsoft.com/office/drawing/2014/main" id="{A52E34C3-2A4E-6E43-AEAD-80E9029E9F40}"/>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4" name="Oval 979">
                <a:extLst>
                  <a:ext uri="{FF2B5EF4-FFF2-40B4-BE49-F238E27FC236}">
                    <a16:creationId xmlns="" xmlns:a16="http://schemas.microsoft.com/office/drawing/2014/main" id="{CF996EB8-B8AF-1645-81FB-5C4480FC1083}"/>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5" name="Oval 980">
                <a:extLst>
                  <a:ext uri="{FF2B5EF4-FFF2-40B4-BE49-F238E27FC236}">
                    <a16:creationId xmlns="" xmlns:a16="http://schemas.microsoft.com/office/drawing/2014/main" id="{6ABBF416-3D25-A54A-B9CB-9BC7B8D8BD14}"/>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a:ln>
                    <a:noFill/>
                  </a:ln>
                  <a:solidFill>
                    <a:srgbClr val="FF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6" name="Oval 981">
                <a:extLst>
                  <a:ext uri="{FF2B5EF4-FFF2-40B4-BE49-F238E27FC236}">
                    <a16:creationId xmlns="" xmlns:a16="http://schemas.microsoft.com/office/drawing/2014/main" id="{BEBFB614-43B9-5A4B-8E5D-794244BE125E}"/>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7" name="Rectangle 982">
                <a:extLst>
                  <a:ext uri="{FF2B5EF4-FFF2-40B4-BE49-F238E27FC236}">
                    <a16:creationId xmlns="" xmlns:a16="http://schemas.microsoft.com/office/drawing/2014/main" id="{C5CE1C8E-4047-8540-B7FB-EBAB3DBC6460}"/>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65" name="Rectangle 227">
              <a:extLst>
                <a:ext uri="{FF2B5EF4-FFF2-40B4-BE49-F238E27FC236}">
                  <a16:creationId xmlns="" xmlns:a16="http://schemas.microsoft.com/office/drawing/2014/main" id="{DDE0D48B-5AA6-5340-937B-33FE1BA44B20}"/>
                </a:ext>
              </a:extLst>
            </p:cNvPr>
            <p:cNvSpPr>
              <a:spLocks noChangeArrowheads="1"/>
            </p:cNvSpPr>
            <p:nvPr/>
          </p:nvSpPr>
          <p:spPr bwMode="auto">
            <a:xfrm>
              <a:off x="10452186" y="4753064"/>
              <a:ext cx="676276" cy="776288"/>
            </a:xfrm>
            <a:prstGeom prst="rect">
              <a:avLst/>
            </a:prstGeom>
            <a:solidFill>
              <a:srgbClr val="0000A8"/>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66" name="Rectangle 228">
              <a:extLst>
                <a:ext uri="{FF2B5EF4-FFF2-40B4-BE49-F238E27FC236}">
                  <a16:creationId xmlns="" xmlns:a16="http://schemas.microsoft.com/office/drawing/2014/main" id="{AEBD2839-8A70-0849-9413-EA386C5B0A76}"/>
                </a:ext>
              </a:extLst>
            </p:cNvPr>
            <p:cNvSpPr>
              <a:spLocks noChangeArrowheads="1"/>
            </p:cNvSpPr>
            <p:nvPr/>
          </p:nvSpPr>
          <p:spPr bwMode="auto">
            <a:xfrm>
              <a:off x="10418848" y="4776877"/>
              <a:ext cx="690563" cy="800100"/>
            </a:xfrm>
            <a:prstGeom prst="rect">
              <a:avLst/>
            </a:prstGeom>
            <a:solidFill>
              <a:schemeClr val="bg1"/>
            </a:solidFill>
            <a:ln w="12700">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67" name="Rectangle 229">
              <a:extLst>
                <a:ext uri="{FF2B5EF4-FFF2-40B4-BE49-F238E27FC236}">
                  <a16:creationId xmlns="" xmlns:a16="http://schemas.microsoft.com/office/drawing/2014/main" id="{66D99AF7-74D7-B440-A1E0-2DC5D0A5EFA3}"/>
                </a:ext>
              </a:extLst>
            </p:cNvPr>
            <p:cNvSpPr>
              <a:spLocks noChangeArrowheads="1"/>
            </p:cNvSpPr>
            <p:nvPr/>
          </p:nvSpPr>
          <p:spPr bwMode="auto">
            <a:xfrm>
              <a:off x="10425991" y="4930726"/>
              <a:ext cx="676276" cy="186668"/>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68" name="Text Box 230">
              <a:extLst>
                <a:ext uri="{FF2B5EF4-FFF2-40B4-BE49-F238E27FC236}">
                  <a16:creationId xmlns="" xmlns:a16="http://schemas.microsoft.com/office/drawing/2014/main" id="{0C785C80-53AC-EA4E-992A-05BE1EFF5EBC}"/>
                </a:ext>
              </a:extLst>
            </p:cNvPr>
            <p:cNvSpPr txBox="1">
              <a:spLocks noChangeArrowheads="1"/>
            </p:cNvSpPr>
            <p:nvPr/>
          </p:nvSpPr>
          <p:spPr bwMode="auto">
            <a:xfrm>
              <a:off x="10355149" y="4742972"/>
              <a:ext cx="814388"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application</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white"/>
                  </a:solidFill>
                  <a:effectLst/>
                  <a:uLnTx/>
                  <a:uFillTx/>
                  <a:latin typeface="Arial" panose="020B0604020202020204" pitchFamily="34" charset="0"/>
                  <a:ea typeface="ＭＳ Ｐゴシック" panose="020B0600070205080204" pitchFamily="34" charset="-128"/>
                  <a:cs typeface="+mn-cs"/>
                </a:rPr>
                <a:t>transport</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network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data link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physical</a:t>
              </a: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69" name="Line 231">
              <a:extLst>
                <a:ext uri="{FF2B5EF4-FFF2-40B4-BE49-F238E27FC236}">
                  <a16:creationId xmlns="" xmlns:a16="http://schemas.microsoft.com/office/drawing/2014/main" id="{444422FC-4C08-2E49-AD0C-394B62D1B370}"/>
                </a:ext>
              </a:extLst>
            </p:cNvPr>
            <p:cNvSpPr>
              <a:spLocks noChangeShapeType="1"/>
            </p:cNvSpPr>
            <p:nvPr/>
          </p:nvSpPr>
          <p:spPr bwMode="auto">
            <a:xfrm>
              <a:off x="10418848" y="5119777"/>
              <a:ext cx="690563" cy="47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0" name="Line 232">
              <a:extLst>
                <a:ext uri="{FF2B5EF4-FFF2-40B4-BE49-F238E27FC236}">
                  <a16:creationId xmlns="" xmlns:a16="http://schemas.microsoft.com/office/drawing/2014/main" id="{D3DF9882-BA24-4148-9227-6803DB03F930}"/>
                </a:ext>
              </a:extLst>
            </p:cNvPr>
            <p:cNvSpPr>
              <a:spLocks noChangeShapeType="1"/>
            </p:cNvSpPr>
            <p:nvPr/>
          </p:nvSpPr>
          <p:spPr bwMode="auto">
            <a:xfrm>
              <a:off x="10428373" y="5257889"/>
              <a:ext cx="690563" cy="47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1" name="Line 233">
              <a:extLst>
                <a:ext uri="{FF2B5EF4-FFF2-40B4-BE49-F238E27FC236}">
                  <a16:creationId xmlns="" xmlns:a16="http://schemas.microsoft.com/office/drawing/2014/main" id="{238E9799-3D8B-F54E-BFBB-FE1237FADF63}"/>
                </a:ext>
              </a:extLst>
            </p:cNvPr>
            <p:cNvSpPr>
              <a:spLocks noChangeShapeType="1"/>
            </p:cNvSpPr>
            <p:nvPr/>
          </p:nvSpPr>
          <p:spPr bwMode="auto">
            <a:xfrm>
              <a:off x="10428373" y="5396002"/>
              <a:ext cx="690563" cy="47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472" name="Freeform 917">
            <a:extLst>
              <a:ext uri="{FF2B5EF4-FFF2-40B4-BE49-F238E27FC236}">
                <a16:creationId xmlns="" xmlns:a16="http://schemas.microsoft.com/office/drawing/2014/main" id="{831FA212-BCFB-1F40-96A0-1C871E9EF3AB}"/>
              </a:ext>
            </a:extLst>
          </p:cNvPr>
          <p:cNvSpPr>
            <a:spLocks/>
          </p:cNvSpPr>
          <p:nvPr/>
        </p:nvSpPr>
        <p:spPr bwMode="auto">
          <a:xfrm>
            <a:off x="10104523" y="4775289"/>
            <a:ext cx="304800" cy="942975"/>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Lst>
            <a:ahLst/>
            <a:cxnLst>
              <a:cxn ang="T8">
                <a:pos x="T0" y="T1"/>
              </a:cxn>
              <a:cxn ang="T9">
                <a:pos x="T2" y="T3"/>
              </a:cxn>
              <a:cxn ang="T10">
                <a:pos x="T4" y="T5"/>
              </a:cxn>
              <a:cxn ang="T11">
                <a:pos x="T6" y="T7"/>
              </a:cxn>
            </a:cxnLst>
            <a:rect l="T12" t="T13" r="T14" b="T15"/>
            <a:pathLst>
              <a:path w="192" h="594">
                <a:moveTo>
                  <a:pt x="0" y="594"/>
                </a:moveTo>
                <a:lnTo>
                  <a:pt x="192" y="0"/>
                </a:lnTo>
                <a:lnTo>
                  <a:pt x="192" y="515"/>
                </a:lnTo>
                <a:lnTo>
                  <a:pt x="0" y="594"/>
                </a:lnTo>
                <a:close/>
              </a:path>
            </a:pathLst>
          </a:custGeom>
          <a:gradFill rotWithShape="1">
            <a:gsLst>
              <a:gs pos="0">
                <a:schemeClr val="bg1"/>
              </a:gs>
              <a:gs pos="100000">
                <a:srgbClr val="CC00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84" name="Group 950">
            <a:extLst>
              <a:ext uri="{FF2B5EF4-FFF2-40B4-BE49-F238E27FC236}">
                <a16:creationId xmlns="" xmlns:a16="http://schemas.microsoft.com/office/drawing/2014/main" id="{7CEBBAF6-579E-3943-B1EB-BB883618D6D9}"/>
              </a:ext>
            </a:extLst>
          </p:cNvPr>
          <p:cNvGrpSpPr>
            <a:grpSpLocks/>
          </p:cNvGrpSpPr>
          <p:nvPr/>
        </p:nvGrpSpPr>
        <p:grpSpPr bwMode="auto">
          <a:xfrm>
            <a:off x="10002508" y="5616400"/>
            <a:ext cx="214974" cy="403920"/>
            <a:chOff x="4140" y="429"/>
            <a:chExt cx="1425" cy="2396"/>
          </a:xfrm>
        </p:grpSpPr>
        <p:sp>
          <p:nvSpPr>
            <p:cNvPr id="485" name="Freeform 951">
              <a:extLst>
                <a:ext uri="{FF2B5EF4-FFF2-40B4-BE49-F238E27FC236}">
                  <a16:creationId xmlns="" xmlns:a16="http://schemas.microsoft.com/office/drawing/2014/main" id="{984581C6-7CED-A042-809F-11066F04B55E}"/>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6" name="Rectangle 952">
              <a:extLst>
                <a:ext uri="{FF2B5EF4-FFF2-40B4-BE49-F238E27FC236}">
                  <a16:creationId xmlns="" xmlns:a16="http://schemas.microsoft.com/office/drawing/2014/main" id="{0E0A78D4-7C3B-2143-AE69-FA504AD75E5E}"/>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87" name="Freeform 953">
              <a:extLst>
                <a:ext uri="{FF2B5EF4-FFF2-40B4-BE49-F238E27FC236}">
                  <a16:creationId xmlns="" xmlns:a16="http://schemas.microsoft.com/office/drawing/2014/main" id="{B0C7F238-A8B7-7443-8BA5-8939FF6B5572}"/>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8" name="Freeform 954">
              <a:extLst>
                <a:ext uri="{FF2B5EF4-FFF2-40B4-BE49-F238E27FC236}">
                  <a16:creationId xmlns="" xmlns:a16="http://schemas.microsoft.com/office/drawing/2014/main" id="{6F90FD17-11E4-EE4F-AF2F-7122C053E0C1}"/>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9" name="Rectangle 955">
              <a:extLst>
                <a:ext uri="{FF2B5EF4-FFF2-40B4-BE49-F238E27FC236}">
                  <a16:creationId xmlns="" xmlns:a16="http://schemas.microsoft.com/office/drawing/2014/main" id="{53A75298-B138-094F-9787-1B231F48063D}"/>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90" name="Group 956">
              <a:extLst>
                <a:ext uri="{FF2B5EF4-FFF2-40B4-BE49-F238E27FC236}">
                  <a16:creationId xmlns="" xmlns:a16="http://schemas.microsoft.com/office/drawing/2014/main" id="{AD456B50-CD82-6F4C-9CF1-09ABBC571C85}"/>
                </a:ext>
              </a:extLst>
            </p:cNvPr>
            <p:cNvGrpSpPr>
              <a:grpSpLocks/>
            </p:cNvGrpSpPr>
            <p:nvPr/>
          </p:nvGrpSpPr>
          <p:grpSpPr bwMode="auto">
            <a:xfrm>
              <a:off x="4749" y="668"/>
              <a:ext cx="581" cy="145"/>
              <a:chOff x="614" y="2568"/>
              <a:chExt cx="725" cy="139"/>
            </a:xfrm>
          </p:grpSpPr>
          <p:sp>
            <p:nvSpPr>
              <p:cNvPr id="515" name="AutoShape 957">
                <a:extLst>
                  <a:ext uri="{FF2B5EF4-FFF2-40B4-BE49-F238E27FC236}">
                    <a16:creationId xmlns="" xmlns:a16="http://schemas.microsoft.com/office/drawing/2014/main" id="{4C074F81-A723-5F4E-9479-CE1CDCFBCB88}"/>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16" name="AutoShape 958">
                <a:extLst>
                  <a:ext uri="{FF2B5EF4-FFF2-40B4-BE49-F238E27FC236}">
                    <a16:creationId xmlns="" xmlns:a16="http://schemas.microsoft.com/office/drawing/2014/main" id="{4DE71513-1E1D-B644-992C-AE6AB0DB1197}"/>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91" name="Rectangle 959">
              <a:extLst>
                <a:ext uri="{FF2B5EF4-FFF2-40B4-BE49-F238E27FC236}">
                  <a16:creationId xmlns="" xmlns:a16="http://schemas.microsoft.com/office/drawing/2014/main" id="{05D448DB-B3CB-C64D-8C4B-72D790DFFD42}"/>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92" name="Group 960">
              <a:extLst>
                <a:ext uri="{FF2B5EF4-FFF2-40B4-BE49-F238E27FC236}">
                  <a16:creationId xmlns="" xmlns:a16="http://schemas.microsoft.com/office/drawing/2014/main" id="{9CDEBDA5-A066-D749-B9E9-47DB05253D32}"/>
                </a:ext>
              </a:extLst>
            </p:cNvPr>
            <p:cNvGrpSpPr>
              <a:grpSpLocks/>
            </p:cNvGrpSpPr>
            <p:nvPr/>
          </p:nvGrpSpPr>
          <p:grpSpPr bwMode="auto">
            <a:xfrm>
              <a:off x="4747" y="994"/>
              <a:ext cx="581" cy="134"/>
              <a:chOff x="614" y="2568"/>
              <a:chExt cx="725" cy="139"/>
            </a:xfrm>
          </p:grpSpPr>
          <p:sp>
            <p:nvSpPr>
              <p:cNvPr id="513" name="AutoShape 961">
                <a:extLst>
                  <a:ext uri="{FF2B5EF4-FFF2-40B4-BE49-F238E27FC236}">
                    <a16:creationId xmlns="" xmlns:a16="http://schemas.microsoft.com/office/drawing/2014/main" id="{8E73CA32-EF58-EA45-A4FE-37E560EBE8C6}"/>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14" name="AutoShape 962">
                <a:extLst>
                  <a:ext uri="{FF2B5EF4-FFF2-40B4-BE49-F238E27FC236}">
                    <a16:creationId xmlns="" xmlns:a16="http://schemas.microsoft.com/office/drawing/2014/main" id="{2E2C05F9-1F42-CF46-83F8-339E874CF6FB}"/>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93" name="Rectangle 963">
              <a:extLst>
                <a:ext uri="{FF2B5EF4-FFF2-40B4-BE49-F238E27FC236}">
                  <a16:creationId xmlns="" xmlns:a16="http://schemas.microsoft.com/office/drawing/2014/main" id="{D2B5715C-9E55-D04D-BD32-A700B9DCC1E1}"/>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94" name="Rectangle 964">
              <a:extLst>
                <a:ext uri="{FF2B5EF4-FFF2-40B4-BE49-F238E27FC236}">
                  <a16:creationId xmlns="" xmlns:a16="http://schemas.microsoft.com/office/drawing/2014/main" id="{3A8FF8A7-C248-1B42-80FA-051974D95224}"/>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95" name="Group 965">
              <a:extLst>
                <a:ext uri="{FF2B5EF4-FFF2-40B4-BE49-F238E27FC236}">
                  <a16:creationId xmlns="" xmlns:a16="http://schemas.microsoft.com/office/drawing/2014/main" id="{8E71E5B0-A3F5-D344-B255-99112EB195F7}"/>
                </a:ext>
              </a:extLst>
            </p:cNvPr>
            <p:cNvGrpSpPr>
              <a:grpSpLocks/>
            </p:cNvGrpSpPr>
            <p:nvPr/>
          </p:nvGrpSpPr>
          <p:grpSpPr bwMode="auto">
            <a:xfrm>
              <a:off x="4735" y="1627"/>
              <a:ext cx="582" cy="151"/>
              <a:chOff x="614" y="2568"/>
              <a:chExt cx="725" cy="139"/>
            </a:xfrm>
          </p:grpSpPr>
          <p:sp>
            <p:nvSpPr>
              <p:cNvPr id="511" name="AutoShape 966">
                <a:extLst>
                  <a:ext uri="{FF2B5EF4-FFF2-40B4-BE49-F238E27FC236}">
                    <a16:creationId xmlns="" xmlns:a16="http://schemas.microsoft.com/office/drawing/2014/main" id="{A2F22898-EA39-FB4D-B255-ABCB1B7C1663}"/>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12" name="AutoShape 967">
                <a:extLst>
                  <a:ext uri="{FF2B5EF4-FFF2-40B4-BE49-F238E27FC236}">
                    <a16:creationId xmlns="" xmlns:a16="http://schemas.microsoft.com/office/drawing/2014/main" id="{FBF034BA-270B-6F40-B57B-8A19ABF2818D}"/>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96" name="Freeform 968">
              <a:extLst>
                <a:ext uri="{FF2B5EF4-FFF2-40B4-BE49-F238E27FC236}">
                  <a16:creationId xmlns="" xmlns:a16="http://schemas.microsoft.com/office/drawing/2014/main" id="{C6616798-D999-124B-8365-0FF6B1AC6B22}"/>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97" name="Group 969">
              <a:extLst>
                <a:ext uri="{FF2B5EF4-FFF2-40B4-BE49-F238E27FC236}">
                  <a16:creationId xmlns="" xmlns:a16="http://schemas.microsoft.com/office/drawing/2014/main" id="{0D2B7299-399C-9748-80B1-8B82EA570848}"/>
                </a:ext>
              </a:extLst>
            </p:cNvPr>
            <p:cNvGrpSpPr>
              <a:grpSpLocks/>
            </p:cNvGrpSpPr>
            <p:nvPr/>
          </p:nvGrpSpPr>
          <p:grpSpPr bwMode="auto">
            <a:xfrm>
              <a:off x="4739" y="1327"/>
              <a:ext cx="582" cy="139"/>
              <a:chOff x="614" y="2568"/>
              <a:chExt cx="725" cy="139"/>
            </a:xfrm>
          </p:grpSpPr>
          <p:sp>
            <p:nvSpPr>
              <p:cNvPr id="509" name="AutoShape 970">
                <a:extLst>
                  <a:ext uri="{FF2B5EF4-FFF2-40B4-BE49-F238E27FC236}">
                    <a16:creationId xmlns="" xmlns:a16="http://schemas.microsoft.com/office/drawing/2014/main" id="{791F8FFE-36CE-5D47-899C-7B6F5471D9AF}"/>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10" name="AutoShape 971">
                <a:extLst>
                  <a:ext uri="{FF2B5EF4-FFF2-40B4-BE49-F238E27FC236}">
                    <a16:creationId xmlns="" xmlns:a16="http://schemas.microsoft.com/office/drawing/2014/main" id="{96614370-C84C-644E-AF93-94853FD47AF1}"/>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98" name="Rectangle 972">
              <a:extLst>
                <a:ext uri="{FF2B5EF4-FFF2-40B4-BE49-F238E27FC236}">
                  <a16:creationId xmlns="" xmlns:a16="http://schemas.microsoft.com/office/drawing/2014/main" id="{3024E21F-4580-974D-A923-DBF7106EF158}"/>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99" name="Freeform 973">
              <a:extLst>
                <a:ext uri="{FF2B5EF4-FFF2-40B4-BE49-F238E27FC236}">
                  <a16:creationId xmlns="" xmlns:a16="http://schemas.microsoft.com/office/drawing/2014/main" id="{355CC750-A436-114A-B13D-15B18BE0099A}"/>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0" name="Freeform 974">
              <a:extLst>
                <a:ext uri="{FF2B5EF4-FFF2-40B4-BE49-F238E27FC236}">
                  <a16:creationId xmlns="" xmlns:a16="http://schemas.microsoft.com/office/drawing/2014/main" id="{D88AEB08-419C-994D-B9AF-2D260494D178}"/>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1" name="Oval 975">
              <a:extLst>
                <a:ext uri="{FF2B5EF4-FFF2-40B4-BE49-F238E27FC236}">
                  <a16:creationId xmlns="" xmlns:a16="http://schemas.microsoft.com/office/drawing/2014/main" id="{A70DC3D0-7F41-FB4E-BF25-4A8051E0D90D}"/>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2" name="Freeform 976">
              <a:extLst>
                <a:ext uri="{FF2B5EF4-FFF2-40B4-BE49-F238E27FC236}">
                  <a16:creationId xmlns="" xmlns:a16="http://schemas.microsoft.com/office/drawing/2014/main" id="{00011472-61BE-7D4E-BF36-C4C4F0A5D727}"/>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3" name="AutoShape 977">
              <a:extLst>
                <a:ext uri="{FF2B5EF4-FFF2-40B4-BE49-F238E27FC236}">
                  <a16:creationId xmlns="" xmlns:a16="http://schemas.microsoft.com/office/drawing/2014/main" id="{369D2889-1BFC-A340-B67F-54F258D6F1F5}"/>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4" name="AutoShape 978">
              <a:extLst>
                <a:ext uri="{FF2B5EF4-FFF2-40B4-BE49-F238E27FC236}">
                  <a16:creationId xmlns="" xmlns:a16="http://schemas.microsoft.com/office/drawing/2014/main" id="{CEFA09E5-3186-4445-AD94-60C0E15196AC}"/>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5" name="Oval 979">
              <a:extLst>
                <a:ext uri="{FF2B5EF4-FFF2-40B4-BE49-F238E27FC236}">
                  <a16:creationId xmlns="" xmlns:a16="http://schemas.microsoft.com/office/drawing/2014/main" id="{9AFADA62-C3CB-594F-8048-88710642763B}"/>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6" name="Oval 980">
              <a:extLst>
                <a:ext uri="{FF2B5EF4-FFF2-40B4-BE49-F238E27FC236}">
                  <a16:creationId xmlns="" xmlns:a16="http://schemas.microsoft.com/office/drawing/2014/main" id="{C82FFABC-4C4C-6243-9D2D-3C99FBC51814}"/>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a:ln>
                  <a:noFill/>
                </a:ln>
                <a:solidFill>
                  <a:srgbClr val="FF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7" name="Oval 981">
              <a:extLst>
                <a:ext uri="{FF2B5EF4-FFF2-40B4-BE49-F238E27FC236}">
                  <a16:creationId xmlns="" xmlns:a16="http://schemas.microsoft.com/office/drawing/2014/main" id="{C0EFDD4D-FB5A-6D4E-97DD-CFA89D4A9696}"/>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8" name="Rectangle 982">
              <a:extLst>
                <a:ext uri="{FF2B5EF4-FFF2-40B4-BE49-F238E27FC236}">
                  <a16:creationId xmlns="" xmlns:a16="http://schemas.microsoft.com/office/drawing/2014/main" id="{99A1B872-581F-BE49-AADF-3A6775C166D0}"/>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grpSp>
        <p:nvGrpSpPr>
          <p:cNvPr id="8" name="Group 7">
            <a:extLst>
              <a:ext uri="{FF2B5EF4-FFF2-40B4-BE49-F238E27FC236}">
                <a16:creationId xmlns="" xmlns:a16="http://schemas.microsoft.com/office/drawing/2014/main" id="{677610FF-4F61-2C4A-A861-FC0ED9C69928}"/>
              </a:ext>
            </a:extLst>
          </p:cNvPr>
          <p:cNvGrpSpPr/>
          <p:nvPr/>
        </p:nvGrpSpPr>
        <p:grpSpPr>
          <a:xfrm>
            <a:off x="8252702" y="1137866"/>
            <a:ext cx="814388" cy="854075"/>
            <a:chOff x="9791027" y="656358"/>
            <a:chExt cx="814388" cy="854075"/>
          </a:xfrm>
        </p:grpSpPr>
        <p:sp>
          <p:nvSpPr>
            <p:cNvPr id="519" name="Rectangle 227">
              <a:extLst>
                <a:ext uri="{FF2B5EF4-FFF2-40B4-BE49-F238E27FC236}">
                  <a16:creationId xmlns="" xmlns:a16="http://schemas.microsoft.com/office/drawing/2014/main" id="{B61510CE-247E-1E43-BA4A-EC188AFE0CB8}"/>
                </a:ext>
              </a:extLst>
            </p:cNvPr>
            <p:cNvSpPr>
              <a:spLocks noChangeArrowheads="1"/>
            </p:cNvSpPr>
            <p:nvPr/>
          </p:nvSpPr>
          <p:spPr bwMode="auto">
            <a:xfrm>
              <a:off x="9888064" y="666450"/>
              <a:ext cx="676276" cy="776288"/>
            </a:xfrm>
            <a:prstGeom prst="rect">
              <a:avLst/>
            </a:prstGeom>
            <a:solidFill>
              <a:srgbClr val="0000A8"/>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20" name="Rectangle 228">
              <a:extLst>
                <a:ext uri="{FF2B5EF4-FFF2-40B4-BE49-F238E27FC236}">
                  <a16:creationId xmlns="" xmlns:a16="http://schemas.microsoft.com/office/drawing/2014/main" id="{4174338D-3A0E-9747-819D-0C19F4DF4AA8}"/>
                </a:ext>
              </a:extLst>
            </p:cNvPr>
            <p:cNvSpPr>
              <a:spLocks noChangeArrowheads="1"/>
            </p:cNvSpPr>
            <p:nvPr/>
          </p:nvSpPr>
          <p:spPr bwMode="auto">
            <a:xfrm>
              <a:off x="9854726" y="690263"/>
              <a:ext cx="690563" cy="800100"/>
            </a:xfrm>
            <a:prstGeom prst="rect">
              <a:avLst/>
            </a:prstGeom>
            <a:solidFill>
              <a:schemeClr val="bg1"/>
            </a:solidFill>
            <a:ln w="12700">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21" name="Rectangle 229">
              <a:extLst>
                <a:ext uri="{FF2B5EF4-FFF2-40B4-BE49-F238E27FC236}">
                  <a16:creationId xmlns="" xmlns:a16="http://schemas.microsoft.com/office/drawing/2014/main" id="{621AE13C-4ABC-334F-8206-4D5E08465C6E}"/>
                </a:ext>
              </a:extLst>
            </p:cNvPr>
            <p:cNvSpPr>
              <a:spLocks noChangeArrowheads="1"/>
            </p:cNvSpPr>
            <p:nvPr/>
          </p:nvSpPr>
          <p:spPr bwMode="auto">
            <a:xfrm>
              <a:off x="9861869" y="844112"/>
              <a:ext cx="676276" cy="186668"/>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22" name="Text Box 230">
              <a:extLst>
                <a:ext uri="{FF2B5EF4-FFF2-40B4-BE49-F238E27FC236}">
                  <a16:creationId xmlns="" xmlns:a16="http://schemas.microsoft.com/office/drawing/2014/main" id="{CA38D367-F86F-AB43-B21E-1EEE691D3D74}"/>
                </a:ext>
              </a:extLst>
            </p:cNvPr>
            <p:cNvSpPr txBox="1">
              <a:spLocks noChangeArrowheads="1"/>
            </p:cNvSpPr>
            <p:nvPr/>
          </p:nvSpPr>
          <p:spPr bwMode="auto">
            <a:xfrm>
              <a:off x="9791027" y="656358"/>
              <a:ext cx="814388"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application</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white"/>
                  </a:solidFill>
                  <a:effectLst/>
                  <a:uLnTx/>
                  <a:uFillTx/>
                  <a:latin typeface="Arial" panose="020B0604020202020204" pitchFamily="34" charset="0"/>
                  <a:ea typeface="ＭＳ Ｐゴシック" panose="020B0600070205080204" pitchFamily="34" charset="-128"/>
                  <a:cs typeface="+mn-cs"/>
                </a:rPr>
                <a:t>transport</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network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data link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physical</a:t>
              </a: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23" name="Line 231">
              <a:extLst>
                <a:ext uri="{FF2B5EF4-FFF2-40B4-BE49-F238E27FC236}">
                  <a16:creationId xmlns="" xmlns:a16="http://schemas.microsoft.com/office/drawing/2014/main" id="{A3474A7D-75ED-1D4F-BB1C-5BA4ECFE69E7}"/>
                </a:ext>
              </a:extLst>
            </p:cNvPr>
            <p:cNvSpPr>
              <a:spLocks noChangeShapeType="1"/>
            </p:cNvSpPr>
            <p:nvPr/>
          </p:nvSpPr>
          <p:spPr bwMode="auto">
            <a:xfrm>
              <a:off x="9854726" y="1033163"/>
              <a:ext cx="690563" cy="47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4" name="Line 232">
              <a:extLst>
                <a:ext uri="{FF2B5EF4-FFF2-40B4-BE49-F238E27FC236}">
                  <a16:creationId xmlns="" xmlns:a16="http://schemas.microsoft.com/office/drawing/2014/main" id="{79D6BFCD-0081-1543-8A02-CDC78B944799}"/>
                </a:ext>
              </a:extLst>
            </p:cNvPr>
            <p:cNvSpPr>
              <a:spLocks noChangeShapeType="1"/>
            </p:cNvSpPr>
            <p:nvPr/>
          </p:nvSpPr>
          <p:spPr bwMode="auto">
            <a:xfrm>
              <a:off x="9864251" y="1171275"/>
              <a:ext cx="690563" cy="47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5" name="Line 233">
              <a:extLst>
                <a:ext uri="{FF2B5EF4-FFF2-40B4-BE49-F238E27FC236}">
                  <a16:creationId xmlns="" xmlns:a16="http://schemas.microsoft.com/office/drawing/2014/main" id="{539E5FFB-197B-6F44-A1D2-C9A93359AB7C}"/>
                </a:ext>
              </a:extLst>
            </p:cNvPr>
            <p:cNvSpPr>
              <a:spLocks noChangeShapeType="1"/>
            </p:cNvSpPr>
            <p:nvPr/>
          </p:nvSpPr>
          <p:spPr bwMode="auto">
            <a:xfrm>
              <a:off x="9864251" y="1309388"/>
              <a:ext cx="690563" cy="47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558" name="Up-Down Arrow 557">
            <a:extLst>
              <a:ext uri="{FF2B5EF4-FFF2-40B4-BE49-F238E27FC236}">
                <a16:creationId xmlns="" xmlns:a16="http://schemas.microsoft.com/office/drawing/2014/main" id="{1F1264FF-C88C-CF4E-85AF-1CB82BE0554E}"/>
              </a:ext>
            </a:extLst>
          </p:cNvPr>
          <p:cNvSpPr/>
          <p:nvPr/>
        </p:nvSpPr>
        <p:spPr>
          <a:xfrm rot="19889198">
            <a:off x="9544123" y="1270072"/>
            <a:ext cx="626354" cy="3838406"/>
          </a:xfrm>
          <a:prstGeom prst="upDown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59" name="TextBox 558">
            <a:extLst>
              <a:ext uri="{FF2B5EF4-FFF2-40B4-BE49-F238E27FC236}">
                <a16:creationId xmlns="" xmlns:a16="http://schemas.microsoft.com/office/drawing/2014/main" id="{BDB4ECF5-2BA8-034C-9E12-98E6A9A3E77D}"/>
              </a:ext>
            </a:extLst>
          </p:cNvPr>
          <p:cNvSpPr txBox="1"/>
          <p:nvPr/>
        </p:nvSpPr>
        <p:spPr>
          <a:xfrm rot="3706861">
            <a:off x="8640694" y="3103268"/>
            <a:ext cx="255044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logical end-end transport</a:t>
            </a:r>
          </a:p>
        </p:txBody>
      </p:sp>
      <p:sp>
        <p:nvSpPr>
          <p:cNvPr id="517" name="Rectangle 3">
            <a:extLst>
              <a:ext uri="{FF2B5EF4-FFF2-40B4-BE49-F238E27FC236}">
                <a16:creationId xmlns="" xmlns:a16="http://schemas.microsoft.com/office/drawing/2014/main" id="{6893AA1C-B5CC-D446-9A4F-4636B0A87E22}"/>
              </a:ext>
            </a:extLst>
          </p:cNvPr>
          <p:cNvSpPr txBox="1">
            <a:spLocks noChangeArrowheads="1"/>
          </p:cNvSpPr>
          <p:nvPr/>
        </p:nvSpPr>
        <p:spPr>
          <a:xfrm>
            <a:off x="736738" y="1365914"/>
            <a:ext cx="6288757" cy="5114925"/>
          </a:xfrm>
          <a:prstGeom prst="rect">
            <a:avLst/>
          </a:prstGeom>
        </p:spPr>
        <p:txBody>
          <a:bodyPr vert="horz" lIns="91440" tIns="45720" rIns="91440" bIns="45720" rtlCol="0">
            <a:normAutofit fontScale="92500"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100000"/>
              </a:lnSpc>
              <a:spcBef>
                <a:spcPts val="600"/>
              </a:spcBef>
              <a:spcAft>
                <a:spcPts val="0"/>
              </a:spcAft>
              <a:buClr>
                <a:srgbClr val="0000A3"/>
              </a:buClr>
              <a:buSzTx/>
              <a:buFont typeface="Wingdings" pitchFamily="2" charset="2"/>
              <a:buChar char="§"/>
              <a:tabLst/>
              <a:defRPr/>
            </a:pPr>
            <a:r>
              <a:rPr kumimoji="0" lang="en-US" altLang="en-US" sz="3200" b="1" i="0" u="none" strike="noStrike" kern="1200" cap="none" spc="0" normalizeH="0" baseline="0" noProof="0" dirty="0">
                <a:ln>
                  <a:noFill/>
                </a:ln>
                <a:solidFill>
                  <a:srgbClr val="CD0004"/>
                </a:solidFill>
                <a:effectLst/>
                <a:uLnTx/>
                <a:uFillTx/>
                <a:latin typeface="Calibri" panose="020F0502020204030204"/>
                <a:ea typeface="ＭＳ Ｐゴシック" panose="020B0600070205080204" pitchFamily="34" charset="-128"/>
                <a:cs typeface="+mn-cs"/>
              </a:rPr>
              <a:t>TCP: </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Transmission Control Protocol</a:t>
            </a:r>
          </a:p>
          <a:p>
            <a:pPr marL="695325" marR="0" lvl="1" indent="-231775" algn="l" defTabSz="914400" rtl="0" eaLnBrk="1" fontAlgn="auto" latinLnBrk="0" hangingPunct="1">
              <a:lnSpc>
                <a:spcPct val="100000"/>
              </a:lnSpc>
              <a:spcBef>
                <a:spcPts val="600"/>
              </a:spcBef>
              <a:spcAft>
                <a:spcPts val="0"/>
              </a:spcAft>
              <a:buClr>
                <a:srgbClr val="0000A8"/>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reliable, in-order delivery</a:t>
            </a:r>
          </a:p>
          <a:p>
            <a:pPr marL="695325" marR="0" lvl="1" indent="-231775" algn="l" defTabSz="914400" rtl="0" eaLnBrk="1" fontAlgn="auto" latinLnBrk="0" hangingPunct="1">
              <a:lnSpc>
                <a:spcPct val="100000"/>
              </a:lnSpc>
              <a:spcBef>
                <a:spcPts val="600"/>
              </a:spcBef>
              <a:spcAft>
                <a:spcPts val="0"/>
              </a:spcAft>
              <a:buClr>
                <a:srgbClr val="0000A8"/>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congestion control </a:t>
            </a:r>
          </a:p>
          <a:p>
            <a:pPr marL="695325" marR="0" lvl="1" indent="-231775" algn="l" defTabSz="914400" rtl="0" eaLnBrk="1" fontAlgn="auto" latinLnBrk="0" hangingPunct="1">
              <a:lnSpc>
                <a:spcPct val="100000"/>
              </a:lnSpc>
              <a:spcBef>
                <a:spcPts val="400"/>
              </a:spcBef>
              <a:spcAft>
                <a:spcPts val="0"/>
              </a:spcAft>
              <a:buClr>
                <a:srgbClr val="0000A8"/>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flow control</a:t>
            </a:r>
          </a:p>
          <a:p>
            <a:pPr marL="695325" marR="0" lvl="1" indent="-231775" algn="l" defTabSz="914400" rtl="0" eaLnBrk="1" fontAlgn="auto" latinLnBrk="0" hangingPunct="1">
              <a:lnSpc>
                <a:spcPct val="100000"/>
              </a:lnSpc>
              <a:spcBef>
                <a:spcPts val="400"/>
              </a:spcBef>
              <a:spcAft>
                <a:spcPts val="0"/>
              </a:spcAft>
              <a:buClr>
                <a:srgbClr val="0000A8"/>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connection setup</a:t>
            </a:r>
            <a:endPar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a:p>
            <a:pPr marL="352425" marR="0" lvl="0" indent="-222250" algn="l" defTabSz="914400" rtl="0" eaLnBrk="1" fontAlgn="auto" latinLnBrk="0" hangingPunct="1">
              <a:lnSpc>
                <a:spcPct val="100000"/>
              </a:lnSpc>
              <a:spcBef>
                <a:spcPts val="600"/>
              </a:spcBef>
              <a:spcAft>
                <a:spcPts val="0"/>
              </a:spcAft>
              <a:buClr>
                <a:srgbClr val="0000A3"/>
              </a:buClr>
              <a:buSzTx/>
              <a:buFont typeface="Wingdings" pitchFamily="2" charset="2"/>
              <a:buChar char="§"/>
              <a:tabLst/>
              <a:defRPr/>
            </a:pPr>
            <a:r>
              <a:rPr kumimoji="0" lang="en-US" altLang="en-US" sz="3200" b="1" i="0" u="none" strike="noStrike" kern="1200" cap="none" spc="0" normalizeH="0" baseline="0" noProof="0" dirty="0">
                <a:ln>
                  <a:noFill/>
                </a:ln>
                <a:solidFill>
                  <a:srgbClr val="CD0004"/>
                </a:solidFill>
                <a:effectLst/>
                <a:uLnTx/>
                <a:uFillTx/>
                <a:latin typeface="Calibri" panose="020F0502020204030204"/>
                <a:ea typeface="ＭＳ Ｐゴシック" panose="020B0600070205080204" pitchFamily="34" charset="-128"/>
                <a:cs typeface="+mn-cs"/>
              </a:rPr>
              <a:t>UDP: </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User Datagram Protocol</a:t>
            </a:r>
          </a:p>
          <a:p>
            <a:pPr marL="747713" marR="0" lvl="1" indent="-274638" algn="l" defTabSz="914400" rtl="0" eaLnBrk="1" fontAlgn="auto" latinLnBrk="0" hangingPunct="1">
              <a:lnSpc>
                <a:spcPct val="100000"/>
              </a:lnSpc>
              <a:spcBef>
                <a:spcPts val="600"/>
              </a:spcBef>
              <a:spcAft>
                <a:spcPts val="0"/>
              </a:spcAft>
              <a:buClr>
                <a:srgbClr val="0000A3"/>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unreliable, unordered delivery</a:t>
            </a:r>
          </a:p>
          <a:p>
            <a:pPr marL="747713" marR="0" lvl="1" indent="-274638" algn="l" defTabSz="914400" rtl="0" eaLnBrk="1" fontAlgn="auto" latinLnBrk="0" hangingPunct="1">
              <a:lnSpc>
                <a:spcPct val="100000"/>
              </a:lnSpc>
              <a:spcBef>
                <a:spcPts val="600"/>
              </a:spcBef>
              <a:spcAft>
                <a:spcPts val="0"/>
              </a:spcAft>
              <a:buClr>
                <a:srgbClr val="0000A3"/>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no-frills extension of “</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best-effort” IP</a:t>
            </a:r>
          </a:p>
          <a:p>
            <a:pPr marL="352425" marR="0" lvl="0" indent="-222250" algn="l" defTabSz="914400" rtl="0" eaLnBrk="1" fontAlgn="auto" latinLnBrk="0" hangingPunct="1">
              <a:lnSpc>
                <a:spcPct val="100000"/>
              </a:lnSpc>
              <a:spcBef>
                <a:spcPts val="6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services not available: </a:t>
            </a:r>
          </a:p>
          <a:p>
            <a:pPr marL="695325" marR="0" lvl="1" indent="-231775" algn="l" defTabSz="914400" rtl="0" eaLnBrk="1" fontAlgn="auto" latinLnBrk="0" hangingPunct="1">
              <a:lnSpc>
                <a:spcPct val="100000"/>
              </a:lnSpc>
              <a:spcBef>
                <a:spcPts val="400"/>
              </a:spcBef>
              <a:spcAft>
                <a:spcPts val="0"/>
              </a:spcAft>
              <a:buClr>
                <a:srgbClr val="0000A8"/>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delay guarantees</a:t>
            </a:r>
          </a:p>
          <a:p>
            <a:pPr marL="695325" marR="0" lvl="1" indent="-231775" algn="l" defTabSz="914400" rtl="0" eaLnBrk="1" fontAlgn="auto" latinLnBrk="0" hangingPunct="1">
              <a:lnSpc>
                <a:spcPct val="100000"/>
              </a:lnSpc>
              <a:spcBef>
                <a:spcPts val="400"/>
              </a:spcBef>
              <a:spcAft>
                <a:spcPts val="0"/>
              </a:spcAft>
              <a:buClr>
                <a:srgbClr val="0000A8"/>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bandwidth guarantees</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518" name="Slide Number Placeholder 2">
            <a:extLst>
              <a:ext uri="{FF2B5EF4-FFF2-40B4-BE49-F238E27FC236}">
                <a16:creationId xmlns="" xmlns:a16="http://schemas.microsoft.com/office/drawing/2014/main" id="{5EAB89B4-AD20-DC49-B545-2C57C5923FCF}"/>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14</a:t>
            </a:fld>
            <a:endParaRPr lang="en-US" dirty="0"/>
          </a:p>
        </p:txBody>
      </p:sp>
    </p:spTree>
    <p:extLst>
      <p:ext uri="{BB962C8B-B14F-4D97-AF65-F5344CB8AC3E}">
        <p14:creationId xmlns:p14="http://schemas.microsoft.com/office/powerpoint/2010/main" val="2570528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17">
                                            <p:txEl>
                                              <p:pRg st="0" end="0"/>
                                            </p:txEl>
                                          </p:spTgt>
                                        </p:tgtEl>
                                        <p:attrNameLst>
                                          <p:attrName>style.visibility</p:attrName>
                                        </p:attrNameLst>
                                      </p:cBhvr>
                                      <p:to>
                                        <p:strVal val="visible"/>
                                      </p:to>
                                    </p:set>
                                    <p:animEffect transition="in" filter="dissolve">
                                      <p:cBhvr>
                                        <p:cTn id="7" dur="500"/>
                                        <p:tgtEl>
                                          <p:spTgt spid="517">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517">
                                            <p:txEl>
                                              <p:pRg st="1" end="1"/>
                                            </p:txEl>
                                          </p:spTgt>
                                        </p:tgtEl>
                                        <p:attrNameLst>
                                          <p:attrName>style.visibility</p:attrName>
                                        </p:attrNameLst>
                                      </p:cBhvr>
                                      <p:to>
                                        <p:strVal val="visible"/>
                                      </p:to>
                                    </p:set>
                                    <p:animEffect transition="in" filter="dissolve">
                                      <p:cBhvr>
                                        <p:cTn id="10" dur="500"/>
                                        <p:tgtEl>
                                          <p:spTgt spid="517">
                                            <p:txEl>
                                              <p:pRg st="1" end="1"/>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517">
                                            <p:txEl>
                                              <p:pRg st="2" end="2"/>
                                            </p:txEl>
                                          </p:spTgt>
                                        </p:tgtEl>
                                        <p:attrNameLst>
                                          <p:attrName>style.visibility</p:attrName>
                                        </p:attrNameLst>
                                      </p:cBhvr>
                                      <p:to>
                                        <p:strVal val="visible"/>
                                      </p:to>
                                    </p:set>
                                    <p:animEffect transition="in" filter="dissolve">
                                      <p:cBhvr>
                                        <p:cTn id="13" dur="500"/>
                                        <p:tgtEl>
                                          <p:spTgt spid="517">
                                            <p:txEl>
                                              <p:pRg st="2" end="2"/>
                                            </p:txEl>
                                          </p:spTgt>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517">
                                            <p:txEl>
                                              <p:pRg st="3" end="3"/>
                                            </p:txEl>
                                          </p:spTgt>
                                        </p:tgtEl>
                                        <p:attrNameLst>
                                          <p:attrName>style.visibility</p:attrName>
                                        </p:attrNameLst>
                                      </p:cBhvr>
                                      <p:to>
                                        <p:strVal val="visible"/>
                                      </p:to>
                                    </p:set>
                                    <p:animEffect transition="in" filter="dissolve">
                                      <p:cBhvr>
                                        <p:cTn id="16" dur="500"/>
                                        <p:tgtEl>
                                          <p:spTgt spid="517">
                                            <p:txEl>
                                              <p:pRg st="3" end="3"/>
                                            </p:txEl>
                                          </p:spTgt>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517">
                                            <p:txEl>
                                              <p:pRg st="4" end="4"/>
                                            </p:txEl>
                                          </p:spTgt>
                                        </p:tgtEl>
                                        <p:attrNameLst>
                                          <p:attrName>style.visibility</p:attrName>
                                        </p:attrNameLst>
                                      </p:cBhvr>
                                      <p:to>
                                        <p:strVal val="visible"/>
                                      </p:to>
                                    </p:set>
                                    <p:animEffect transition="in" filter="dissolve">
                                      <p:cBhvr>
                                        <p:cTn id="19" dur="500"/>
                                        <p:tgtEl>
                                          <p:spTgt spid="517">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517">
                                            <p:txEl>
                                              <p:pRg st="5" end="5"/>
                                            </p:txEl>
                                          </p:spTgt>
                                        </p:tgtEl>
                                        <p:attrNameLst>
                                          <p:attrName>style.visibility</p:attrName>
                                        </p:attrNameLst>
                                      </p:cBhvr>
                                      <p:to>
                                        <p:strVal val="visible"/>
                                      </p:to>
                                    </p:set>
                                    <p:animEffect transition="in" filter="dissolve">
                                      <p:cBhvr>
                                        <p:cTn id="24" dur="500"/>
                                        <p:tgtEl>
                                          <p:spTgt spid="517">
                                            <p:txEl>
                                              <p:pRg st="5" end="5"/>
                                            </p:txEl>
                                          </p:spTgt>
                                        </p:tgtEl>
                                      </p:cBhvr>
                                    </p:animEffect>
                                  </p:childTnLst>
                                </p:cTn>
                              </p:par>
                              <p:par>
                                <p:cTn id="25" presetID="9" presetClass="entr" presetSubtype="0" fill="hold" grpId="0" nodeType="withEffect">
                                  <p:stCondLst>
                                    <p:cond delay="0"/>
                                  </p:stCondLst>
                                  <p:childTnLst>
                                    <p:set>
                                      <p:cBhvr>
                                        <p:cTn id="26" dur="1" fill="hold">
                                          <p:stCondLst>
                                            <p:cond delay="0"/>
                                          </p:stCondLst>
                                        </p:cTn>
                                        <p:tgtEl>
                                          <p:spTgt spid="517">
                                            <p:txEl>
                                              <p:pRg st="6" end="6"/>
                                            </p:txEl>
                                          </p:spTgt>
                                        </p:tgtEl>
                                        <p:attrNameLst>
                                          <p:attrName>style.visibility</p:attrName>
                                        </p:attrNameLst>
                                      </p:cBhvr>
                                      <p:to>
                                        <p:strVal val="visible"/>
                                      </p:to>
                                    </p:set>
                                    <p:animEffect transition="in" filter="dissolve">
                                      <p:cBhvr>
                                        <p:cTn id="27" dur="500"/>
                                        <p:tgtEl>
                                          <p:spTgt spid="517">
                                            <p:txEl>
                                              <p:pRg st="6" end="6"/>
                                            </p:txEl>
                                          </p:spTgt>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517">
                                            <p:txEl>
                                              <p:pRg st="7" end="7"/>
                                            </p:txEl>
                                          </p:spTgt>
                                        </p:tgtEl>
                                        <p:attrNameLst>
                                          <p:attrName>style.visibility</p:attrName>
                                        </p:attrNameLst>
                                      </p:cBhvr>
                                      <p:to>
                                        <p:strVal val="visible"/>
                                      </p:to>
                                    </p:set>
                                    <p:animEffect transition="in" filter="dissolve">
                                      <p:cBhvr>
                                        <p:cTn id="30" dur="500"/>
                                        <p:tgtEl>
                                          <p:spTgt spid="517">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517">
                                            <p:txEl>
                                              <p:pRg st="8" end="8"/>
                                            </p:txEl>
                                          </p:spTgt>
                                        </p:tgtEl>
                                        <p:attrNameLst>
                                          <p:attrName>style.visibility</p:attrName>
                                        </p:attrNameLst>
                                      </p:cBhvr>
                                      <p:to>
                                        <p:strVal val="visible"/>
                                      </p:to>
                                    </p:set>
                                    <p:animEffect transition="in" filter="dissolve">
                                      <p:cBhvr>
                                        <p:cTn id="35" dur="500"/>
                                        <p:tgtEl>
                                          <p:spTgt spid="517">
                                            <p:txEl>
                                              <p:pRg st="8" end="8"/>
                                            </p:txEl>
                                          </p:spTgt>
                                        </p:tgtEl>
                                      </p:cBhvr>
                                    </p:animEffect>
                                  </p:childTnLst>
                                </p:cTn>
                              </p:par>
                              <p:par>
                                <p:cTn id="36" presetID="9" presetClass="entr" presetSubtype="0" fill="hold" grpId="0" nodeType="withEffect">
                                  <p:stCondLst>
                                    <p:cond delay="0"/>
                                  </p:stCondLst>
                                  <p:childTnLst>
                                    <p:set>
                                      <p:cBhvr>
                                        <p:cTn id="37" dur="1" fill="hold">
                                          <p:stCondLst>
                                            <p:cond delay="0"/>
                                          </p:stCondLst>
                                        </p:cTn>
                                        <p:tgtEl>
                                          <p:spTgt spid="517">
                                            <p:txEl>
                                              <p:pRg st="9" end="9"/>
                                            </p:txEl>
                                          </p:spTgt>
                                        </p:tgtEl>
                                        <p:attrNameLst>
                                          <p:attrName>style.visibility</p:attrName>
                                        </p:attrNameLst>
                                      </p:cBhvr>
                                      <p:to>
                                        <p:strVal val="visible"/>
                                      </p:to>
                                    </p:set>
                                    <p:animEffect transition="in" filter="dissolve">
                                      <p:cBhvr>
                                        <p:cTn id="38" dur="500"/>
                                        <p:tgtEl>
                                          <p:spTgt spid="517">
                                            <p:txEl>
                                              <p:pRg st="9" end="9"/>
                                            </p:txEl>
                                          </p:spTgt>
                                        </p:tgtEl>
                                      </p:cBhvr>
                                    </p:animEffect>
                                  </p:childTnLst>
                                </p:cTn>
                              </p:par>
                              <p:par>
                                <p:cTn id="39" presetID="9" presetClass="entr" presetSubtype="0" fill="hold" grpId="0" nodeType="withEffect">
                                  <p:stCondLst>
                                    <p:cond delay="0"/>
                                  </p:stCondLst>
                                  <p:childTnLst>
                                    <p:set>
                                      <p:cBhvr>
                                        <p:cTn id="40" dur="1" fill="hold">
                                          <p:stCondLst>
                                            <p:cond delay="0"/>
                                          </p:stCondLst>
                                        </p:cTn>
                                        <p:tgtEl>
                                          <p:spTgt spid="517">
                                            <p:txEl>
                                              <p:pRg st="10" end="10"/>
                                            </p:txEl>
                                          </p:spTgt>
                                        </p:tgtEl>
                                        <p:attrNameLst>
                                          <p:attrName>style.visibility</p:attrName>
                                        </p:attrNameLst>
                                      </p:cBhvr>
                                      <p:to>
                                        <p:strVal val="visible"/>
                                      </p:to>
                                    </p:set>
                                    <p:animEffect transition="in" filter="dissolve">
                                      <p:cBhvr>
                                        <p:cTn id="41" dur="500"/>
                                        <p:tgtEl>
                                          <p:spTgt spid="51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7"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B8CD900-19EC-824C-BF74-AADFBF5A172E}"/>
              </a:ext>
            </a:extLst>
          </p:cNvPr>
          <p:cNvSpPr>
            <a:spLocks noGrp="1"/>
          </p:cNvSpPr>
          <p:nvPr>
            <p:ph type="title"/>
          </p:nvPr>
        </p:nvSpPr>
        <p:spPr>
          <a:xfrm>
            <a:off x="798691" y="289325"/>
            <a:ext cx="10515600" cy="894622"/>
          </a:xfrm>
        </p:spPr>
        <p:txBody>
          <a:bodyPr/>
          <a:lstStyle/>
          <a:p>
            <a:r>
              <a:rPr lang="en-US" altLang="en-US" dirty="0">
                <a:cs typeface="Calibri" panose="020F0502020204030204" pitchFamily="34" charset="0"/>
              </a:rPr>
              <a:t>Chapter 3: roadmap</a:t>
            </a:r>
            <a:endParaRPr lang="en-US" dirty="0"/>
          </a:p>
        </p:txBody>
      </p:sp>
      <p:sp>
        <p:nvSpPr>
          <p:cNvPr id="9" name="Rectangle 4">
            <a:extLst>
              <a:ext uri="{FF2B5EF4-FFF2-40B4-BE49-F238E27FC236}">
                <a16:creationId xmlns="" xmlns:a16="http://schemas.microsoft.com/office/drawing/2014/main" id="{55AB9D8D-7F05-094B-8DA6-3095A7A7A096}"/>
              </a:ext>
            </a:extLst>
          </p:cNvPr>
          <p:cNvSpPr>
            <a:spLocks noGrp="1" noChangeArrowheads="1"/>
          </p:cNvSpPr>
          <p:nvPr>
            <p:ph sz="half" idx="2"/>
          </p:nvPr>
        </p:nvSpPr>
        <p:spPr>
          <a:xfrm>
            <a:off x="798690" y="1414011"/>
            <a:ext cx="6618109" cy="5029078"/>
          </a:xfrm>
        </p:spPr>
        <p:txBody>
          <a:bodyPr>
            <a:normAutofit/>
          </a:bodyPr>
          <a:lstStyle/>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Transport-layer services</a:t>
            </a:r>
          </a:p>
          <a:p>
            <a:pPr marL="403225" indent="-285750">
              <a:spcBef>
                <a:spcPts val="800"/>
              </a:spcBef>
            </a:pPr>
            <a:r>
              <a:rPr lang="en-US" altLang="en-US" sz="3200" dirty="0" smtClean="0">
                <a:cs typeface="Calibri" panose="020F0502020204030204" pitchFamily="34" charset="0"/>
              </a:rPr>
              <a:t>Connectionless </a:t>
            </a:r>
            <a:r>
              <a:rPr lang="en-US" altLang="en-US" sz="3200" dirty="0">
                <a:cs typeface="Calibri" panose="020F0502020204030204" pitchFamily="34" charset="0"/>
              </a:rPr>
              <a:t>transport: UDP</a:t>
            </a:r>
          </a:p>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Principles of reliable data transfer </a:t>
            </a:r>
          </a:p>
          <a:p>
            <a:pPr marL="403225" indent="-285750">
              <a:spcBef>
                <a:spcPts val="800"/>
              </a:spcBef>
              <a:buClr>
                <a:schemeClr val="bg1">
                  <a:lumMod val="75000"/>
                </a:schemeClr>
              </a:buClr>
            </a:pPr>
            <a:r>
              <a:rPr lang="en-US" sz="3200" dirty="0">
                <a:solidFill>
                  <a:schemeClr val="bg1">
                    <a:lumMod val="75000"/>
                  </a:schemeClr>
                </a:solidFill>
              </a:rPr>
              <a:t>Connection-oriented transport: TCP</a:t>
            </a:r>
          </a:p>
          <a:p>
            <a:pPr marL="403225" indent="-285750">
              <a:spcBef>
                <a:spcPts val="800"/>
              </a:spcBef>
              <a:buClr>
                <a:schemeClr val="bg1">
                  <a:lumMod val="75000"/>
                </a:schemeClr>
              </a:buClr>
            </a:pPr>
            <a:r>
              <a:rPr lang="en-US" sz="3200" dirty="0">
                <a:solidFill>
                  <a:schemeClr val="bg1">
                    <a:lumMod val="75000"/>
                  </a:schemeClr>
                </a:solidFill>
              </a:rPr>
              <a:t>Principles of congestion control</a:t>
            </a:r>
          </a:p>
          <a:p>
            <a:pPr marL="403225" indent="-285750">
              <a:spcBef>
                <a:spcPts val="800"/>
              </a:spcBef>
              <a:buClr>
                <a:schemeClr val="bg1">
                  <a:lumMod val="75000"/>
                </a:schemeClr>
              </a:buClr>
            </a:pPr>
            <a:r>
              <a:rPr lang="en-US" sz="3200" dirty="0">
                <a:solidFill>
                  <a:schemeClr val="bg1">
                    <a:lumMod val="75000"/>
                  </a:schemeClr>
                </a:solidFill>
              </a:rPr>
              <a:t>TCP congestion control</a:t>
            </a:r>
          </a:p>
          <a:p>
            <a:pPr marL="403225" indent="-285750">
              <a:spcBef>
                <a:spcPts val="800"/>
              </a:spcBef>
              <a:buClr>
                <a:schemeClr val="bg1">
                  <a:lumMod val="75000"/>
                </a:schemeClr>
              </a:buClr>
            </a:pPr>
            <a:r>
              <a:rPr lang="en-US" sz="3200" dirty="0">
                <a:solidFill>
                  <a:schemeClr val="bg1">
                    <a:lumMod val="75000"/>
                  </a:schemeClr>
                </a:solidFill>
              </a:rPr>
              <a:t>Evolution of transport-layer functionality</a:t>
            </a:r>
          </a:p>
          <a:p>
            <a:pPr marL="117475" indent="0">
              <a:spcBef>
                <a:spcPts val="800"/>
              </a:spcBef>
              <a:buClr>
                <a:schemeClr val="bg1">
                  <a:lumMod val="75000"/>
                </a:schemeClr>
              </a:buClr>
              <a:buNone/>
            </a:pPr>
            <a:endParaRPr lang="en-US" sz="3200" dirty="0">
              <a:solidFill>
                <a:schemeClr val="bg1">
                  <a:lumMod val="75000"/>
                </a:schemeClr>
              </a:solidFill>
            </a:endParaRPr>
          </a:p>
          <a:p>
            <a:pPr eaLnBrk="1" hangingPunct="1">
              <a:buFont typeface="Wingdings" panose="05000000000000000000" pitchFamily="2" charset="2"/>
              <a:buNone/>
            </a:pPr>
            <a:endParaRPr lang="en-US" altLang="en-US" sz="2400" dirty="0"/>
          </a:p>
        </p:txBody>
      </p:sp>
      <p:sp>
        <p:nvSpPr>
          <p:cNvPr id="3" name="Slide Number Placeholder 2">
            <a:extLst>
              <a:ext uri="{FF2B5EF4-FFF2-40B4-BE49-F238E27FC236}">
                <a16:creationId xmlns="" xmlns:a16="http://schemas.microsoft.com/office/drawing/2014/main" id="{015CF63D-A871-3249-B853-1FF5A26EE5FD}"/>
              </a:ext>
            </a:extLst>
          </p:cNvPr>
          <p:cNvSpPr>
            <a:spLocks noGrp="1"/>
          </p:cNvSpPr>
          <p:nvPr>
            <p:ph type="sldNum" sz="quarter" idx="4"/>
          </p:nvPr>
        </p:nvSpPr>
        <p:spPr/>
        <p:txBody>
          <a:bodyPr/>
          <a:lstStyle/>
          <a:p>
            <a:r>
              <a:rPr lang="en-US"/>
              <a:t>Transport Layer: 3-</a:t>
            </a:r>
            <a:fld id="{C4204591-24BD-A542-B9D5-F8D8A88D2FEE}" type="slidenum">
              <a:rPr lang="en-US" smtClean="0"/>
              <a:pPr/>
              <a:t>15</a:t>
            </a:fld>
            <a:endParaRPr lang="en-US" dirty="0"/>
          </a:p>
        </p:txBody>
      </p:sp>
      <p:pic>
        <p:nvPicPr>
          <p:cNvPr id="6" name="Picture 5">
            <a:extLst>
              <a:ext uri="{FF2B5EF4-FFF2-40B4-BE49-F238E27FC236}">
                <a16:creationId xmlns="" xmlns:a16="http://schemas.microsoft.com/office/drawing/2014/main" id="{1BA4839A-73B6-AB4F-BAAF-2F0309156AE9}"/>
              </a:ext>
            </a:extLst>
          </p:cNvPr>
          <p:cNvPicPr>
            <a:picLocks noChangeAspect="1"/>
          </p:cNvPicPr>
          <p:nvPr/>
        </p:nvPicPr>
        <p:blipFill>
          <a:blip r:embed="rId3"/>
          <a:stretch>
            <a:fillRect/>
          </a:stretch>
        </p:blipFill>
        <p:spPr>
          <a:xfrm>
            <a:off x="7774329" y="1293471"/>
            <a:ext cx="3657600" cy="2743200"/>
          </a:xfrm>
          <a:prstGeom prst="rect">
            <a:avLst/>
          </a:prstGeom>
        </p:spPr>
      </p:pic>
    </p:spTree>
    <p:extLst>
      <p:ext uri="{BB962C8B-B14F-4D97-AF65-F5344CB8AC3E}">
        <p14:creationId xmlns:p14="http://schemas.microsoft.com/office/powerpoint/2010/main" val="8940794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B8CD900-19EC-824C-BF74-AADFBF5A172E}"/>
              </a:ext>
            </a:extLst>
          </p:cNvPr>
          <p:cNvSpPr>
            <a:spLocks noGrp="1"/>
          </p:cNvSpPr>
          <p:nvPr>
            <p:ph type="title"/>
          </p:nvPr>
        </p:nvSpPr>
        <p:spPr>
          <a:xfrm>
            <a:off x="798690" y="155986"/>
            <a:ext cx="11100625" cy="894622"/>
          </a:xfrm>
        </p:spPr>
        <p:txBody>
          <a:bodyPr>
            <a:normAutofit/>
          </a:bodyPr>
          <a:lstStyle/>
          <a:p>
            <a:r>
              <a:rPr lang="en-US" sz="4400" dirty="0"/>
              <a:t>UDP: User Datagram Protocol</a:t>
            </a:r>
          </a:p>
        </p:txBody>
      </p:sp>
      <p:sp>
        <p:nvSpPr>
          <p:cNvPr id="6" name="Rectangle 3">
            <a:extLst>
              <a:ext uri="{FF2B5EF4-FFF2-40B4-BE49-F238E27FC236}">
                <a16:creationId xmlns="" xmlns:a16="http://schemas.microsoft.com/office/drawing/2014/main" id="{C770DED9-87F6-FB46-A967-6223B68A3E96}"/>
              </a:ext>
            </a:extLst>
          </p:cNvPr>
          <p:cNvSpPr txBox="1">
            <a:spLocks noChangeArrowheads="1"/>
          </p:cNvSpPr>
          <p:nvPr/>
        </p:nvSpPr>
        <p:spPr>
          <a:xfrm>
            <a:off x="226031" y="1115761"/>
            <a:ext cx="6493328" cy="2927537"/>
          </a:xfrm>
          <a:prstGeom prst="rect">
            <a:avLst/>
          </a:prstGeom>
        </p:spPr>
        <p:txBody>
          <a:bodyPr vert="horz" lIns="91440" tIns="45720" rIns="91440" bIns="45720" rtlCol="0">
            <a:no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60375" lvl="0" indent="-330200">
              <a:defRPr/>
            </a:pPr>
            <a:r>
              <a:rPr lang="en-US" altLang="ja-JP" sz="2400" dirty="0" smtClean="0">
                <a:solidFill>
                  <a:prstClr val="black"/>
                </a:solidFill>
                <a:ea typeface="ＭＳ Ｐゴシック" panose="020B0600070205080204" pitchFamily="34" charset="-128"/>
              </a:rPr>
              <a:t>UDP provides </a:t>
            </a:r>
            <a:r>
              <a:rPr lang="en-US" altLang="ja-JP" sz="2400" dirty="0">
                <a:solidFill>
                  <a:prstClr val="black"/>
                </a:solidFill>
                <a:ea typeface="ＭＳ Ｐゴシック" panose="020B0600070205080204" pitchFamily="34" charset="-128"/>
              </a:rPr>
              <a:t>the minimum transport-layer functionality</a:t>
            </a:r>
            <a:r>
              <a:rPr lang="en-US" altLang="ja-JP" sz="2400" dirty="0" smtClean="0">
                <a:solidFill>
                  <a:prstClr val="black"/>
                </a:solidFill>
                <a:ea typeface="ＭＳ Ｐゴシック" panose="020B0600070205080204" pitchFamily="34" charset="-128"/>
              </a:rPr>
              <a:t>. It </a:t>
            </a:r>
            <a:r>
              <a:rPr lang="en-US" altLang="ja-JP" sz="2400" dirty="0">
                <a:solidFill>
                  <a:prstClr val="black"/>
                </a:solidFill>
                <a:ea typeface="ＭＳ Ｐゴシック" panose="020B0600070205080204" pitchFamily="34" charset="-128"/>
              </a:rPr>
              <a:t>does not add extra features like reliability or flow control</a:t>
            </a:r>
            <a:r>
              <a:rPr lang="en-US" altLang="ja-JP" sz="2400" dirty="0" smtClean="0">
                <a:solidFill>
                  <a:prstClr val="black"/>
                </a:solidFill>
                <a:ea typeface="ＭＳ Ｐゴシック" panose="020B0600070205080204" pitchFamily="34" charset="-128"/>
              </a:rPr>
              <a:t>.</a:t>
            </a:r>
          </a:p>
          <a:p>
            <a:pPr marL="460375" lvl="0" indent="-330200">
              <a:defRPr/>
            </a:pPr>
            <a:r>
              <a:rPr lang="en-US" altLang="ja-JP" sz="2400" dirty="0" smtClean="0">
                <a:solidFill>
                  <a:prstClr val="black"/>
                </a:solidFill>
                <a:ea typeface="ＭＳ Ｐゴシック" panose="020B0600070205080204" pitchFamily="34" charset="-128"/>
              </a:rPr>
              <a:t>UDP </a:t>
            </a:r>
            <a:r>
              <a:rPr lang="en-US" altLang="ja-JP" sz="2400" dirty="0">
                <a:solidFill>
                  <a:prstClr val="black"/>
                </a:solidFill>
                <a:ea typeface="ＭＳ Ｐゴシック" panose="020B0600070205080204" pitchFamily="34" charset="-128"/>
              </a:rPr>
              <a:t>provides best effort delivery, meaning</a:t>
            </a:r>
            <a:r>
              <a:rPr lang="en-US" altLang="ja-JP" sz="2400" dirty="0" smtClean="0">
                <a:solidFill>
                  <a:prstClr val="black"/>
                </a:solidFill>
                <a:ea typeface="ＭＳ Ｐゴシック" panose="020B0600070205080204" pitchFamily="34" charset="-128"/>
              </a:rPr>
              <a:t>: It </a:t>
            </a:r>
            <a:r>
              <a:rPr lang="en-US" altLang="ja-JP" sz="2400" dirty="0">
                <a:solidFill>
                  <a:prstClr val="black"/>
                </a:solidFill>
                <a:ea typeface="ＭＳ Ｐゴシック" panose="020B0600070205080204" pitchFamily="34" charset="-128"/>
              </a:rPr>
              <a:t>tries to deliver data, but makes no guarantees</a:t>
            </a:r>
            <a:r>
              <a:rPr lang="en-US" altLang="ja-JP" sz="2400" dirty="0" smtClean="0">
                <a:solidFill>
                  <a:prstClr val="black"/>
                </a:solidFill>
                <a:ea typeface="ＭＳ Ｐゴシック" panose="020B0600070205080204" pitchFamily="34" charset="-128"/>
              </a:rPr>
              <a:t>.</a:t>
            </a:r>
          </a:p>
          <a:p>
            <a:pPr marL="460375" lvl="0" indent="-330200">
              <a:defRPr/>
            </a:pPr>
            <a:r>
              <a:rPr lang="en-US" altLang="ja-JP" sz="2400" dirty="0" smtClean="0">
                <a:solidFill>
                  <a:prstClr val="black"/>
                </a:solidFill>
                <a:ea typeface="ＭＳ Ｐゴシック" panose="020B0600070205080204" pitchFamily="34" charset="-128"/>
              </a:rPr>
              <a:t>UDP </a:t>
            </a:r>
            <a:r>
              <a:rPr lang="en-US" altLang="ja-JP" sz="2400" dirty="0">
                <a:solidFill>
                  <a:prstClr val="black"/>
                </a:solidFill>
                <a:ea typeface="ＭＳ Ｐゴシック" panose="020B0600070205080204" pitchFamily="34" charset="-128"/>
              </a:rPr>
              <a:t>does not ensure reliability, ordering, or protection against duplication</a:t>
            </a:r>
            <a:r>
              <a:rPr lang="en-US" altLang="ja-JP" sz="2400" dirty="0" smtClean="0">
                <a:solidFill>
                  <a:prstClr val="black"/>
                </a:solidFill>
                <a:ea typeface="ＭＳ Ｐゴシック" panose="020B0600070205080204" pitchFamily="34" charset="-128"/>
              </a:rPr>
              <a:t>.</a:t>
            </a:r>
          </a:p>
          <a:p>
            <a:pPr marL="460375" lvl="0" indent="-330200">
              <a:defRPr/>
            </a:pPr>
            <a:r>
              <a:rPr lang="en-US" sz="2400" dirty="0"/>
              <a:t>Skype, </a:t>
            </a:r>
            <a:r>
              <a:rPr lang="en-US" sz="2400" dirty="0" err="1"/>
              <a:t>WhatsApp</a:t>
            </a:r>
            <a:r>
              <a:rPr lang="en-US" sz="2400" dirty="0"/>
              <a:t> Calls, </a:t>
            </a:r>
            <a:r>
              <a:rPr lang="en-US" sz="2400" dirty="0" smtClean="0"/>
              <a:t>YouTube </a:t>
            </a:r>
            <a:r>
              <a:rPr lang="en-US" sz="2400" dirty="0"/>
              <a:t>Live, </a:t>
            </a:r>
            <a:r>
              <a:rPr lang="en-US" sz="2400" dirty="0" smtClean="0"/>
              <a:t>Netflix</a:t>
            </a:r>
            <a:r>
              <a:rPr lang="en-US" sz="2400" dirty="0"/>
              <a:t>, </a:t>
            </a:r>
            <a:r>
              <a:rPr lang="en-US" sz="2400" dirty="0" smtClean="0"/>
              <a:t>Multicast, DNS, DHCP, RIP etc.</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endParaRPr>
          </a:p>
        </p:txBody>
      </p:sp>
      <p:grpSp>
        <p:nvGrpSpPr>
          <p:cNvPr id="8" name="Group 7">
            <a:extLst>
              <a:ext uri="{FF2B5EF4-FFF2-40B4-BE49-F238E27FC236}">
                <a16:creationId xmlns="" xmlns:a16="http://schemas.microsoft.com/office/drawing/2014/main" id="{82E8D3DA-F7E2-3144-9365-F468AE5A3F1F}"/>
              </a:ext>
            </a:extLst>
          </p:cNvPr>
          <p:cNvGrpSpPr/>
          <p:nvPr/>
        </p:nvGrpSpPr>
        <p:grpSpPr>
          <a:xfrm>
            <a:off x="6792954" y="1335368"/>
            <a:ext cx="5169861" cy="5014363"/>
            <a:chOff x="4979987" y="2821302"/>
            <a:chExt cx="6630121" cy="3829830"/>
          </a:xfrm>
        </p:grpSpPr>
        <p:sp>
          <p:nvSpPr>
            <p:cNvPr id="9" name="Rectangle 26">
              <a:extLst>
                <a:ext uri="{FF2B5EF4-FFF2-40B4-BE49-F238E27FC236}">
                  <a16:creationId xmlns="" xmlns:a16="http://schemas.microsoft.com/office/drawing/2014/main" id="{F9D9BC33-5F55-F54A-B992-1DDB07422224}"/>
                </a:ext>
              </a:extLst>
            </p:cNvPr>
            <p:cNvSpPr txBox="1">
              <a:spLocks noChangeArrowheads="1"/>
            </p:cNvSpPr>
            <p:nvPr/>
          </p:nvSpPr>
          <p:spPr bwMode="auto">
            <a:xfrm>
              <a:off x="5218112" y="3235273"/>
              <a:ext cx="6059488" cy="304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284163" marR="0" lvl="0" indent="-284163"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no connection establishment (which can add RTT delay)</a:t>
              </a:r>
            </a:p>
            <a:p>
              <a:pPr marL="284163" marR="0" lvl="0" indent="-284163"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simple: no connection state at sender, receiver</a:t>
              </a:r>
            </a:p>
            <a:p>
              <a:pPr marL="284163" marR="0" lvl="0" indent="-284163"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small header size</a:t>
              </a:r>
            </a:p>
            <a:p>
              <a:pPr marL="284163" marR="0" lvl="0" indent="-284163"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no congestion control</a:t>
              </a:r>
            </a:p>
            <a:p>
              <a:pPr marL="687388" marR="0" lvl="1" indent="-284163"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UDP can blast away as fast as desired!</a:t>
              </a:r>
            </a:p>
            <a:p>
              <a:pPr marL="687388" marR="0" lvl="1" indent="-284163"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can function in the face of congestion</a:t>
              </a:r>
            </a:p>
          </p:txBody>
        </p:sp>
        <p:sp>
          <p:nvSpPr>
            <p:cNvPr id="10" name="Rectangle 27">
              <a:extLst>
                <a:ext uri="{FF2B5EF4-FFF2-40B4-BE49-F238E27FC236}">
                  <a16:creationId xmlns="" xmlns:a16="http://schemas.microsoft.com/office/drawing/2014/main" id="{E3B96135-5F05-0D44-B7B9-9BD478D4E907}"/>
                </a:ext>
              </a:extLst>
            </p:cNvPr>
            <p:cNvSpPr>
              <a:spLocks noChangeArrowheads="1"/>
            </p:cNvSpPr>
            <p:nvPr/>
          </p:nvSpPr>
          <p:spPr bwMode="auto">
            <a:xfrm>
              <a:off x="4979987" y="2988017"/>
              <a:ext cx="6630121" cy="3663115"/>
            </a:xfrm>
            <a:prstGeom prst="rect">
              <a:avLst/>
            </a:prstGeom>
            <a:noFill/>
            <a:ln w="19050">
              <a:solidFill>
                <a:srgbClr val="CC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11" name="Text Box 28">
              <a:extLst>
                <a:ext uri="{FF2B5EF4-FFF2-40B4-BE49-F238E27FC236}">
                  <a16:creationId xmlns="" xmlns:a16="http://schemas.microsoft.com/office/drawing/2014/main" id="{3BFEAB49-E79F-FF40-AAAE-C9820F50289A}"/>
                </a:ext>
              </a:extLst>
            </p:cNvPr>
            <p:cNvSpPr txBox="1">
              <a:spLocks noChangeArrowheads="1"/>
            </p:cNvSpPr>
            <p:nvPr/>
          </p:nvSpPr>
          <p:spPr bwMode="auto">
            <a:xfrm>
              <a:off x="5124449" y="2821302"/>
              <a:ext cx="5102112" cy="37890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80000"/>
                </a:lnSpc>
                <a:spcBef>
                  <a:spcPct val="20000"/>
                </a:spcBef>
                <a:spcAft>
                  <a:spcPct val="0"/>
                </a:spcAft>
                <a:buClr>
                  <a:srgbClr val="000099"/>
                </a:buClr>
                <a:buSzPct val="65000"/>
                <a:buFont typeface="Wingdings" charset="0"/>
                <a:buNone/>
                <a:tabLst/>
                <a:defRPr/>
              </a:pPr>
              <a:r>
                <a:rPr kumimoji="0" lang="en-US" sz="3200" b="0" i="0" u="none" strike="noStrike" kern="0" cap="none" spc="0" normalizeH="0" baseline="0" noProof="0" dirty="0">
                  <a:ln>
                    <a:noFill/>
                  </a:ln>
                  <a:solidFill>
                    <a:srgbClr val="CC0000"/>
                  </a:solidFill>
                  <a:effectLst/>
                  <a:uLnTx/>
                  <a:uFillTx/>
                  <a:latin typeface="Calibri" panose="020F0502020204030204"/>
                  <a:ea typeface="ＭＳ Ｐゴシック" charset="0"/>
                  <a:cs typeface="+mn-cs"/>
                </a:rPr>
                <a:t>W</a:t>
              </a:r>
              <a:r>
                <a:rPr kumimoji="0" lang="en-US" sz="3200" b="0" i="0" u="none" strike="noStrike" kern="0" cap="none" spc="0" normalizeH="0" baseline="0" noProof="0" dirty="0" err="1">
                  <a:ln>
                    <a:noFill/>
                  </a:ln>
                  <a:solidFill>
                    <a:srgbClr val="CC0000"/>
                  </a:solidFill>
                  <a:effectLst/>
                  <a:uLnTx/>
                  <a:uFillTx/>
                  <a:latin typeface="Calibri" panose="020F0502020204030204"/>
                  <a:ea typeface="ＭＳ Ｐゴシック" charset="0"/>
                  <a:cs typeface="+mn-cs"/>
                </a:rPr>
                <a:t>hy</a:t>
              </a:r>
              <a:r>
                <a:rPr kumimoji="0" lang="en-US" sz="3200" b="0" i="0" u="none" strike="noStrike" kern="0" cap="none" spc="0" normalizeH="0" baseline="0" noProof="0" dirty="0">
                  <a:ln>
                    <a:noFill/>
                  </a:ln>
                  <a:solidFill>
                    <a:srgbClr val="CC0000"/>
                  </a:solidFill>
                  <a:effectLst/>
                  <a:uLnTx/>
                  <a:uFillTx/>
                  <a:latin typeface="Calibri" panose="020F0502020204030204"/>
                  <a:ea typeface="ＭＳ Ｐゴシック" charset="0"/>
                  <a:cs typeface="+mn-cs"/>
                </a:rPr>
                <a:t> is there a UDP?</a:t>
              </a:r>
              <a:endParaRPr kumimoji="0" lang="en-US" sz="1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grpSp>
      <p:sp>
        <p:nvSpPr>
          <p:cNvPr id="12" name="Rectangle 3">
            <a:extLst>
              <a:ext uri="{FF2B5EF4-FFF2-40B4-BE49-F238E27FC236}">
                <a16:creationId xmlns="" xmlns:a16="http://schemas.microsoft.com/office/drawing/2014/main" id="{B958CE44-F1A4-924D-8CEA-640B52DBA4DF}"/>
              </a:ext>
            </a:extLst>
          </p:cNvPr>
          <p:cNvSpPr txBox="1">
            <a:spLocks noChangeArrowheads="1"/>
          </p:cNvSpPr>
          <p:nvPr/>
        </p:nvSpPr>
        <p:spPr>
          <a:xfrm>
            <a:off x="641997" y="4598259"/>
            <a:ext cx="5550595" cy="2060359"/>
          </a:xfrm>
          <a:prstGeom prst="rect">
            <a:avLst/>
          </a:prstGeom>
        </p:spPr>
        <p:txBody>
          <a:bodyPr vert="horz" lIns="91440" tIns="45720" rIns="91440" bIns="45720" rtlCol="0">
            <a:normAutofit fontScale="92500"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60375" marR="0" lvl="0" indent="-333375"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connectionless:</a:t>
            </a:r>
            <a:endParaRPr kumimoji="0" lang="en-US" altLang="en-US" sz="36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endParaRP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no handshaking between UDP sender, receiver</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each UDP segment handled independently of others</a:t>
            </a:r>
          </a:p>
        </p:txBody>
      </p:sp>
      <p:sp>
        <p:nvSpPr>
          <p:cNvPr id="13" name="Slide Number Placeholder 2">
            <a:extLst>
              <a:ext uri="{FF2B5EF4-FFF2-40B4-BE49-F238E27FC236}">
                <a16:creationId xmlns="" xmlns:a16="http://schemas.microsoft.com/office/drawing/2014/main" id="{469890C8-B9BA-F74B-84CA-6B1BAB0F6B31}"/>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16</a:t>
            </a:fld>
            <a:endParaRPr lang="en-US" dirty="0"/>
          </a:p>
        </p:txBody>
      </p:sp>
    </p:spTree>
    <p:extLst>
      <p:ext uri="{BB962C8B-B14F-4D97-AF65-F5344CB8AC3E}">
        <p14:creationId xmlns:p14="http://schemas.microsoft.com/office/powerpoint/2010/main" val="379916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dissolv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dissolv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UDP: User Datagram Protocol</a:t>
            </a:r>
          </a:p>
        </p:txBody>
      </p:sp>
      <p:sp>
        <p:nvSpPr>
          <p:cNvPr id="7" name="Rectangle 9">
            <a:extLst>
              <a:ext uri="{FF2B5EF4-FFF2-40B4-BE49-F238E27FC236}">
                <a16:creationId xmlns="" xmlns:a16="http://schemas.microsoft.com/office/drawing/2014/main" id="{0EFE9DD4-40BF-D54C-B457-743C8EAA5EAF}"/>
              </a:ext>
            </a:extLst>
          </p:cNvPr>
          <p:cNvSpPr>
            <a:spLocks noChangeArrowheads="1"/>
          </p:cNvSpPr>
          <p:nvPr/>
        </p:nvSpPr>
        <p:spPr bwMode="auto">
          <a:xfrm>
            <a:off x="798690" y="1543058"/>
            <a:ext cx="11100625" cy="4888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292100" marR="0" lvl="0" indent="-292100" algn="l" defTabSz="914400" rtl="0" eaLnBrk="1" fontAlgn="auto" latinLnBrk="0" hangingPunct="1">
              <a:lnSpc>
                <a:spcPct val="85000"/>
              </a:lnSpc>
              <a:spcBef>
                <a:spcPct val="20000"/>
              </a:spcBef>
              <a:spcAft>
                <a:spcPts val="0"/>
              </a:spcAft>
              <a:buClr>
                <a:srgbClr val="000099"/>
              </a:buClr>
              <a:buSzPct val="100000"/>
              <a:buFont typeface="Wingdings" charset="2"/>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UDP use:</a:t>
            </a:r>
          </a:p>
          <a:p>
            <a:pPr marL="688975" marR="0" lvl="1" indent="-231775" algn="l" defTabSz="914400" rtl="0" eaLnBrk="1" fontAlgn="auto" latinLnBrk="0" hangingPunct="1">
              <a:lnSpc>
                <a:spcPct val="85000"/>
              </a:lnSpc>
              <a:spcBef>
                <a:spcPct val="20000"/>
              </a:spcBef>
              <a:spcAft>
                <a:spcPts val="0"/>
              </a:spcAft>
              <a:buClr>
                <a:srgbClr val="000099"/>
              </a:buClr>
              <a:buSzTx/>
              <a:buFont typeface="Wingdings"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streaming multimedia apps (loss tolerant, rate sensitive)</a:t>
            </a:r>
          </a:p>
          <a:p>
            <a:pPr marL="688975" marR="0" lvl="1" indent="-231775" algn="l" defTabSz="914400" rtl="0" eaLnBrk="1" fontAlgn="auto" latinLnBrk="0" hangingPunct="1">
              <a:lnSpc>
                <a:spcPct val="85000"/>
              </a:lnSpc>
              <a:spcBef>
                <a:spcPct val="20000"/>
              </a:spcBef>
              <a:spcAft>
                <a:spcPts val="0"/>
              </a:spcAft>
              <a:buClr>
                <a:srgbClr val="000099"/>
              </a:buClr>
              <a:buSzTx/>
              <a:buFont typeface="Wingdings"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DNS</a:t>
            </a:r>
          </a:p>
          <a:p>
            <a:pPr marL="688975" marR="0" lvl="1" indent="-231775" algn="l" defTabSz="914400" rtl="0" eaLnBrk="1" fontAlgn="auto" latinLnBrk="0" hangingPunct="1">
              <a:lnSpc>
                <a:spcPct val="85000"/>
              </a:lnSpc>
              <a:spcBef>
                <a:spcPct val="20000"/>
              </a:spcBef>
              <a:spcAft>
                <a:spcPts val="0"/>
              </a:spcAft>
              <a:buClr>
                <a:srgbClr val="000099"/>
              </a:buClr>
              <a:buSzTx/>
              <a:buFont typeface="Wingdings"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SNMP</a:t>
            </a:r>
          </a:p>
          <a:p>
            <a:pPr marL="688975" marR="0" lvl="1" indent="-231775" algn="l" defTabSz="914400" rtl="0" eaLnBrk="1" fontAlgn="auto" latinLnBrk="0" hangingPunct="1">
              <a:lnSpc>
                <a:spcPct val="85000"/>
              </a:lnSpc>
              <a:spcBef>
                <a:spcPct val="20000"/>
              </a:spcBef>
              <a:spcAft>
                <a:spcPts val="0"/>
              </a:spcAft>
              <a:buClr>
                <a:srgbClr val="000099"/>
              </a:buClr>
              <a:buSzTx/>
              <a:buFont typeface="Wingdings"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HTTP/3</a:t>
            </a:r>
          </a:p>
          <a:p>
            <a:pPr marL="292100" marR="0" lvl="0" indent="-292100" algn="l" defTabSz="914400" rtl="0" eaLnBrk="1" fontAlgn="auto" latinLnBrk="0" hangingPunct="1">
              <a:lnSpc>
                <a:spcPct val="85000"/>
              </a:lnSpc>
              <a:spcBef>
                <a:spcPct val="20000"/>
              </a:spcBef>
              <a:spcAft>
                <a:spcPts val="0"/>
              </a:spcAft>
              <a:buClr>
                <a:srgbClr val="000099"/>
              </a:buClr>
              <a:buSzPct val="100000"/>
              <a:buFont typeface="Wingdings" charset="2"/>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if reliable transfer needed over UDP (e.g., HTTP/3): </a:t>
            </a:r>
          </a:p>
          <a:p>
            <a:pPr marL="688975" marR="0" lvl="1" indent="-231775" algn="l" defTabSz="914400" rtl="0" eaLnBrk="1" fontAlgn="auto" latinLnBrk="0" hangingPunct="1">
              <a:lnSpc>
                <a:spcPct val="85000"/>
              </a:lnSpc>
              <a:spcBef>
                <a:spcPct val="20000"/>
              </a:spcBef>
              <a:spcAft>
                <a:spcPts val="0"/>
              </a:spcAft>
              <a:buClr>
                <a:srgbClr val="000099"/>
              </a:buClr>
              <a:buSzTx/>
              <a:buFont typeface="Wingdings"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add needed reliability at application layer</a:t>
            </a:r>
          </a:p>
          <a:p>
            <a:pPr marL="688975" marR="0" lvl="1" indent="-231775" algn="l" defTabSz="914400" rtl="0" eaLnBrk="1" fontAlgn="auto" latinLnBrk="0" hangingPunct="1">
              <a:lnSpc>
                <a:spcPct val="85000"/>
              </a:lnSpc>
              <a:spcBef>
                <a:spcPct val="20000"/>
              </a:spcBef>
              <a:spcAft>
                <a:spcPts val="0"/>
              </a:spcAft>
              <a:buClr>
                <a:srgbClr val="000099"/>
              </a:buClr>
              <a:buSzTx/>
              <a:buFont typeface="Wingdings"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add congestion control at application layer</a:t>
            </a:r>
          </a:p>
        </p:txBody>
      </p:sp>
      <p:sp>
        <p:nvSpPr>
          <p:cNvPr id="4" name="Slide Number Placeholder 2">
            <a:extLst>
              <a:ext uri="{FF2B5EF4-FFF2-40B4-BE49-F238E27FC236}">
                <a16:creationId xmlns="" xmlns:a16="http://schemas.microsoft.com/office/drawing/2014/main" id="{B160F1B7-DEB2-9342-B89A-69E5B6639506}"/>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17</a:t>
            </a:fld>
            <a:endParaRPr lang="en-US" dirty="0"/>
          </a:p>
        </p:txBody>
      </p:sp>
    </p:spTree>
    <p:extLst>
      <p:ext uri="{BB962C8B-B14F-4D97-AF65-F5344CB8AC3E}">
        <p14:creationId xmlns:p14="http://schemas.microsoft.com/office/powerpoint/2010/main" val="1664352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UDP: User Datagram Protocol </a:t>
            </a:r>
            <a:r>
              <a:rPr lang="en-US" sz="3600" dirty="0"/>
              <a:t>[RFC 768]</a:t>
            </a:r>
            <a:endParaRPr lang="en-US" sz="4400" dirty="0"/>
          </a:p>
        </p:txBody>
      </p:sp>
      <p:pic>
        <p:nvPicPr>
          <p:cNvPr id="5" name="Picture 4">
            <a:extLst>
              <a:ext uri="{FF2B5EF4-FFF2-40B4-BE49-F238E27FC236}">
                <a16:creationId xmlns="" xmlns:a16="http://schemas.microsoft.com/office/drawing/2014/main" id="{E4AB0D4F-D972-B342-BA50-EC030780A666}"/>
              </a:ext>
            </a:extLst>
          </p:cNvPr>
          <p:cNvPicPr>
            <a:picLocks noChangeAspect="1"/>
          </p:cNvPicPr>
          <p:nvPr/>
        </p:nvPicPr>
        <p:blipFill>
          <a:blip r:embed="rId3"/>
          <a:stretch>
            <a:fillRect/>
          </a:stretch>
        </p:blipFill>
        <p:spPr>
          <a:xfrm>
            <a:off x="1885243" y="1232551"/>
            <a:ext cx="6509995" cy="5467403"/>
          </a:xfrm>
          <a:prstGeom prst="rect">
            <a:avLst/>
          </a:prstGeom>
        </p:spPr>
      </p:pic>
      <p:sp>
        <p:nvSpPr>
          <p:cNvPr id="4" name="Slide Number Placeholder 2">
            <a:extLst>
              <a:ext uri="{FF2B5EF4-FFF2-40B4-BE49-F238E27FC236}">
                <a16:creationId xmlns="" xmlns:a16="http://schemas.microsoft.com/office/drawing/2014/main" id="{D2BA1565-8605-154A-895B-C65D5D0B1EA5}"/>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18</a:t>
            </a:fld>
            <a:endParaRPr lang="en-US" dirty="0"/>
          </a:p>
        </p:txBody>
      </p:sp>
    </p:spTree>
    <p:extLst>
      <p:ext uri="{BB962C8B-B14F-4D97-AF65-F5344CB8AC3E}">
        <p14:creationId xmlns:p14="http://schemas.microsoft.com/office/powerpoint/2010/main" val="29018924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 name="Freeform 103">
            <a:extLst>
              <a:ext uri="{FF2B5EF4-FFF2-40B4-BE49-F238E27FC236}">
                <a16:creationId xmlns="" xmlns:a16="http://schemas.microsoft.com/office/drawing/2014/main" id="{DEF6D5D3-E4DA-4B46-BBC5-93311E115D92}"/>
              </a:ext>
            </a:extLst>
          </p:cNvPr>
          <p:cNvSpPr>
            <a:spLocks/>
          </p:cNvSpPr>
          <p:nvPr/>
        </p:nvSpPr>
        <p:spPr bwMode="auto">
          <a:xfrm>
            <a:off x="10295012" y="2167472"/>
            <a:ext cx="890436" cy="2912558"/>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22" name="Group 185">
            <a:extLst>
              <a:ext uri="{FF2B5EF4-FFF2-40B4-BE49-F238E27FC236}">
                <a16:creationId xmlns="" xmlns:a16="http://schemas.microsoft.com/office/drawing/2014/main" id="{7750F2FB-96FA-374A-AF56-26502EF04672}"/>
              </a:ext>
            </a:extLst>
          </p:cNvPr>
          <p:cNvGrpSpPr>
            <a:grpSpLocks/>
          </p:cNvGrpSpPr>
          <p:nvPr/>
        </p:nvGrpSpPr>
        <p:grpSpPr bwMode="auto">
          <a:xfrm>
            <a:off x="10955688" y="4246759"/>
            <a:ext cx="549832" cy="1070215"/>
            <a:chOff x="4140" y="429"/>
            <a:chExt cx="1425" cy="2396"/>
          </a:xfrm>
        </p:grpSpPr>
        <p:sp>
          <p:nvSpPr>
            <p:cNvPr id="223" name="Freeform 186">
              <a:extLst>
                <a:ext uri="{FF2B5EF4-FFF2-40B4-BE49-F238E27FC236}">
                  <a16:creationId xmlns="" xmlns:a16="http://schemas.microsoft.com/office/drawing/2014/main" id="{E441858B-A566-F746-B48C-912CA3020CC8}"/>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4" name="Rectangle 187">
              <a:extLst>
                <a:ext uri="{FF2B5EF4-FFF2-40B4-BE49-F238E27FC236}">
                  <a16:creationId xmlns="" xmlns:a16="http://schemas.microsoft.com/office/drawing/2014/main" id="{20003129-35A4-1E46-8065-8AF4C6403D5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25" name="Freeform 188">
              <a:extLst>
                <a:ext uri="{FF2B5EF4-FFF2-40B4-BE49-F238E27FC236}">
                  <a16:creationId xmlns="" xmlns:a16="http://schemas.microsoft.com/office/drawing/2014/main" id="{6F94D7AE-C4D1-AF4A-B970-086B7D245ACF}"/>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6" name="Freeform 189">
              <a:extLst>
                <a:ext uri="{FF2B5EF4-FFF2-40B4-BE49-F238E27FC236}">
                  <a16:creationId xmlns="" xmlns:a16="http://schemas.microsoft.com/office/drawing/2014/main" id="{EAFC03EF-54DF-8942-9852-25739DA158B4}"/>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7" name="Rectangle 190">
              <a:extLst>
                <a:ext uri="{FF2B5EF4-FFF2-40B4-BE49-F238E27FC236}">
                  <a16:creationId xmlns="" xmlns:a16="http://schemas.microsoft.com/office/drawing/2014/main" id="{2241F7B6-5281-A74E-8DCB-3BE3777E9369}"/>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28" name="Group 191">
              <a:extLst>
                <a:ext uri="{FF2B5EF4-FFF2-40B4-BE49-F238E27FC236}">
                  <a16:creationId xmlns="" xmlns:a16="http://schemas.microsoft.com/office/drawing/2014/main" id="{02DB0249-6EBB-FF4B-B17F-CC771B255D00}"/>
                </a:ext>
              </a:extLst>
            </p:cNvPr>
            <p:cNvGrpSpPr>
              <a:grpSpLocks/>
            </p:cNvGrpSpPr>
            <p:nvPr/>
          </p:nvGrpSpPr>
          <p:grpSpPr bwMode="auto">
            <a:xfrm>
              <a:off x="4749" y="668"/>
              <a:ext cx="581" cy="145"/>
              <a:chOff x="614" y="2568"/>
              <a:chExt cx="725" cy="139"/>
            </a:xfrm>
          </p:grpSpPr>
          <p:sp>
            <p:nvSpPr>
              <p:cNvPr id="253" name="AutoShape 192">
                <a:extLst>
                  <a:ext uri="{FF2B5EF4-FFF2-40B4-BE49-F238E27FC236}">
                    <a16:creationId xmlns="" xmlns:a16="http://schemas.microsoft.com/office/drawing/2014/main" id="{BE55370E-BC12-1B42-9E3C-C950033EEF89}"/>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4" name="AutoShape 193">
                <a:extLst>
                  <a:ext uri="{FF2B5EF4-FFF2-40B4-BE49-F238E27FC236}">
                    <a16:creationId xmlns="" xmlns:a16="http://schemas.microsoft.com/office/drawing/2014/main" id="{1BBB99EB-2FFB-5942-9855-24BEE1C68997}"/>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29" name="Rectangle 194">
              <a:extLst>
                <a:ext uri="{FF2B5EF4-FFF2-40B4-BE49-F238E27FC236}">
                  <a16:creationId xmlns="" xmlns:a16="http://schemas.microsoft.com/office/drawing/2014/main" id="{9C5699FC-2B4E-BD46-B9CC-CA578E2EA709}"/>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30" name="Group 195">
              <a:extLst>
                <a:ext uri="{FF2B5EF4-FFF2-40B4-BE49-F238E27FC236}">
                  <a16:creationId xmlns="" xmlns:a16="http://schemas.microsoft.com/office/drawing/2014/main" id="{676615F3-A30A-9740-8080-AFEE6BAAEF98}"/>
                </a:ext>
              </a:extLst>
            </p:cNvPr>
            <p:cNvGrpSpPr>
              <a:grpSpLocks/>
            </p:cNvGrpSpPr>
            <p:nvPr/>
          </p:nvGrpSpPr>
          <p:grpSpPr bwMode="auto">
            <a:xfrm>
              <a:off x="4747" y="994"/>
              <a:ext cx="581" cy="134"/>
              <a:chOff x="614" y="2568"/>
              <a:chExt cx="725" cy="139"/>
            </a:xfrm>
          </p:grpSpPr>
          <p:sp>
            <p:nvSpPr>
              <p:cNvPr id="251" name="AutoShape 196">
                <a:extLst>
                  <a:ext uri="{FF2B5EF4-FFF2-40B4-BE49-F238E27FC236}">
                    <a16:creationId xmlns="" xmlns:a16="http://schemas.microsoft.com/office/drawing/2014/main" id="{D31569A0-2CDC-3B4B-B7FA-067BF2CB0D93}"/>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2" name="AutoShape 197">
                <a:extLst>
                  <a:ext uri="{FF2B5EF4-FFF2-40B4-BE49-F238E27FC236}">
                    <a16:creationId xmlns="" xmlns:a16="http://schemas.microsoft.com/office/drawing/2014/main" id="{5D70C5E6-3DFB-1D45-8469-DE5EA96E13E8}"/>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1" name="Rectangle 198">
              <a:extLst>
                <a:ext uri="{FF2B5EF4-FFF2-40B4-BE49-F238E27FC236}">
                  <a16:creationId xmlns="" xmlns:a16="http://schemas.microsoft.com/office/drawing/2014/main" id="{AE060187-10EA-1F4E-AEDE-8C6C0E8358D2}"/>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2" name="Rectangle 199">
              <a:extLst>
                <a:ext uri="{FF2B5EF4-FFF2-40B4-BE49-F238E27FC236}">
                  <a16:creationId xmlns="" xmlns:a16="http://schemas.microsoft.com/office/drawing/2014/main" id="{32874526-51C0-C749-BDC8-3D9F62AFE767}"/>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33" name="Group 200">
              <a:extLst>
                <a:ext uri="{FF2B5EF4-FFF2-40B4-BE49-F238E27FC236}">
                  <a16:creationId xmlns="" xmlns:a16="http://schemas.microsoft.com/office/drawing/2014/main" id="{09E63F43-E74F-6045-A673-3756891EE94D}"/>
                </a:ext>
              </a:extLst>
            </p:cNvPr>
            <p:cNvGrpSpPr>
              <a:grpSpLocks/>
            </p:cNvGrpSpPr>
            <p:nvPr/>
          </p:nvGrpSpPr>
          <p:grpSpPr bwMode="auto">
            <a:xfrm>
              <a:off x="4735" y="1627"/>
              <a:ext cx="582" cy="151"/>
              <a:chOff x="614" y="2568"/>
              <a:chExt cx="725" cy="139"/>
            </a:xfrm>
          </p:grpSpPr>
          <p:sp>
            <p:nvSpPr>
              <p:cNvPr id="249" name="AutoShape 201">
                <a:extLst>
                  <a:ext uri="{FF2B5EF4-FFF2-40B4-BE49-F238E27FC236}">
                    <a16:creationId xmlns="" xmlns:a16="http://schemas.microsoft.com/office/drawing/2014/main" id="{0296B9BB-82CD-2A45-8E56-F4ACF6FCC028}"/>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0" name="AutoShape 202">
                <a:extLst>
                  <a:ext uri="{FF2B5EF4-FFF2-40B4-BE49-F238E27FC236}">
                    <a16:creationId xmlns="" xmlns:a16="http://schemas.microsoft.com/office/drawing/2014/main" id="{DD3C3254-A817-B449-AE0F-31BEFF504A04}"/>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4" name="Freeform 203">
              <a:extLst>
                <a:ext uri="{FF2B5EF4-FFF2-40B4-BE49-F238E27FC236}">
                  <a16:creationId xmlns="" xmlns:a16="http://schemas.microsoft.com/office/drawing/2014/main" id="{D05041BE-8046-EB49-A23A-C7FEB06D9108}"/>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35" name="Group 204">
              <a:extLst>
                <a:ext uri="{FF2B5EF4-FFF2-40B4-BE49-F238E27FC236}">
                  <a16:creationId xmlns="" xmlns:a16="http://schemas.microsoft.com/office/drawing/2014/main" id="{BD1D997D-F690-4C4E-9473-F0433427C91F}"/>
                </a:ext>
              </a:extLst>
            </p:cNvPr>
            <p:cNvGrpSpPr>
              <a:grpSpLocks/>
            </p:cNvGrpSpPr>
            <p:nvPr/>
          </p:nvGrpSpPr>
          <p:grpSpPr bwMode="auto">
            <a:xfrm>
              <a:off x="4739" y="1327"/>
              <a:ext cx="582" cy="139"/>
              <a:chOff x="614" y="2568"/>
              <a:chExt cx="725" cy="139"/>
            </a:xfrm>
          </p:grpSpPr>
          <p:sp>
            <p:nvSpPr>
              <p:cNvPr id="247" name="AutoShape 205">
                <a:extLst>
                  <a:ext uri="{FF2B5EF4-FFF2-40B4-BE49-F238E27FC236}">
                    <a16:creationId xmlns="" xmlns:a16="http://schemas.microsoft.com/office/drawing/2014/main" id="{631C3D3D-8F7D-6F44-AD56-665A5242B691}"/>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8" name="AutoShape 206">
                <a:extLst>
                  <a:ext uri="{FF2B5EF4-FFF2-40B4-BE49-F238E27FC236}">
                    <a16:creationId xmlns="" xmlns:a16="http://schemas.microsoft.com/office/drawing/2014/main" id="{E7F87D38-4528-0F45-9911-B79B599D25FC}"/>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6" name="Rectangle 207">
              <a:extLst>
                <a:ext uri="{FF2B5EF4-FFF2-40B4-BE49-F238E27FC236}">
                  <a16:creationId xmlns="" xmlns:a16="http://schemas.microsoft.com/office/drawing/2014/main" id="{60B24777-81BE-BC42-AC64-6F2229E5FBE5}"/>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7" name="Freeform 208">
              <a:extLst>
                <a:ext uri="{FF2B5EF4-FFF2-40B4-BE49-F238E27FC236}">
                  <a16:creationId xmlns="" xmlns:a16="http://schemas.microsoft.com/office/drawing/2014/main" id="{FD1049FD-ADAC-FC43-A186-6585ECAE4331}"/>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8" name="Freeform 209">
              <a:extLst>
                <a:ext uri="{FF2B5EF4-FFF2-40B4-BE49-F238E27FC236}">
                  <a16:creationId xmlns="" xmlns:a16="http://schemas.microsoft.com/office/drawing/2014/main" id="{A25585BA-2AFC-3047-B9D5-7CC45D5DBC49}"/>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9" name="Oval 210">
              <a:extLst>
                <a:ext uri="{FF2B5EF4-FFF2-40B4-BE49-F238E27FC236}">
                  <a16:creationId xmlns="" xmlns:a16="http://schemas.microsoft.com/office/drawing/2014/main" id="{78C608B6-FCB9-3F43-A504-D33DD77827D8}"/>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0" name="Freeform 211">
              <a:extLst>
                <a:ext uri="{FF2B5EF4-FFF2-40B4-BE49-F238E27FC236}">
                  <a16:creationId xmlns="" xmlns:a16="http://schemas.microsoft.com/office/drawing/2014/main" id="{F24BE4FA-86B6-5840-8B76-BF70EF006A8E}"/>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41" name="AutoShape 212">
              <a:extLst>
                <a:ext uri="{FF2B5EF4-FFF2-40B4-BE49-F238E27FC236}">
                  <a16:creationId xmlns="" xmlns:a16="http://schemas.microsoft.com/office/drawing/2014/main" id="{22C6B4EC-00C6-BA43-95E2-370E8204DDA3}"/>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2" name="AutoShape 213">
              <a:extLst>
                <a:ext uri="{FF2B5EF4-FFF2-40B4-BE49-F238E27FC236}">
                  <a16:creationId xmlns="" xmlns:a16="http://schemas.microsoft.com/office/drawing/2014/main" id="{7B9210ED-D802-C84E-8A67-93399801B5DA}"/>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3" name="Oval 214">
              <a:extLst>
                <a:ext uri="{FF2B5EF4-FFF2-40B4-BE49-F238E27FC236}">
                  <a16:creationId xmlns="" xmlns:a16="http://schemas.microsoft.com/office/drawing/2014/main" id="{552E77C8-7BFE-BF4D-8F0B-DF6513BE6459}"/>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4" name="Oval 215">
              <a:extLst>
                <a:ext uri="{FF2B5EF4-FFF2-40B4-BE49-F238E27FC236}">
                  <a16:creationId xmlns="" xmlns:a16="http://schemas.microsoft.com/office/drawing/2014/main" id="{86496A7E-E21F-444D-B883-E410329FF242}"/>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245" name="Oval 216">
              <a:extLst>
                <a:ext uri="{FF2B5EF4-FFF2-40B4-BE49-F238E27FC236}">
                  <a16:creationId xmlns="" xmlns:a16="http://schemas.microsoft.com/office/drawing/2014/main" id="{555E4B0D-EDB2-D04B-B9AD-93FA92DDAA2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6" name="Rectangle 217">
              <a:extLst>
                <a:ext uri="{FF2B5EF4-FFF2-40B4-BE49-F238E27FC236}">
                  <a16:creationId xmlns="" xmlns:a16="http://schemas.microsoft.com/office/drawing/2014/main" id="{DE659B39-E72A-634A-A2AC-C4BA4DC9C619}"/>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8" name="TextBox 7">
            <a:extLst>
              <a:ext uri="{FF2B5EF4-FFF2-40B4-BE49-F238E27FC236}">
                <a16:creationId xmlns="" xmlns:a16="http://schemas.microsoft.com/office/drawing/2014/main" id="{95E1F04B-A3B3-534D-A252-A4AC29C657DE}"/>
              </a:ext>
            </a:extLst>
          </p:cNvPr>
          <p:cNvSpPr txBox="1"/>
          <p:nvPr/>
        </p:nvSpPr>
        <p:spPr>
          <a:xfrm>
            <a:off x="8481037" y="1538123"/>
            <a:ext cx="2066400"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SNMP server</a:t>
            </a:r>
          </a:p>
        </p:txBody>
      </p:sp>
      <p:sp>
        <p:nvSpPr>
          <p:cNvPr id="263" name="TextBox 262">
            <a:extLst>
              <a:ext uri="{FF2B5EF4-FFF2-40B4-BE49-F238E27FC236}">
                <a16:creationId xmlns="" xmlns:a16="http://schemas.microsoft.com/office/drawing/2014/main" id="{DC4B02DA-C340-9945-87C2-952E1901FB43}"/>
              </a:ext>
            </a:extLst>
          </p:cNvPr>
          <p:cNvSpPr txBox="1"/>
          <p:nvPr/>
        </p:nvSpPr>
        <p:spPr>
          <a:xfrm>
            <a:off x="1935319" y="1662731"/>
            <a:ext cx="1957459"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SNMP client</a:t>
            </a:r>
          </a:p>
        </p:txBody>
      </p:sp>
      <p:grpSp>
        <p:nvGrpSpPr>
          <p:cNvPr id="3" name="Group 2">
            <a:extLst>
              <a:ext uri="{FF2B5EF4-FFF2-40B4-BE49-F238E27FC236}">
                <a16:creationId xmlns="" xmlns:a16="http://schemas.microsoft.com/office/drawing/2014/main" id="{64AFD9EC-1CA1-D34D-965E-2E8D95748C38}"/>
              </a:ext>
            </a:extLst>
          </p:cNvPr>
          <p:cNvGrpSpPr/>
          <p:nvPr/>
        </p:nvGrpSpPr>
        <p:grpSpPr>
          <a:xfrm>
            <a:off x="8510352" y="2078288"/>
            <a:ext cx="1946338" cy="2912558"/>
            <a:chOff x="8091785" y="2078288"/>
            <a:chExt cx="2364905" cy="2912558"/>
          </a:xfrm>
        </p:grpSpPr>
        <p:sp>
          <p:nvSpPr>
            <p:cNvPr id="145" name="Rectangle 23">
              <a:extLst>
                <a:ext uri="{FF2B5EF4-FFF2-40B4-BE49-F238E27FC236}">
                  <a16:creationId xmlns="" xmlns:a16="http://schemas.microsoft.com/office/drawing/2014/main" id="{F1314FFD-BA11-A042-BA84-1061E3729058}"/>
                </a:ext>
              </a:extLst>
            </p:cNvPr>
            <p:cNvSpPr>
              <a:spLocks noChangeArrowheads="1"/>
            </p:cNvSpPr>
            <p:nvPr/>
          </p:nvSpPr>
          <p:spPr bwMode="auto">
            <a:xfrm>
              <a:off x="8179440" y="2078288"/>
              <a:ext cx="2277250" cy="2799267"/>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6" name="Rectangle 24">
              <a:extLst>
                <a:ext uri="{FF2B5EF4-FFF2-40B4-BE49-F238E27FC236}">
                  <a16:creationId xmlns="" xmlns:a16="http://schemas.microsoft.com/office/drawing/2014/main" id="{89D8A59C-E128-B74A-B94F-06FAC9DB7326}"/>
                </a:ext>
              </a:extLst>
            </p:cNvPr>
            <p:cNvSpPr>
              <a:spLocks noChangeArrowheads="1"/>
            </p:cNvSpPr>
            <p:nvPr/>
          </p:nvSpPr>
          <p:spPr bwMode="auto">
            <a:xfrm>
              <a:off x="8091785" y="2167472"/>
              <a:ext cx="2254867" cy="2823374"/>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7" name="Line 25">
              <a:extLst>
                <a:ext uri="{FF2B5EF4-FFF2-40B4-BE49-F238E27FC236}">
                  <a16:creationId xmlns="" xmlns:a16="http://schemas.microsoft.com/office/drawing/2014/main" id="{B922FB1F-8B1A-1843-A740-29E910EB3E97}"/>
                </a:ext>
              </a:extLst>
            </p:cNvPr>
            <p:cNvSpPr>
              <a:spLocks noChangeShapeType="1"/>
            </p:cNvSpPr>
            <p:nvPr/>
          </p:nvSpPr>
          <p:spPr bwMode="auto">
            <a:xfrm>
              <a:off x="8108956" y="2749010"/>
              <a:ext cx="2238254" cy="482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8" name="Text Box 26">
              <a:extLst>
                <a:ext uri="{FF2B5EF4-FFF2-40B4-BE49-F238E27FC236}">
                  <a16:creationId xmlns="" xmlns:a16="http://schemas.microsoft.com/office/drawing/2014/main" id="{BE3B5056-5F96-5946-AEC3-17140DB163F4}"/>
                </a:ext>
              </a:extLst>
            </p:cNvPr>
            <p:cNvSpPr txBox="1">
              <a:spLocks noChangeArrowheads="1"/>
            </p:cNvSpPr>
            <p:nvPr/>
          </p:nvSpPr>
          <p:spPr bwMode="auto">
            <a:xfrm>
              <a:off x="8376445" y="2832513"/>
              <a:ext cx="1703276" cy="737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(UDP)</a:t>
              </a:r>
            </a:p>
          </p:txBody>
        </p:sp>
        <p:sp>
          <p:nvSpPr>
            <p:cNvPr id="149" name="Line 27">
              <a:extLst>
                <a:ext uri="{FF2B5EF4-FFF2-40B4-BE49-F238E27FC236}">
                  <a16:creationId xmlns="" xmlns:a16="http://schemas.microsoft.com/office/drawing/2014/main" id="{FF1A214D-FBCE-7342-8332-F3FA9C577B4A}"/>
                </a:ext>
              </a:extLst>
            </p:cNvPr>
            <p:cNvSpPr>
              <a:spLocks noChangeShapeType="1"/>
            </p:cNvSpPr>
            <p:nvPr/>
          </p:nvSpPr>
          <p:spPr bwMode="auto">
            <a:xfrm>
              <a:off x="8108201" y="3602458"/>
              <a:ext cx="223338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1" name="Text Box 26">
              <a:extLst>
                <a:ext uri="{FF2B5EF4-FFF2-40B4-BE49-F238E27FC236}">
                  <a16:creationId xmlns="" xmlns:a16="http://schemas.microsoft.com/office/drawing/2014/main" id="{50D62C6A-4C80-854F-A4B8-723E99A5A7F0}"/>
                </a:ext>
              </a:extLst>
            </p:cNvPr>
            <p:cNvSpPr txBox="1">
              <a:spLocks noChangeArrowheads="1"/>
            </p:cNvSpPr>
            <p:nvPr/>
          </p:nvSpPr>
          <p:spPr bwMode="auto">
            <a:xfrm>
              <a:off x="8218436" y="4533100"/>
              <a:ext cx="2019294" cy="440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52" name="Text Box 26">
              <a:extLst>
                <a:ext uri="{FF2B5EF4-FFF2-40B4-BE49-F238E27FC236}">
                  <a16:creationId xmlns="" xmlns:a16="http://schemas.microsoft.com/office/drawing/2014/main" id="{A79D3A45-C33B-7046-9088-A02FAACCA14B}"/>
                </a:ext>
              </a:extLst>
            </p:cNvPr>
            <p:cNvSpPr txBox="1">
              <a:spLocks noChangeArrowheads="1"/>
            </p:cNvSpPr>
            <p:nvPr/>
          </p:nvSpPr>
          <p:spPr bwMode="auto">
            <a:xfrm>
              <a:off x="8218436" y="4088345"/>
              <a:ext cx="2019294" cy="440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53" name="Text Box 26">
              <a:extLst>
                <a:ext uri="{FF2B5EF4-FFF2-40B4-BE49-F238E27FC236}">
                  <a16:creationId xmlns="" xmlns:a16="http://schemas.microsoft.com/office/drawing/2014/main" id="{F3520259-D4C5-3340-8000-3B8C746A7797}"/>
                </a:ext>
              </a:extLst>
            </p:cNvPr>
            <p:cNvSpPr txBox="1">
              <a:spLocks noChangeArrowheads="1"/>
            </p:cNvSpPr>
            <p:nvPr/>
          </p:nvSpPr>
          <p:spPr bwMode="auto">
            <a:xfrm>
              <a:off x="8218436" y="3646079"/>
              <a:ext cx="2019294" cy="398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 (IP)</a:t>
              </a:r>
            </a:p>
          </p:txBody>
        </p:sp>
        <p:sp>
          <p:nvSpPr>
            <p:cNvPr id="155" name="Line 27">
              <a:extLst>
                <a:ext uri="{FF2B5EF4-FFF2-40B4-BE49-F238E27FC236}">
                  <a16:creationId xmlns="" xmlns:a16="http://schemas.microsoft.com/office/drawing/2014/main" id="{E1326351-38D1-A440-A7B8-5079367D54AC}"/>
                </a:ext>
              </a:extLst>
            </p:cNvPr>
            <p:cNvSpPr>
              <a:spLocks noChangeShapeType="1"/>
            </p:cNvSpPr>
            <p:nvPr/>
          </p:nvSpPr>
          <p:spPr bwMode="auto">
            <a:xfrm>
              <a:off x="8116255" y="4074895"/>
              <a:ext cx="223338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6" name="Line 27">
              <a:extLst>
                <a:ext uri="{FF2B5EF4-FFF2-40B4-BE49-F238E27FC236}">
                  <a16:creationId xmlns="" xmlns:a16="http://schemas.microsoft.com/office/drawing/2014/main" id="{891B0B5D-A14D-1A40-B291-CC1A04A094FC}"/>
                </a:ext>
              </a:extLst>
            </p:cNvPr>
            <p:cNvSpPr>
              <a:spLocks noChangeShapeType="1"/>
            </p:cNvSpPr>
            <p:nvPr/>
          </p:nvSpPr>
          <p:spPr bwMode="auto">
            <a:xfrm>
              <a:off x="8111389" y="4528049"/>
              <a:ext cx="223338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4" name="Text Box 26">
              <a:extLst>
                <a:ext uri="{FF2B5EF4-FFF2-40B4-BE49-F238E27FC236}">
                  <a16:creationId xmlns="" xmlns:a16="http://schemas.microsoft.com/office/drawing/2014/main" id="{D8A757BB-1762-8B47-A046-060F718CBC6B}"/>
                </a:ext>
              </a:extLst>
            </p:cNvPr>
            <p:cNvSpPr txBox="1">
              <a:spLocks noChangeArrowheads="1"/>
            </p:cNvSpPr>
            <p:nvPr/>
          </p:nvSpPr>
          <p:spPr bwMode="auto">
            <a:xfrm>
              <a:off x="8179440" y="2284368"/>
              <a:ext cx="2019294" cy="398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grpSp>
      <p:sp>
        <p:nvSpPr>
          <p:cNvPr id="114" name="Title 1">
            <a:extLst>
              <a:ext uri="{FF2B5EF4-FFF2-40B4-BE49-F238E27FC236}">
                <a16:creationId xmlns="" xmlns:a16="http://schemas.microsoft.com/office/drawing/2014/main" id="{1464CB5C-96D6-3645-94B5-DB9FA70972D2}"/>
              </a:ext>
            </a:extLst>
          </p:cNvPr>
          <p:cNvSpPr>
            <a:spLocks noGrp="1"/>
          </p:cNvSpPr>
          <p:nvPr>
            <p:ph type="title"/>
          </p:nvPr>
        </p:nvSpPr>
        <p:spPr>
          <a:xfrm>
            <a:off x="798690" y="289325"/>
            <a:ext cx="11100625" cy="894622"/>
          </a:xfrm>
        </p:spPr>
        <p:txBody>
          <a:bodyPr>
            <a:normAutofit/>
          </a:bodyPr>
          <a:lstStyle/>
          <a:p>
            <a:r>
              <a:rPr lang="en-US" sz="4400" dirty="0"/>
              <a:t>UDP: Transport Layer Actions</a:t>
            </a:r>
          </a:p>
        </p:txBody>
      </p:sp>
      <p:cxnSp>
        <p:nvCxnSpPr>
          <p:cNvPr id="10" name="Straight Connector 9">
            <a:extLst>
              <a:ext uri="{FF2B5EF4-FFF2-40B4-BE49-F238E27FC236}">
                <a16:creationId xmlns="" xmlns:a16="http://schemas.microsoft.com/office/drawing/2014/main" id="{19E97DC1-5C01-E843-A657-ADC5FEA14075}"/>
              </a:ext>
            </a:extLst>
          </p:cNvPr>
          <p:cNvCxnSpPr>
            <a:cxnSpLocks/>
            <a:stCxn id="151" idx="2"/>
          </p:cNvCxnSpPr>
          <p:nvPr/>
        </p:nvCxnSpPr>
        <p:spPr>
          <a:xfrm flipH="1">
            <a:off x="7972023" y="4973372"/>
            <a:ext cx="1473513" cy="47439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 xmlns:a16="http://schemas.microsoft.com/office/drawing/2014/main" id="{9C57AC1A-9B60-DC47-A97D-E9C39D845828}"/>
              </a:ext>
            </a:extLst>
          </p:cNvPr>
          <p:cNvCxnSpPr>
            <a:cxnSpLocks/>
          </p:cNvCxnSpPr>
          <p:nvPr/>
        </p:nvCxnSpPr>
        <p:spPr>
          <a:xfrm>
            <a:off x="2578811" y="5062556"/>
            <a:ext cx="1582832" cy="30261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71" name="Freeform 296">
            <a:extLst>
              <a:ext uri="{FF2B5EF4-FFF2-40B4-BE49-F238E27FC236}">
                <a16:creationId xmlns="" xmlns:a16="http://schemas.microsoft.com/office/drawing/2014/main" id="{06DFDE96-5B04-984C-B72D-22D074DF3E82}"/>
              </a:ext>
            </a:extLst>
          </p:cNvPr>
          <p:cNvSpPr>
            <a:spLocks/>
          </p:cNvSpPr>
          <p:nvPr/>
        </p:nvSpPr>
        <p:spPr bwMode="auto">
          <a:xfrm>
            <a:off x="4062521" y="4965666"/>
            <a:ext cx="4036903" cy="1028731"/>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solidFill>
                <a:srgbClr val="000000"/>
              </a:solidFill>
              <a:effectLst/>
              <a:uLnTx/>
              <a:uFillTx/>
              <a:latin typeface="Calibri"/>
              <a:ea typeface="ＭＳ Ｐゴシック" panose="020B0600070205080204" pitchFamily="34" charset="-128"/>
              <a:cs typeface="Arial"/>
            </a:endParaRPr>
          </a:p>
        </p:txBody>
      </p:sp>
      <p:sp>
        <p:nvSpPr>
          <p:cNvPr id="163" name="Freeform 70">
            <a:extLst>
              <a:ext uri="{FF2B5EF4-FFF2-40B4-BE49-F238E27FC236}">
                <a16:creationId xmlns="" xmlns:a16="http://schemas.microsoft.com/office/drawing/2014/main" id="{93CF945F-B7C1-9B4F-9438-D2DF7708E687}"/>
              </a:ext>
            </a:extLst>
          </p:cNvPr>
          <p:cNvSpPr>
            <a:spLocks/>
          </p:cNvSpPr>
          <p:nvPr/>
        </p:nvSpPr>
        <p:spPr bwMode="auto">
          <a:xfrm>
            <a:off x="854349" y="2256655"/>
            <a:ext cx="846644" cy="2922199"/>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64" name="Group 163">
            <a:extLst>
              <a:ext uri="{FF2B5EF4-FFF2-40B4-BE49-F238E27FC236}">
                <a16:creationId xmlns="" xmlns:a16="http://schemas.microsoft.com/office/drawing/2014/main" id="{AA415DCF-A2D2-344B-9A45-F3F58006C5EE}"/>
              </a:ext>
            </a:extLst>
          </p:cNvPr>
          <p:cNvGrpSpPr/>
          <p:nvPr/>
        </p:nvGrpSpPr>
        <p:grpSpPr>
          <a:xfrm>
            <a:off x="1687770" y="2167472"/>
            <a:ext cx="2131701" cy="2912558"/>
            <a:chOff x="8091785" y="2078288"/>
            <a:chExt cx="2364905" cy="2912558"/>
          </a:xfrm>
        </p:grpSpPr>
        <p:sp>
          <p:nvSpPr>
            <p:cNvPr id="165" name="Rectangle 23">
              <a:extLst>
                <a:ext uri="{FF2B5EF4-FFF2-40B4-BE49-F238E27FC236}">
                  <a16:creationId xmlns="" xmlns:a16="http://schemas.microsoft.com/office/drawing/2014/main" id="{20790EF2-7EC4-BF46-AE61-5F193F0894CD}"/>
                </a:ext>
              </a:extLst>
            </p:cNvPr>
            <p:cNvSpPr>
              <a:spLocks noChangeArrowheads="1"/>
            </p:cNvSpPr>
            <p:nvPr/>
          </p:nvSpPr>
          <p:spPr bwMode="auto">
            <a:xfrm>
              <a:off x="8179440" y="2078288"/>
              <a:ext cx="2277250" cy="2799267"/>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66" name="Rectangle 24">
              <a:extLst>
                <a:ext uri="{FF2B5EF4-FFF2-40B4-BE49-F238E27FC236}">
                  <a16:creationId xmlns="" xmlns:a16="http://schemas.microsoft.com/office/drawing/2014/main" id="{DF6E9285-B785-804B-BB24-0405637B9911}"/>
                </a:ext>
              </a:extLst>
            </p:cNvPr>
            <p:cNvSpPr>
              <a:spLocks noChangeArrowheads="1"/>
            </p:cNvSpPr>
            <p:nvPr/>
          </p:nvSpPr>
          <p:spPr bwMode="auto">
            <a:xfrm>
              <a:off x="8091785" y="2167472"/>
              <a:ext cx="2254867" cy="2823374"/>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67" name="Line 25">
              <a:extLst>
                <a:ext uri="{FF2B5EF4-FFF2-40B4-BE49-F238E27FC236}">
                  <a16:creationId xmlns="" xmlns:a16="http://schemas.microsoft.com/office/drawing/2014/main" id="{C2F7FFF2-43B5-A648-8DB9-1244002B1EED}"/>
                </a:ext>
              </a:extLst>
            </p:cNvPr>
            <p:cNvSpPr>
              <a:spLocks noChangeShapeType="1"/>
            </p:cNvSpPr>
            <p:nvPr/>
          </p:nvSpPr>
          <p:spPr bwMode="auto">
            <a:xfrm>
              <a:off x="8108956" y="2749010"/>
              <a:ext cx="2238254" cy="482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8" name="Text Box 26">
              <a:extLst>
                <a:ext uri="{FF2B5EF4-FFF2-40B4-BE49-F238E27FC236}">
                  <a16:creationId xmlns="" xmlns:a16="http://schemas.microsoft.com/office/drawing/2014/main" id="{38AC5752-2E10-AE4C-AE2E-F2F12589ABF6}"/>
                </a:ext>
              </a:extLst>
            </p:cNvPr>
            <p:cNvSpPr txBox="1">
              <a:spLocks noChangeArrowheads="1"/>
            </p:cNvSpPr>
            <p:nvPr/>
          </p:nvSpPr>
          <p:spPr bwMode="auto">
            <a:xfrm>
              <a:off x="8376445" y="2832513"/>
              <a:ext cx="1703276" cy="737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(UDP)</a:t>
              </a:r>
            </a:p>
          </p:txBody>
        </p:sp>
        <p:sp>
          <p:nvSpPr>
            <p:cNvPr id="169" name="Line 27">
              <a:extLst>
                <a:ext uri="{FF2B5EF4-FFF2-40B4-BE49-F238E27FC236}">
                  <a16:creationId xmlns="" xmlns:a16="http://schemas.microsoft.com/office/drawing/2014/main" id="{E6411346-D908-6048-94E9-4C9C6A9C97BF}"/>
                </a:ext>
              </a:extLst>
            </p:cNvPr>
            <p:cNvSpPr>
              <a:spLocks noChangeShapeType="1"/>
            </p:cNvSpPr>
            <p:nvPr/>
          </p:nvSpPr>
          <p:spPr bwMode="auto">
            <a:xfrm>
              <a:off x="8121121" y="3602458"/>
              <a:ext cx="223338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0" name="Text Box 26">
              <a:extLst>
                <a:ext uri="{FF2B5EF4-FFF2-40B4-BE49-F238E27FC236}">
                  <a16:creationId xmlns="" xmlns:a16="http://schemas.microsoft.com/office/drawing/2014/main" id="{2BD45E5F-4032-7A44-91A7-D2ED37DE30B7}"/>
                </a:ext>
              </a:extLst>
            </p:cNvPr>
            <p:cNvSpPr txBox="1">
              <a:spLocks noChangeArrowheads="1"/>
            </p:cNvSpPr>
            <p:nvPr/>
          </p:nvSpPr>
          <p:spPr bwMode="auto">
            <a:xfrm>
              <a:off x="8218436" y="4533100"/>
              <a:ext cx="2019294" cy="440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71" name="Text Box 26">
              <a:extLst>
                <a:ext uri="{FF2B5EF4-FFF2-40B4-BE49-F238E27FC236}">
                  <a16:creationId xmlns="" xmlns:a16="http://schemas.microsoft.com/office/drawing/2014/main" id="{067129BD-4E72-804E-9941-0CFB2ABB0A6B}"/>
                </a:ext>
              </a:extLst>
            </p:cNvPr>
            <p:cNvSpPr txBox="1">
              <a:spLocks noChangeArrowheads="1"/>
            </p:cNvSpPr>
            <p:nvPr/>
          </p:nvSpPr>
          <p:spPr bwMode="auto">
            <a:xfrm>
              <a:off x="8218436" y="4088345"/>
              <a:ext cx="2019294" cy="440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72" name="Text Box 26">
              <a:extLst>
                <a:ext uri="{FF2B5EF4-FFF2-40B4-BE49-F238E27FC236}">
                  <a16:creationId xmlns="" xmlns:a16="http://schemas.microsoft.com/office/drawing/2014/main" id="{586097BE-C9CD-2B44-A610-13D1A1572A56}"/>
                </a:ext>
              </a:extLst>
            </p:cNvPr>
            <p:cNvSpPr txBox="1">
              <a:spLocks noChangeArrowheads="1"/>
            </p:cNvSpPr>
            <p:nvPr/>
          </p:nvSpPr>
          <p:spPr bwMode="auto">
            <a:xfrm>
              <a:off x="8218436" y="3646079"/>
              <a:ext cx="2019294" cy="737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 (IP)</a:t>
              </a:r>
            </a:p>
          </p:txBody>
        </p:sp>
        <p:sp>
          <p:nvSpPr>
            <p:cNvPr id="173" name="Line 27">
              <a:extLst>
                <a:ext uri="{FF2B5EF4-FFF2-40B4-BE49-F238E27FC236}">
                  <a16:creationId xmlns="" xmlns:a16="http://schemas.microsoft.com/office/drawing/2014/main" id="{9A1DE5DC-7E6A-4747-9541-02B87C77AC36}"/>
                </a:ext>
              </a:extLst>
            </p:cNvPr>
            <p:cNvSpPr>
              <a:spLocks noChangeShapeType="1"/>
            </p:cNvSpPr>
            <p:nvPr/>
          </p:nvSpPr>
          <p:spPr bwMode="auto">
            <a:xfrm>
              <a:off x="8116255" y="4074895"/>
              <a:ext cx="223338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4" name="Line 27">
              <a:extLst>
                <a:ext uri="{FF2B5EF4-FFF2-40B4-BE49-F238E27FC236}">
                  <a16:creationId xmlns="" xmlns:a16="http://schemas.microsoft.com/office/drawing/2014/main" id="{9B2D570F-120B-6D41-8FE2-002A2DC1204D}"/>
                </a:ext>
              </a:extLst>
            </p:cNvPr>
            <p:cNvSpPr>
              <a:spLocks noChangeShapeType="1"/>
            </p:cNvSpPr>
            <p:nvPr/>
          </p:nvSpPr>
          <p:spPr bwMode="auto">
            <a:xfrm>
              <a:off x="8111389" y="4528049"/>
              <a:ext cx="223338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5" name="Text Box 26">
              <a:extLst>
                <a:ext uri="{FF2B5EF4-FFF2-40B4-BE49-F238E27FC236}">
                  <a16:creationId xmlns="" xmlns:a16="http://schemas.microsoft.com/office/drawing/2014/main" id="{3C035217-7FD4-6C48-AB72-7561321B3669}"/>
                </a:ext>
              </a:extLst>
            </p:cNvPr>
            <p:cNvSpPr txBox="1">
              <a:spLocks noChangeArrowheads="1"/>
            </p:cNvSpPr>
            <p:nvPr/>
          </p:nvSpPr>
          <p:spPr bwMode="auto">
            <a:xfrm>
              <a:off x="8179440" y="2284368"/>
              <a:ext cx="2019294" cy="398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grpSp>
      <p:grpSp>
        <p:nvGrpSpPr>
          <p:cNvPr id="176" name="Group 175">
            <a:extLst>
              <a:ext uri="{FF2B5EF4-FFF2-40B4-BE49-F238E27FC236}">
                <a16:creationId xmlns="" xmlns:a16="http://schemas.microsoft.com/office/drawing/2014/main" id="{7C64A43A-1B07-3348-A5EB-9B76F69646C0}"/>
              </a:ext>
            </a:extLst>
          </p:cNvPr>
          <p:cNvGrpSpPr/>
          <p:nvPr/>
        </p:nvGrpSpPr>
        <p:grpSpPr>
          <a:xfrm>
            <a:off x="500734" y="4943580"/>
            <a:ext cx="1026523" cy="597153"/>
            <a:chOff x="7493876" y="2774731"/>
            <a:chExt cx="1481958" cy="894622"/>
          </a:xfrm>
        </p:grpSpPr>
        <p:sp>
          <p:nvSpPr>
            <p:cNvPr id="177" name="Freeform 176">
              <a:extLst>
                <a:ext uri="{FF2B5EF4-FFF2-40B4-BE49-F238E27FC236}">
                  <a16:creationId xmlns="" xmlns:a16="http://schemas.microsoft.com/office/drawing/2014/main" id="{0DB8B5ED-7F25-B645-878C-116DE6CD5EA4}"/>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sp>
          <p:nvSpPr>
            <p:cNvPr id="178" name="Oval 177">
              <a:extLst>
                <a:ext uri="{FF2B5EF4-FFF2-40B4-BE49-F238E27FC236}">
                  <a16:creationId xmlns="" xmlns:a16="http://schemas.microsoft.com/office/drawing/2014/main" id="{AFB4D1D4-1D5D-7C46-A31B-48B19CA0A812}"/>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grpSp>
          <p:nvGrpSpPr>
            <p:cNvPr id="179" name="Group 178">
              <a:extLst>
                <a:ext uri="{FF2B5EF4-FFF2-40B4-BE49-F238E27FC236}">
                  <a16:creationId xmlns="" xmlns:a16="http://schemas.microsoft.com/office/drawing/2014/main" id="{8D1FB4E3-A216-1446-87E1-A06F139F800A}"/>
                </a:ext>
              </a:extLst>
            </p:cNvPr>
            <p:cNvGrpSpPr/>
            <p:nvPr/>
          </p:nvGrpSpPr>
          <p:grpSpPr>
            <a:xfrm>
              <a:off x="7713663" y="2848339"/>
              <a:ext cx="1042107" cy="425543"/>
              <a:chOff x="7786941" y="2884917"/>
              <a:chExt cx="897649" cy="353919"/>
            </a:xfrm>
          </p:grpSpPr>
          <p:sp>
            <p:nvSpPr>
              <p:cNvPr id="180" name="Freeform 179">
                <a:extLst>
                  <a:ext uri="{FF2B5EF4-FFF2-40B4-BE49-F238E27FC236}">
                    <a16:creationId xmlns="" xmlns:a16="http://schemas.microsoft.com/office/drawing/2014/main" id="{2B930530-1BA2-8049-A625-480A1F84B912}"/>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1" name="Freeform 180">
                <a:extLst>
                  <a:ext uri="{FF2B5EF4-FFF2-40B4-BE49-F238E27FC236}">
                    <a16:creationId xmlns="" xmlns:a16="http://schemas.microsoft.com/office/drawing/2014/main" id="{C5B65EDD-F107-4D4D-8254-28F27CB3355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95" name="Freeform 194">
                <a:extLst>
                  <a:ext uri="{FF2B5EF4-FFF2-40B4-BE49-F238E27FC236}">
                    <a16:creationId xmlns="" xmlns:a16="http://schemas.microsoft.com/office/drawing/2014/main" id="{052D8468-97DE-CD48-9220-0D7B5D1582BB}"/>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96" name="Freeform 195">
                <a:extLst>
                  <a:ext uri="{FF2B5EF4-FFF2-40B4-BE49-F238E27FC236}">
                    <a16:creationId xmlns="" xmlns:a16="http://schemas.microsoft.com/office/drawing/2014/main" id="{CD0FBE04-ADDE-184C-8DFE-2575EA709AD8}"/>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grpSp>
      <p:grpSp>
        <p:nvGrpSpPr>
          <p:cNvPr id="197" name="Group 149">
            <a:extLst>
              <a:ext uri="{FF2B5EF4-FFF2-40B4-BE49-F238E27FC236}">
                <a16:creationId xmlns="" xmlns:a16="http://schemas.microsoft.com/office/drawing/2014/main" id="{1F890155-D0B7-364C-891D-EC128001048E}"/>
              </a:ext>
            </a:extLst>
          </p:cNvPr>
          <p:cNvGrpSpPr>
            <a:grpSpLocks/>
          </p:cNvGrpSpPr>
          <p:nvPr/>
        </p:nvGrpSpPr>
        <p:grpSpPr bwMode="auto">
          <a:xfrm>
            <a:off x="2462207" y="2756023"/>
            <a:ext cx="412750" cy="158750"/>
            <a:chOff x="1287" y="2524"/>
            <a:chExt cx="260" cy="100"/>
          </a:xfrm>
        </p:grpSpPr>
        <p:sp>
          <p:nvSpPr>
            <p:cNvPr id="198" name="Rectangle 73">
              <a:extLst>
                <a:ext uri="{FF2B5EF4-FFF2-40B4-BE49-F238E27FC236}">
                  <a16:creationId xmlns="" xmlns:a16="http://schemas.microsoft.com/office/drawing/2014/main" id="{590049C7-843C-1B4A-89F9-80D6028F7F02}"/>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9" name="Rectangle 74">
              <a:extLst>
                <a:ext uri="{FF2B5EF4-FFF2-40B4-BE49-F238E27FC236}">
                  <a16:creationId xmlns="" xmlns:a16="http://schemas.microsoft.com/office/drawing/2014/main" id="{060ED392-F3E2-5445-9D40-5D86C1A7E8FA}"/>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0" name="Rectangle 75">
              <a:extLst>
                <a:ext uri="{FF2B5EF4-FFF2-40B4-BE49-F238E27FC236}">
                  <a16:creationId xmlns="" xmlns:a16="http://schemas.microsoft.com/office/drawing/2014/main" id="{33BE5C08-8C7C-7149-875A-3BD200DF748C}"/>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1" name="Rectangle 129">
              <a:extLst>
                <a:ext uri="{FF2B5EF4-FFF2-40B4-BE49-F238E27FC236}">
                  <a16:creationId xmlns="" xmlns:a16="http://schemas.microsoft.com/office/drawing/2014/main" id="{0140B062-405E-0A48-ABA2-65AE09DF9CCF}"/>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85" name="Group 149">
            <a:extLst>
              <a:ext uri="{FF2B5EF4-FFF2-40B4-BE49-F238E27FC236}">
                <a16:creationId xmlns="" xmlns:a16="http://schemas.microsoft.com/office/drawing/2014/main" id="{2BE2291A-54C4-114A-8062-D743A8CDF9EC}"/>
              </a:ext>
            </a:extLst>
          </p:cNvPr>
          <p:cNvGrpSpPr>
            <a:grpSpLocks/>
          </p:cNvGrpSpPr>
          <p:nvPr/>
        </p:nvGrpSpPr>
        <p:grpSpPr bwMode="auto">
          <a:xfrm>
            <a:off x="9681144" y="2673610"/>
            <a:ext cx="412750" cy="158750"/>
            <a:chOff x="1287" y="2524"/>
            <a:chExt cx="260" cy="100"/>
          </a:xfrm>
        </p:grpSpPr>
        <p:sp>
          <p:nvSpPr>
            <p:cNvPr id="86" name="Rectangle 73">
              <a:extLst>
                <a:ext uri="{FF2B5EF4-FFF2-40B4-BE49-F238E27FC236}">
                  <a16:creationId xmlns="" xmlns:a16="http://schemas.microsoft.com/office/drawing/2014/main" id="{A98E76A7-87AD-8242-988E-0E4DFC2782A9}"/>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87" name="Rectangle 74">
              <a:extLst>
                <a:ext uri="{FF2B5EF4-FFF2-40B4-BE49-F238E27FC236}">
                  <a16:creationId xmlns="" xmlns:a16="http://schemas.microsoft.com/office/drawing/2014/main" id="{05A0AED4-CB55-8B44-A573-91C3CC5195FE}"/>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88" name="Rectangle 75">
              <a:extLst>
                <a:ext uri="{FF2B5EF4-FFF2-40B4-BE49-F238E27FC236}">
                  <a16:creationId xmlns="" xmlns:a16="http://schemas.microsoft.com/office/drawing/2014/main" id="{E473A3B0-4DB9-E148-95E3-5518DB468C96}"/>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89" name="Rectangle 129">
              <a:extLst>
                <a:ext uri="{FF2B5EF4-FFF2-40B4-BE49-F238E27FC236}">
                  <a16:creationId xmlns="" xmlns:a16="http://schemas.microsoft.com/office/drawing/2014/main" id="{E9ED0EE1-76D9-D04D-8893-5E36E5A75578}"/>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90" name="Slide Number Placeholder 2">
            <a:extLst>
              <a:ext uri="{FF2B5EF4-FFF2-40B4-BE49-F238E27FC236}">
                <a16:creationId xmlns="" xmlns:a16="http://schemas.microsoft.com/office/drawing/2014/main" id="{1B520EE5-2EFC-4746-B182-97170136E2D8}"/>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19</a:t>
            </a:fld>
            <a:endParaRPr lang="en-US" dirty="0"/>
          </a:p>
        </p:txBody>
      </p:sp>
    </p:spTree>
    <p:extLst>
      <p:ext uri="{BB962C8B-B14F-4D97-AF65-F5344CB8AC3E}">
        <p14:creationId xmlns:p14="http://schemas.microsoft.com/office/powerpoint/2010/main" val="25934546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 xmlns:a16="http://schemas.microsoft.com/office/drawing/2014/main" id="{8902B4EA-0158-774A-877D-888807F574B5}"/>
              </a:ext>
            </a:extLst>
          </p:cNvPr>
          <p:cNvGrpSpPr/>
          <p:nvPr/>
        </p:nvGrpSpPr>
        <p:grpSpPr>
          <a:xfrm>
            <a:off x="2578811" y="4965666"/>
            <a:ext cx="6866725" cy="1028731"/>
            <a:chOff x="2578811" y="4965666"/>
            <a:chExt cx="6866725" cy="1028731"/>
          </a:xfrm>
        </p:grpSpPr>
        <p:cxnSp>
          <p:nvCxnSpPr>
            <p:cNvPr id="128" name="Straight Connector 127">
              <a:extLst>
                <a:ext uri="{FF2B5EF4-FFF2-40B4-BE49-F238E27FC236}">
                  <a16:creationId xmlns="" xmlns:a16="http://schemas.microsoft.com/office/drawing/2014/main" id="{0763EEB6-87F6-D847-AD1E-3BFDCE6A9543}"/>
                </a:ext>
              </a:extLst>
            </p:cNvPr>
            <p:cNvCxnSpPr>
              <a:cxnSpLocks/>
            </p:cNvCxnSpPr>
            <p:nvPr/>
          </p:nvCxnSpPr>
          <p:spPr>
            <a:xfrm>
              <a:off x="2578811" y="5062556"/>
              <a:ext cx="1582832" cy="30261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 xmlns:a16="http://schemas.microsoft.com/office/drawing/2014/main" id="{09891B45-180E-B341-A7C6-D10A683BB102}"/>
                </a:ext>
              </a:extLst>
            </p:cNvPr>
            <p:cNvGrpSpPr/>
            <p:nvPr/>
          </p:nvGrpSpPr>
          <p:grpSpPr>
            <a:xfrm>
              <a:off x="4062521" y="4965666"/>
              <a:ext cx="5383015" cy="1028731"/>
              <a:chOff x="4062521" y="4965666"/>
              <a:chExt cx="5383015" cy="1028731"/>
            </a:xfrm>
          </p:grpSpPr>
          <p:cxnSp>
            <p:nvCxnSpPr>
              <p:cNvPr id="127" name="Straight Connector 126">
                <a:extLst>
                  <a:ext uri="{FF2B5EF4-FFF2-40B4-BE49-F238E27FC236}">
                    <a16:creationId xmlns="" xmlns:a16="http://schemas.microsoft.com/office/drawing/2014/main" id="{16BE7B71-3412-8546-BD1A-8BF76DC47254}"/>
                  </a:ext>
                </a:extLst>
              </p:cNvPr>
              <p:cNvCxnSpPr>
                <a:cxnSpLocks/>
              </p:cNvCxnSpPr>
              <p:nvPr/>
            </p:nvCxnSpPr>
            <p:spPr>
              <a:xfrm flipH="1">
                <a:off x="7972023" y="4973372"/>
                <a:ext cx="1473513" cy="47439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71" name="Freeform 296">
                <a:extLst>
                  <a:ext uri="{FF2B5EF4-FFF2-40B4-BE49-F238E27FC236}">
                    <a16:creationId xmlns="" xmlns:a16="http://schemas.microsoft.com/office/drawing/2014/main" id="{06DFDE96-5B04-984C-B72D-22D074DF3E82}"/>
                  </a:ext>
                </a:extLst>
              </p:cNvPr>
              <p:cNvSpPr>
                <a:spLocks/>
              </p:cNvSpPr>
              <p:nvPr/>
            </p:nvSpPr>
            <p:spPr bwMode="auto">
              <a:xfrm>
                <a:off x="4062521" y="4965666"/>
                <a:ext cx="4036903" cy="1028731"/>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Calibri"/>
                    <a:ea typeface="ＭＳ Ｐゴシック" panose="020B0600070205080204" pitchFamily="34" charset="-128"/>
                    <a:cs typeface="Arial"/>
                  </a:rPr>
                  <a:t>             </a:t>
                </a:r>
              </a:p>
            </p:txBody>
          </p:sp>
        </p:grpSp>
      </p:grpSp>
      <p:sp>
        <p:nvSpPr>
          <p:cNvPr id="182" name="Freeform 103">
            <a:extLst>
              <a:ext uri="{FF2B5EF4-FFF2-40B4-BE49-F238E27FC236}">
                <a16:creationId xmlns="" xmlns:a16="http://schemas.microsoft.com/office/drawing/2014/main" id="{DEF6D5D3-E4DA-4B46-BBC5-93311E115D92}"/>
              </a:ext>
            </a:extLst>
          </p:cNvPr>
          <p:cNvSpPr>
            <a:spLocks/>
          </p:cNvSpPr>
          <p:nvPr/>
        </p:nvSpPr>
        <p:spPr bwMode="auto">
          <a:xfrm>
            <a:off x="10295012" y="2167472"/>
            <a:ext cx="890436" cy="2912558"/>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3" name="Freeform 70">
            <a:extLst>
              <a:ext uri="{FF2B5EF4-FFF2-40B4-BE49-F238E27FC236}">
                <a16:creationId xmlns="" xmlns:a16="http://schemas.microsoft.com/office/drawing/2014/main" id="{4A88383C-61F9-1949-9D88-EC83EDA3F2B6}"/>
              </a:ext>
            </a:extLst>
          </p:cNvPr>
          <p:cNvSpPr>
            <a:spLocks/>
          </p:cNvSpPr>
          <p:nvPr/>
        </p:nvSpPr>
        <p:spPr bwMode="auto">
          <a:xfrm>
            <a:off x="854349" y="2256655"/>
            <a:ext cx="846644" cy="2922199"/>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22" name="Group 185">
            <a:extLst>
              <a:ext uri="{FF2B5EF4-FFF2-40B4-BE49-F238E27FC236}">
                <a16:creationId xmlns="" xmlns:a16="http://schemas.microsoft.com/office/drawing/2014/main" id="{7750F2FB-96FA-374A-AF56-26502EF04672}"/>
              </a:ext>
            </a:extLst>
          </p:cNvPr>
          <p:cNvGrpSpPr>
            <a:grpSpLocks/>
          </p:cNvGrpSpPr>
          <p:nvPr/>
        </p:nvGrpSpPr>
        <p:grpSpPr bwMode="auto">
          <a:xfrm>
            <a:off x="10955688" y="4246759"/>
            <a:ext cx="549832" cy="1070215"/>
            <a:chOff x="4140" y="429"/>
            <a:chExt cx="1425" cy="2396"/>
          </a:xfrm>
        </p:grpSpPr>
        <p:sp>
          <p:nvSpPr>
            <p:cNvPr id="223" name="Freeform 186">
              <a:extLst>
                <a:ext uri="{FF2B5EF4-FFF2-40B4-BE49-F238E27FC236}">
                  <a16:creationId xmlns="" xmlns:a16="http://schemas.microsoft.com/office/drawing/2014/main" id="{E441858B-A566-F746-B48C-912CA3020CC8}"/>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4" name="Rectangle 187">
              <a:extLst>
                <a:ext uri="{FF2B5EF4-FFF2-40B4-BE49-F238E27FC236}">
                  <a16:creationId xmlns="" xmlns:a16="http://schemas.microsoft.com/office/drawing/2014/main" id="{20003129-35A4-1E46-8065-8AF4C6403D5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25" name="Freeform 188">
              <a:extLst>
                <a:ext uri="{FF2B5EF4-FFF2-40B4-BE49-F238E27FC236}">
                  <a16:creationId xmlns="" xmlns:a16="http://schemas.microsoft.com/office/drawing/2014/main" id="{6F94D7AE-C4D1-AF4A-B970-086B7D245ACF}"/>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6" name="Freeform 189">
              <a:extLst>
                <a:ext uri="{FF2B5EF4-FFF2-40B4-BE49-F238E27FC236}">
                  <a16:creationId xmlns="" xmlns:a16="http://schemas.microsoft.com/office/drawing/2014/main" id="{EAFC03EF-54DF-8942-9852-25739DA158B4}"/>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7" name="Rectangle 190">
              <a:extLst>
                <a:ext uri="{FF2B5EF4-FFF2-40B4-BE49-F238E27FC236}">
                  <a16:creationId xmlns="" xmlns:a16="http://schemas.microsoft.com/office/drawing/2014/main" id="{2241F7B6-5281-A74E-8DCB-3BE3777E9369}"/>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28" name="Group 191">
              <a:extLst>
                <a:ext uri="{FF2B5EF4-FFF2-40B4-BE49-F238E27FC236}">
                  <a16:creationId xmlns="" xmlns:a16="http://schemas.microsoft.com/office/drawing/2014/main" id="{02DB0249-6EBB-FF4B-B17F-CC771B255D00}"/>
                </a:ext>
              </a:extLst>
            </p:cNvPr>
            <p:cNvGrpSpPr>
              <a:grpSpLocks/>
            </p:cNvGrpSpPr>
            <p:nvPr/>
          </p:nvGrpSpPr>
          <p:grpSpPr bwMode="auto">
            <a:xfrm>
              <a:off x="4749" y="668"/>
              <a:ext cx="581" cy="145"/>
              <a:chOff x="614" y="2568"/>
              <a:chExt cx="725" cy="139"/>
            </a:xfrm>
          </p:grpSpPr>
          <p:sp>
            <p:nvSpPr>
              <p:cNvPr id="253" name="AutoShape 192">
                <a:extLst>
                  <a:ext uri="{FF2B5EF4-FFF2-40B4-BE49-F238E27FC236}">
                    <a16:creationId xmlns="" xmlns:a16="http://schemas.microsoft.com/office/drawing/2014/main" id="{BE55370E-BC12-1B42-9E3C-C950033EEF89}"/>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4" name="AutoShape 193">
                <a:extLst>
                  <a:ext uri="{FF2B5EF4-FFF2-40B4-BE49-F238E27FC236}">
                    <a16:creationId xmlns="" xmlns:a16="http://schemas.microsoft.com/office/drawing/2014/main" id="{1BBB99EB-2FFB-5942-9855-24BEE1C68997}"/>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29" name="Rectangle 194">
              <a:extLst>
                <a:ext uri="{FF2B5EF4-FFF2-40B4-BE49-F238E27FC236}">
                  <a16:creationId xmlns="" xmlns:a16="http://schemas.microsoft.com/office/drawing/2014/main" id="{9C5699FC-2B4E-BD46-B9CC-CA578E2EA709}"/>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30" name="Group 195">
              <a:extLst>
                <a:ext uri="{FF2B5EF4-FFF2-40B4-BE49-F238E27FC236}">
                  <a16:creationId xmlns="" xmlns:a16="http://schemas.microsoft.com/office/drawing/2014/main" id="{676615F3-A30A-9740-8080-AFEE6BAAEF98}"/>
                </a:ext>
              </a:extLst>
            </p:cNvPr>
            <p:cNvGrpSpPr>
              <a:grpSpLocks/>
            </p:cNvGrpSpPr>
            <p:nvPr/>
          </p:nvGrpSpPr>
          <p:grpSpPr bwMode="auto">
            <a:xfrm>
              <a:off x="4747" y="994"/>
              <a:ext cx="581" cy="134"/>
              <a:chOff x="614" y="2568"/>
              <a:chExt cx="725" cy="139"/>
            </a:xfrm>
          </p:grpSpPr>
          <p:sp>
            <p:nvSpPr>
              <p:cNvPr id="251" name="AutoShape 196">
                <a:extLst>
                  <a:ext uri="{FF2B5EF4-FFF2-40B4-BE49-F238E27FC236}">
                    <a16:creationId xmlns="" xmlns:a16="http://schemas.microsoft.com/office/drawing/2014/main" id="{D31569A0-2CDC-3B4B-B7FA-067BF2CB0D93}"/>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2" name="AutoShape 197">
                <a:extLst>
                  <a:ext uri="{FF2B5EF4-FFF2-40B4-BE49-F238E27FC236}">
                    <a16:creationId xmlns="" xmlns:a16="http://schemas.microsoft.com/office/drawing/2014/main" id="{5D70C5E6-3DFB-1D45-8469-DE5EA96E13E8}"/>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1" name="Rectangle 198">
              <a:extLst>
                <a:ext uri="{FF2B5EF4-FFF2-40B4-BE49-F238E27FC236}">
                  <a16:creationId xmlns="" xmlns:a16="http://schemas.microsoft.com/office/drawing/2014/main" id="{AE060187-10EA-1F4E-AEDE-8C6C0E8358D2}"/>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2" name="Rectangle 199">
              <a:extLst>
                <a:ext uri="{FF2B5EF4-FFF2-40B4-BE49-F238E27FC236}">
                  <a16:creationId xmlns="" xmlns:a16="http://schemas.microsoft.com/office/drawing/2014/main" id="{32874526-51C0-C749-BDC8-3D9F62AFE767}"/>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33" name="Group 200">
              <a:extLst>
                <a:ext uri="{FF2B5EF4-FFF2-40B4-BE49-F238E27FC236}">
                  <a16:creationId xmlns="" xmlns:a16="http://schemas.microsoft.com/office/drawing/2014/main" id="{09E63F43-E74F-6045-A673-3756891EE94D}"/>
                </a:ext>
              </a:extLst>
            </p:cNvPr>
            <p:cNvGrpSpPr>
              <a:grpSpLocks/>
            </p:cNvGrpSpPr>
            <p:nvPr/>
          </p:nvGrpSpPr>
          <p:grpSpPr bwMode="auto">
            <a:xfrm>
              <a:off x="4735" y="1627"/>
              <a:ext cx="582" cy="151"/>
              <a:chOff x="614" y="2568"/>
              <a:chExt cx="725" cy="139"/>
            </a:xfrm>
          </p:grpSpPr>
          <p:sp>
            <p:nvSpPr>
              <p:cNvPr id="249" name="AutoShape 201">
                <a:extLst>
                  <a:ext uri="{FF2B5EF4-FFF2-40B4-BE49-F238E27FC236}">
                    <a16:creationId xmlns="" xmlns:a16="http://schemas.microsoft.com/office/drawing/2014/main" id="{0296B9BB-82CD-2A45-8E56-F4ACF6FCC028}"/>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0" name="AutoShape 202">
                <a:extLst>
                  <a:ext uri="{FF2B5EF4-FFF2-40B4-BE49-F238E27FC236}">
                    <a16:creationId xmlns="" xmlns:a16="http://schemas.microsoft.com/office/drawing/2014/main" id="{DD3C3254-A817-B449-AE0F-31BEFF504A04}"/>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4" name="Freeform 203">
              <a:extLst>
                <a:ext uri="{FF2B5EF4-FFF2-40B4-BE49-F238E27FC236}">
                  <a16:creationId xmlns="" xmlns:a16="http://schemas.microsoft.com/office/drawing/2014/main" id="{D05041BE-8046-EB49-A23A-C7FEB06D9108}"/>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35" name="Group 204">
              <a:extLst>
                <a:ext uri="{FF2B5EF4-FFF2-40B4-BE49-F238E27FC236}">
                  <a16:creationId xmlns="" xmlns:a16="http://schemas.microsoft.com/office/drawing/2014/main" id="{BD1D997D-F690-4C4E-9473-F0433427C91F}"/>
                </a:ext>
              </a:extLst>
            </p:cNvPr>
            <p:cNvGrpSpPr>
              <a:grpSpLocks/>
            </p:cNvGrpSpPr>
            <p:nvPr/>
          </p:nvGrpSpPr>
          <p:grpSpPr bwMode="auto">
            <a:xfrm>
              <a:off x="4739" y="1327"/>
              <a:ext cx="582" cy="139"/>
              <a:chOff x="614" y="2568"/>
              <a:chExt cx="725" cy="139"/>
            </a:xfrm>
          </p:grpSpPr>
          <p:sp>
            <p:nvSpPr>
              <p:cNvPr id="247" name="AutoShape 205">
                <a:extLst>
                  <a:ext uri="{FF2B5EF4-FFF2-40B4-BE49-F238E27FC236}">
                    <a16:creationId xmlns="" xmlns:a16="http://schemas.microsoft.com/office/drawing/2014/main" id="{631C3D3D-8F7D-6F44-AD56-665A5242B691}"/>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8" name="AutoShape 206">
                <a:extLst>
                  <a:ext uri="{FF2B5EF4-FFF2-40B4-BE49-F238E27FC236}">
                    <a16:creationId xmlns="" xmlns:a16="http://schemas.microsoft.com/office/drawing/2014/main" id="{E7F87D38-4528-0F45-9911-B79B599D25FC}"/>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6" name="Rectangle 207">
              <a:extLst>
                <a:ext uri="{FF2B5EF4-FFF2-40B4-BE49-F238E27FC236}">
                  <a16:creationId xmlns="" xmlns:a16="http://schemas.microsoft.com/office/drawing/2014/main" id="{60B24777-81BE-BC42-AC64-6F2229E5FBE5}"/>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7" name="Freeform 208">
              <a:extLst>
                <a:ext uri="{FF2B5EF4-FFF2-40B4-BE49-F238E27FC236}">
                  <a16:creationId xmlns="" xmlns:a16="http://schemas.microsoft.com/office/drawing/2014/main" id="{FD1049FD-ADAC-FC43-A186-6585ECAE4331}"/>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8" name="Freeform 209">
              <a:extLst>
                <a:ext uri="{FF2B5EF4-FFF2-40B4-BE49-F238E27FC236}">
                  <a16:creationId xmlns="" xmlns:a16="http://schemas.microsoft.com/office/drawing/2014/main" id="{A25585BA-2AFC-3047-B9D5-7CC45D5DBC49}"/>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9" name="Oval 210">
              <a:extLst>
                <a:ext uri="{FF2B5EF4-FFF2-40B4-BE49-F238E27FC236}">
                  <a16:creationId xmlns="" xmlns:a16="http://schemas.microsoft.com/office/drawing/2014/main" id="{78C608B6-FCB9-3F43-A504-D33DD77827D8}"/>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0" name="Freeform 211">
              <a:extLst>
                <a:ext uri="{FF2B5EF4-FFF2-40B4-BE49-F238E27FC236}">
                  <a16:creationId xmlns="" xmlns:a16="http://schemas.microsoft.com/office/drawing/2014/main" id="{F24BE4FA-86B6-5840-8B76-BF70EF006A8E}"/>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41" name="AutoShape 212">
              <a:extLst>
                <a:ext uri="{FF2B5EF4-FFF2-40B4-BE49-F238E27FC236}">
                  <a16:creationId xmlns="" xmlns:a16="http://schemas.microsoft.com/office/drawing/2014/main" id="{22C6B4EC-00C6-BA43-95E2-370E8204DDA3}"/>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2" name="AutoShape 213">
              <a:extLst>
                <a:ext uri="{FF2B5EF4-FFF2-40B4-BE49-F238E27FC236}">
                  <a16:creationId xmlns="" xmlns:a16="http://schemas.microsoft.com/office/drawing/2014/main" id="{7B9210ED-D802-C84E-8A67-93399801B5DA}"/>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3" name="Oval 214">
              <a:extLst>
                <a:ext uri="{FF2B5EF4-FFF2-40B4-BE49-F238E27FC236}">
                  <a16:creationId xmlns="" xmlns:a16="http://schemas.microsoft.com/office/drawing/2014/main" id="{552E77C8-7BFE-BF4D-8F0B-DF6513BE6459}"/>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4" name="Oval 215">
              <a:extLst>
                <a:ext uri="{FF2B5EF4-FFF2-40B4-BE49-F238E27FC236}">
                  <a16:creationId xmlns="" xmlns:a16="http://schemas.microsoft.com/office/drawing/2014/main" id="{86496A7E-E21F-444D-B883-E410329FF242}"/>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245" name="Oval 216">
              <a:extLst>
                <a:ext uri="{FF2B5EF4-FFF2-40B4-BE49-F238E27FC236}">
                  <a16:creationId xmlns="" xmlns:a16="http://schemas.microsoft.com/office/drawing/2014/main" id="{555E4B0D-EDB2-D04B-B9AD-93FA92DDAA2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6" name="Rectangle 217">
              <a:extLst>
                <a:ext uri="{FF2B5EF4-FFF2-40B4-BE49-F238E27FC236}">
                  <a16:creationId xmlns="" xmlns:a16="http://schemas.microsoft.com/office/drawing/2014/main" id="{DE659B39-E72A-634A-A2AC-C4BA4DC9C619}"/>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8" name="TextBox 7">
            <a:extLst>
              <a:ext uri="{FF2B5EF4-FFF2-40B4-BE49-F238E27FC236}">
                <a16:creationId xmlns="" xmlns:a16="http://schemas.microsoft.com/office/drawing/2014/main" id="{95E1F04B-A3B3-534D-A252-A4AC29C657DE}"/>
              </a:ext>
            </a:extLst>
          </p:cNvPr>
          <p:cNvSpPr txBox="1"/>
          <p:nvPr/>
        </p:nvSpPr>
        <p:spPr>
          <a:xfrm>
            <a:off x="8481037" y="1538123"/>
            <a:ext cx="2066400"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SNMP server</a:t>
            </a:r>
          </a:p>
        </p:txBody>
      </p:sp>
      <p:sp>
        <p:nvSpPr>
          <p:cNvPr id="263" name="TextBox 262">
            <a:extLst>
              <a:ext uri="{FF2B5EF4-FFF2-40B4-BE49-F238E27FC236}">
                <a16:creationId xmlns="" xmlns:a16="http://schemas.microsoft.com/office/drawing/2014/main" id="{DC4B02DA-C340-9945-87C2-952E1901FB43}"/>
              </a:ext>
            </a:extLst>
          </p:cNvPr>
          <p:cNvSpPr txBox="1"/>
          <p:nvPr/>
        </p:nvSpPr>
        <p:spPr>
          <a:xfrm>
            <a:off x="1935319" y="1662731"/>
            <a:ext cx="1957459"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SNMP client</a:t>
            </a:r>
          </a:p>
        </p:txBody>
      </p:sp>
      <p:grpSp>
        <p:nvGrpSpPr>
          <p:cNvPr id="3" name="Group 2">
            <a:extLst>
              <a:ext uri="{FF2B5EF4-FFF2-40B4-BE49-F238E27FC236}">
                <a16:creationId xmlns="" xmlns:a16="http://schemas.microsoft.com/office/drawing/2014/main" id="{64AFD9EC-1CA1-D34D-965E-2E8D95748C38}"/>
              </a:ext>
            </a:extLst>
          </p:cNvPr>
          <p:cNvGrpSpPr/>
          <p:nvPr/>
        </p:nvGrpSpPr>
        <p:grpSpPr>
          <a:xfrm>
            <a:off x="8510352" y="2078288"/>
            <a:ext cx="1946338" cy="2912558"/>
            <a:chOff x="8091785" y="2078288"/>
            <a:chExt cx="2364905" cy="2912558"/>
          </a:xfrm>
        </p:grpSpPr>
        <p:sp>
          <p:nvSpPr>
            <p:cNvPr id="145" name="Rectangle 23">
              <a:extLst>
                <a:ext uri="{FF2B5EF4-FFF2-40B4-BE49-F238E27FC236}">
                  <a16:creationId xmlns="" xmlns:a16="http://schemas.microsoft.com/office/drawing/2014/main" id="{F1314FFD-BA11-A042-BA84-1061E3729058}"/>
                </a:ext>
              </a:extLst>
            </p:cNvPr>
            <p:cNvSpPr>
              <a:spLocks noChangeArrowheads="1"/>
            </p:cNvSpPr>
            <p:nvPr/>
          </p:nvSpPr>
          <p:spPr bwMode="auto">
            <a:xfrm>
              <a:off x="8179440" y="2078288"/>
              <a:ext cx="2277250" cy="2799267"/>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6" name="Rectangle 24">
              <a:extLst>
                <a:ext uri="{FF2B5EF4-FFF2-40B4-BE49-F238E27FC236}">
                  <a16:creationId xmlns="" xmlns:a16="http://schemas.microsoft.com/office/drawing/2014/main" id="{89D8A59C-E128-B74A-B94F-06FAC9DB7326}"/>
                </a:ext>
              </a:extLst>
            </p:cNvPr>
            <p:cNvSpPr>
              <a:spLocks noChangeArrowheads="1"/>
            </p:cNvSpPr>
            <p:nvPr/>
          </p:nvSpPr>
          <p:spPr bwMode="auto">
            <a:xfrm>
              <a:off x="8091785" y="2167472"/>
              <a:ext cx="2254867" cy="2823374"/>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7" name="Line 25">
              <a:extLst>
                <a:ext uri="{FF2B5EF4-FFF2-40B4-BE49-F238E27FC236}">
                  <a16:creationId xmlns="" xmlns:a16="http://schemas.microsoft.com/office/drawing/2014/main" id="{B922FB1F-8B1A-1843-A740-29E910EB3E97}"/>
                </a:ext>
              </a:extLst>
            </p:cNvPr>
            <p:cNvSpPr>
              <a:spLocks noChangeShapeType="1"/>
            </p:cNvSpPr>
            <p:nvPr/>
          </p:nvSpPr>
          <p:spPr bwMode="auto">
            <a:xfrm>
              <a:off x="8108956" y="2749010"/>
              <a:ext cx="2238254" cy="482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8" name="Text Box 26">
              <a:extLst>
                <a:ext uri="{FF2B5EF4-FFF2-40B4-BE49-F238E27FC236}">
                  <a16:creationId xmlns="" xmlns:a16="http://schemas.microsoft.com/office/drawing/2014/main" id="{BE3B5056-5F96-5946-AEC3-17140DB163F4}"/>
                </a:ext>
              </a:extLst>
            </p:cNvPr>
            <p:cNvSpPr txBox="1">
              <a:spLocks noChangeArrowheads="1"/>
            </p:cNvSpPr>
            <p:nvPr/>
          </p:nvSpPr>
          <p:spPr bwMode="auto">
            <a:xfrm>
              <a:off x="8376445" y="2832513"/>
              <a:ext cx="1703276" cy="737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(UDP)</a:t>
              </a:r>
            </a:p>
          </p:txBody>
        </p:sp>
        <p:sp>
          <p:nvSpPr>
            <p:cNvPr id="149" name="Line 27">
              <a:extLst>
                <a:ext uri="{FF2B5EF4-FFF2-40B4-BE49-F238E27FC236}">
                  <a16:creationId xmlns="" xmlns:a16="http://schemas.microsoft.com/office/drawing/2014/main" id="{FF1A214D-FBCE-7342-8332-F3FA9C577B4A}"/>
                </a:ext>
              </a:extLst>
            </p:cNvPr>
            <p:cNvSpPr>
              <a:spLocks noChangeShapeType="1"/>
            </p:cNvSpPr>
            <p:nvPr/>
          </p:nvSpPr>
          <p:spPr bwMode="auto">
            <a:xfrm>
              <a:off x="8108201" y="3602458"/>
              <a:ext cx="223338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1" name="Text Box 26">
              <a:extLst>
                <a:ext uri="{FF2B5EF4-FFF2-40B4-BE49-F238E27FC236}">
                  <a16:creationId xmlns="" xmlns:a16="http://schemas.microsoft.com/office/drawing/2014/main" id="{50D62C6A-4C80-854F-A4B8-723E99A5A7F0}"/>
                </a:ext>
              </a:extLst>
            </p:cNvPr>
            <p:cNvSpPr txBox="1">
              <a:spLocks noChangeArrowheads="1"/>
            </p:cNvSpPr>
            <p:nvPr/>
          </p:nvSpPr>
          <p:spPr bwMode="auto">
            <a:xfrm>
              <a:off x="8218436" y="4533100"/>
              <a:ext cx="2019294" cy="440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52" name="Text Box 26">
              <a:extLst>
                <a:ext uri="{FF2B5EF4-FFF2-40B4-BE49-F238E27FC236}">
                  <a16:creationId xmlns="" xmlns:a16="http://schemas.microsoft.com/office/drawing/2014/main" id="{A79D3A45-C33B-7046-9088-A02FAACCA14B}"/>
                </a:ext>
              </a:extLst>
            </p:cNvPr>
            <p:cNvSpPr txBox="1">
              <a:spLocks noChangeArrowheads="1"/>
            </p:cNvSpPr>
            <p:nvPr/>
          </p:nvSpPr>
          <p:spPr bwMode="auto">
            <a:xfrm>
              <a:off x="8218436" y="4088345"/>
              <a:ext cx="2019294" cy="440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53" name="Text Box 26">
              <a:extLst>
                <a:ext uri="{FF2B5EF4-FFF2-40B4-BE49-F238E27FC236}">
                  <a16:creationId xmlns="" xmlns:a16="http://schemas.microsoft.com/office/drawing/2014/main" id="{F3520259-D4C5-3340-8000-3B8C746A7797}"/>
                </a:ext>
              </a:extLst>
            </p:cNvPr>
            <p:cNvSpPr txBox="1">
              <a:spLocks noChangeArrowheads="1"/>
            </p:cNvSpPr>
            <p:nvPr/>
          </p:nvSpPr>
          <p:spPr bwMode="auto">
            <a:xfrm>
              <a:off x="8218436" y="3646079"/>
              <a:ext cx="2019294" cy="398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 (IP)</a:t>
              </a:r>
            </a:p>
          </p:txBody>
        </p:sp>
        <p:sp>
          <p:nvSpPr>
            <p:cNvPr id="155" name="Line 27">
              <a:extLst>
                <a:ext uri="{FF2B5EF4-FFF2-40B4-BE49-F238E27FC236}">
                  <a16:creationId xmlns="" xmlns:a16="http://schemas.microsoft.com/office/drawing/2014/main" id="{E1326351-38D1-A440-A7B8-5079367D54AC}"/>
                </a:ext>
              </a:extLst>
            </p:cNvPr>
            <p:cNvSpPr>
              <a:spLocks noChangeShapeType="1"/>
            </p:cNvSpPr>
            <p:nvPr/>
          </p:nvSpPr>
          <p:spPr bwMode="auto">
            <a:xfrm>
              <a:off x="8116255" y="4074895"/>
              <a:ext cx="223338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6" name="Line 27">
              <a:extLst>
                <a:ext uri="{FF2B5EF4-FFF2-40B4-BE49-F238E27FC236}">
                  <a16:creationId xmlns="" xmlns:a16="http://schemas.microsoft.com/office/drawing/2014/main" id="{891B0B5D-A14D-1A40-B291-CC1A04A094FC}"/>
                </a:ext>
              </a:extLst>
            </p:cNvPr>
            <p:cNvSpPr>
              <a:spLocks noChangeShapeType="1"/>
            </p:cNvSpPr>
            <p:nvPr/>
          </p:nvSpPr>
          <p:spPr bwMode="auto">
            <a:xfrm>
              <a:off x="8111389" y="4528049"/>
              <a:ext cx="223338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4" name="Text Box 26">
              <a:extLst>
                <a:ext uri="{FF2B5EF4-FFF2-40B4-BE49-F238E27FC236}">
                  <a16:creationId xmlns="" xmlns:a16="http://schemas.microsoft.com/office/drawing/2014/main" id="{D8A757BB-1762-8B47-A046-060F718CBC6B}"/>
                </a:ext>
              </a:extLst>
            </p:cNvPr>
            <p:cNvSpPr txBox="1">
              <a:spLocks noChangeArrowheads="1"/>
            </p:cNvSpPr>
            <p:nvPr/>
          </p:nvSpPr>
          <p:spPr bwMode="auto">
            <a:xfrm>
              <a:off x="8179440" y="2284368"/>
              <a:ext cx="2019294" cy="398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grpSp>
      <p:grpSp>
        <p:nvGrpSpPr>
          <p:cNvPr id="76" name="Group 75">
            <a:extLst>
              <a:ext uri="{FF2B5EF4-FFF2-40B4-BE49-F238E27FC236}">
                <a16:creationId xmlns="" xmlns:a16="http://schemas.microsoft.com/office/drawing/2014/main" id="{EA5C4C69-3F64-BA46-87DE-D8D9E085DAC9}"/>
              </a:ext>
            </a:extLst>
          </p:cNvPr>
          <p:cNvGrpSpPr/>
          <p:nvPr/>
        </p:nvGrpSpPr>
        <p:grpSpPr>
          <a:xfrm>
            <a:off x="1687770" y="2167472"/>
            <a:ext cx="2131701" cy="2912558"/>
            <a:chOff x="8091785" y="2078288"/>
            <a:chExt cx="2364905" cy="2912558"/>
          </a:xfrm>
        </p:grpSpPr>
        <p:sp>
          <p:nvSpPr>
            <p:cNvPr id="77" name="Rectangle 23">
              <a:extLst>
                <a:ext uri="{FF2B5EF4-FFF2-40B4-BE49-F238E27FC236}">
                  <a16:creationId xmlns="" xmlns:a16="http://schemas.microsoft.com/office/drawing/2014/main" id="{12A4D2D3-BB7A-1141-97E1-1746F6AB4244}"/>
                </a:ext>
              </a:extLst>
            </p:cNvPr>
            <p:cNvSpPr>
              <a:spLocks noChangeArrowheads="1"/>
            </p:cNvSpPr>
            <p:nvPr/>
          </p:nvSpPr>
          <p:spPr bwMode="auto">
            <a:xfrm>
              <a:off x="8179440" y="2078288"/>
              <a:ext cx="2277250" cy="2799267"/>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8" name="Rectangle 24">
              <a:extLst>
                <a:ext uri="{FF2B5EF4-FFF2-40B4-BE49-F238E27FC236}">
                  <a16:creationId xmlns="" xmlns:a16="http://schemas.microsoft.com/office/drawing/2014/main" id="{CC2D939F-B2EB-B142-B2EB-F35198972B0C}"/>
                </a:ext>
              </a:extLst>
            </p:cNvPr>
            <p:cNvSpPr>
              <a:spLocks noChangeArrowheads="1"/>
            </p:cNvSpPr>
            <p:nvPr/>
          </p:nvSpPr>
          <p:spPr bwMode="auto">
            <a:xfrm>
              <a:off x="8091785" y="2167472"/>
              <a:ext cx="2254867" cy="2823374"/>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9" name="Line 25">
              <a:extLst>
                <a:ext uri="{FF2B5EF4-FFF2-40B4-BE49-F238E27FC236}">
                  <a16:creationId xmlns="" xmlns:a16="http://schemas.microsoft.com/office/drawing/2014/main" id="{29206320-7227-5C45-BF48-477A94FE149F}"/>
                </a:ext>
              </a:extLst>
            </p:cNvPr>
            <p:cNvSpPr>
              <a:spLocks noChangeShapeType="1"/>
            </p:cNvSpPr>
            <p:nvPr/>
          </p:nvSpPr>
          <p:spPr bwMode="auto">
            <a:xfrm>
              <a:off x="8108956" y="2749010"/>
              <a:ext cx="2238254" cy="482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0" name="Text Box 26">
              <a:extLst>
                <a:ext uri="{FF2B5EF4-FFF2-40B4-BE49-F238E27FC236}">
                  <a16:creationId xmlns="" xmlns:a16="http://schemas.microsoft.com/office/drawing/2014/main" id="{09388CA4-5912-3745-991A-9A3E60719DA7}"/>
                </a:ext>
              </a:extLst>
            </p:cNvPr>
            <p:cNvSpPr txBox="1">
              <a:spLocks noChangeArrowheads="1"/>
            </p:cNvSpPr>
            <p:nvPr/>
          </p:nvSpPr>
          <p:spPr bwMode="auto">
            <a:xfrm>
              <a:off x="8376445" y="2832513"/>
              <a:ext cx="1703276" cy="737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(UDP)</a:t>
              </a:r>
            </a:p>
          </p:txBody>
        </p:sp>
        <p:sp>
          <p:nvSpPr>
            <p:cNvPr id="81" name="Line 27">
              <a:extLst>
                <a:ext uri="{FF2B5EF4-FFF2-40B4-BE49-F238E27FC236}">
                  <a16:creationId xmlns="" xmlns:a16="http://schemas.microsoft.com/office/drawing/2014/main" id="{7462DAE7-AE3D-CD41-8750-E700715A5202}"/>
                </a:ext>
              </a:extLst>
            </p:cNvPr>
            <p:cNvSpPr>
              <a:spLocks noChangeShapeType="1"/>
            </p:cNvSpPr>
            <p:nvPr/>
          </p:nvSpPr>
          <p:spPr bwMode="auto">
            <a:xfrm>
              <a:off x="8121121" y="3602458"/>
              <a:ext cx="223338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2" name="Text Box 26">
              <a:extLst>
                <a:ext uri="{FF2B5EF4-FFF2-40B4-BE49-F238E27FC236}">
                  <a16:creationId xmlns="" xmlns:a16="http://schemas.microsoft.com/office/drawing/2014/main" id="{B868290D-DE89-8749-A32C-C5FCE36D7556}"/>
                </a:ext>
              </a:extLst>
            </p:cNvPr>
            <p:cNvSpPr txBox="1">
              <a:spLocks noChangeArrowheads="1"/>
            </p:cNvSpPr>
            <p:nvPr/>
          </p:nvSpPr>
          <p:spPr bwMode="auto">
            <a:xfrm>
              <a:off x="8218436" y="4533100"/>
              <a:ext cx="2019294" cy="440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83" name="Text Box 26">
              <a:extLst>
                <a:ext uri="{FF2B5EF4-FFF2-40B4-BE49-F238E27FC236}">
                  <a16:creationId xmlns="" xmlns:a16="http://schemas.microsoft.com/office/drawing/2014/main" id="{18546DEE-76AB-C744-936A-7F4DF63895D8}"/>
                </a:ext>
              </a:extLst>
            </p:cNvPr>
            <p:cNvSpPr txBox="1">
              <a:spLocks noChangeArrowheads="1"/>
            </p:cNvSpPr>
            <p:nvPr/>
          </p:nvSpPr>
          <p:spPr bwMode="auto">
            <a:xfrm>
              <a:off x="8218436" y="4088345"/>
              <a:ext cx="2019294" cy="440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84" name="Text Box 26">
              <a:extLst>
                <a:ext uri="{FF2B5EF4-FFF2-40B4-BE49-F238E27FC236}">
                  <a16:creationId xmlns="" xmlns:a16="http://schemas.microsoft.com/office/drawing/2014/main" id="{9DE3AC7C-D9B1-ED4C-B925-37B31767739C}"/>
                </a:ext>
              </a:extLst>
            </p:cNvPr>
            <p:cNvSpPr txBox="1">
              <a:spLocks noChangeArrowheads="1"/>
            </p:cNvSpPr>
            <p:nvPr/>
          </p:nvSpPr>
          <p:spPr bwMode="auto">
            <a:xfrm>
              <a:off x="8218436" y="3646079"/>
              <a:ext cx="2019294" cy="737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 (IP)</a:t>
              </a:r>
            </a:p>
          </p:txBody>
        </p:sp>
        <p:sp>
          <p:nvSpPr>
            <p:cNvPr id="85" name="Line 27">
              <a:extLst>
                <a:ext uri="{FF2B5EF4-FFF2-40B4-BE49-F238E27FC236}">
                  <a16:creationId xmlns="" xmlns:a16="http://schemas.microsoft.com/office/drawing/2014/main" id="{266E1BE0-4561-9344-ACBD-29F42E90D9F3}"/>
                </a:ext>
              </a:extLst>
            </p:cNvPr>
            <p:cNvSpPr>
              <a:spLocks noChangeShapeType="1"/>
            </p:cNvSpPr>
            <p:nvPr/>
          </p:nvSpPr>
          <p:spPr bwMode="auto">
            <a:xfrm>
              <a:off x="8116255" y="4074895"/>
              <a:ext cx="223338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6" name="Line 27">
              <a:extLst>
                <a:ext uri="{FF2B5EF4-FFF2-40B4-BE49-F238E27FC236}">
                  <a16:creationId xmlns="" xmlns:a16="http://schemas.microsoft.com/office/drawing/2014/main" id="{3ED696C7-AECF-C14F-8CD8-7153D36CBC69}"/>
                </a:ext>
              </a:extLst>
            </p:cNvPr>
            <p:cNvSpPr>
              <a:spLocks noChangeShapeType="1"/>
            </p:cNvSpPr>
            <p:nvPr/>
          </p:nvSpPr>
          <p:spPr bwMode="auto">
            <a:xfrm>
              <a:off x="8111389" y="4528049"/>
              <a:ext cx="223338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7" name="Text Box 26">
              <a:extLst>
                <a:ext uri="{FF2B5EF4-FFF2-40B4-BE49-F238E27FC236}">
                  <a16:creationId xmlns="" xmlns:a16="http://schemas.microsoft.com/office/drawing/2014/main" id="{42139D70-AB44-E047-B37E-AABECE12201B}"/>
                </a:ext>
              </a:extLst>
            </p:cNvPr>
            <p:cNvSpPr txBox="1">
              <a:spLocks noChangeArrowheads="1"/>
            </p:cNvSpPr>
            <p:nvPr/>
          </p:nvSpPr>
          <p:spPr bwMode="auto">
            <a:xfrm>
              <a:off x="8179440" y="2284368"/>
              <a:ext cx="2019294" cy="398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grpSp>
      <p:grpSp>
        <p:nvGrpSpPr>
          <p:cNvPr id="93" name="Group 92">
            <a:extLst>
              <a:ext uri="{FF2B5EF4-FFF2-40B4-BE49-F238E27FC236}">
                <a16:creationId xmlns="" xmlns:a16="http://schemas.microsoft.com/office/drawing/2014/main" id="{EFA7BEBF-82FA-3440-93DD-AFB07D2DDF8D}"/>
              </a:ext>
            </a:extLst>
          </p:cNvPr>
          <p:cNvGrpSpPr/>
          <p:nvPr/>
        </p:nvGrpSpPr>
        <p:grpSpPr>
          <a:xfrm>
            <a:off x="500734" y="4943580"/>
            <a:ext cx="1026523" cy="597153"/>
            <a:chOff x="7493876" y="2774731"/>
            <a:chExt cx="1481958" cy="894622"/>
          </a:xfrm>
        </p:grpSpPr>
        <p:sp>
          <p:nvSpPr>
            <p:cNvPr id="107" name="Freeform 106">
              <a:extLst>
                <a:ext uri="{FF2B5EF4-FFF2-40B4-BE49-F238E27FC236}">
                  <a16:creationId xmlns="" xmlns:a16="http://schemas.microsoft.com/office/drawing/2014/main" id="{FD49C136-01B9-DB45-BCCD-F4E482387145}"/>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sp>
          <p:nvSpPr>
            <p:cNvPr id="108" name="Oval 107">
              <a:extLst>
                <a:ext uri="{FF2B5EF4-FFF2-40B4-BE49-F238E27FC236}">
                  <a16:creationId xmlns="" xmlns:a16="http://schemas.microsoft.com/office/drawing/2014/main" id="{3DF9189A-C970-C34D-8402-F20083341C9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grpSp>
          <p:nvGrpSpPr>
            <p:cNvPr id="109" name="Group 108">
              <a:extLst>
                <a:ext uri="{FF2B5EF4-FFF2-40B4-BE49-F238E27FC236}">
                  <a16:creationId xmlns="" xmlns:a16="http://schemas.microsoft.com/office/drawing/2014/main" id="{51F5139E-A5EB-E64B-B1E6-C3669AE818C6}"/>
                </a:ext>
              </a:extLst>
            </p:cNvPr>
            <p:cNvGrpSpPr/>
            <p:nvPr/>
          </p:nvGrpSpPr>
          <p:grpSpPr>
            <a:xfrm>
              <a:off x="7713663" y="2848339"/>
              <a:ext cx="1042107" cy="425543"/>
              <a:chOff x="7786941" y="2884917"/>
              <a:chExt cx="897649" cy="353919"/>
            </a:xfrm>
          </p:grpSpPr>
          <p:sp>
            <p:nvSpPr>
              <p:cNvPr id="110" name="Freeform 109">
                <a:extLst>
                  <a:ext uri="{FF2B5EF4-FFF2-40B4-BE49-F238E27FC236}">
                    <a16:creationId xmlns="" xmlns:a16="http://schemas.microsoft.com/office/drawing/2014/main" id="{7F7CB1D2-0FD2-A14F-A399-1C2D3650F2EA}"/>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1" name="Freeform 110">
                <a:extLst>
                  <a:ext uri="{FF2B5EF4-FFF2-40B4-BE49-F238E27FC236}">
                    <a16:creationId xmlns="" xmlns:a16="http://schemas.microsoft.com/office/drawing/2014/main" id="{688C61D0-9947-2E41-89C2-D2B4591C1F3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2" name="Freeform 111">
                <a:extLst>
                  <a:ext uri="{FF2B5EF4-FFF2-40B4-BE49-F238E27FC236}">
                    <a16:creationId xmlns="" xmlns:a16="http://schemas.microsoft.com/office/drawing/2014/main" id="{ADE46CF5-DF22-8F48-87EF-A46F29E0F1A9}"/>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3" name="Freeform 112">
                <a:extLst>
                  <a:ext uri="{FF2B5EF4-FFF2-40B4-BE49-F238E27FC236}">
                    <a16:creationId xmlns="" xmlns:a16="http://schemas.microsoft.com/office/drawing/2014/main" id="{CEACF782-B549-1D4E-B840-69A6AFFE6A7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grpSp>
      <p:sp>
        <p:nvSpPr>
          <p:cNvPr id="114" name="Title 1">
            <a:extLst>
              <a:ext uri="{FF2B5EF4-FFF2-40B4-BE49-F238E27FC236}">
                <a16:creationId xmlns="" xmlns:a16="http://schemas.microsoft.com/office/drawing/2014/main" id="{1464CB5C-96D6-3645-94B5-DB9FA70972D2}"/>
              </a:ext>
            </a:extLst>
          </p:cNvPr>
          <p:cNvSpPr>
            <a:spLocks noGrp="1"/>
          </p:cNvSpPr>
          <p:nvPr>
            <p:ph type="title"/>
          </p:nvPr>
        </p:nvSpPr>
        <p:spPr>
          <a:xfrm>
            <a:off x="798690" y="289325"/>
            <a:ext cx="11100625" cy="894622"/>
          </a:xfrm>
        </p:spPr>
        <p:txBody>
          <a:bodyPr>
            <a:normAutofit/>
          </a:bodyPr>
          <a:lstStyle/>
          <a:p>
            <a:r>
              <a:rPr lang="en-US" sz="4400" dirty="0"/>
              <a:t>UDP: Transport Layer Actions</a:t>
            </a:r>
          </a:p>
        </p:txBody>
      </p:sp>
      <p:grpSp>
        <p:nvGrpSpPr>
          <p:cNvPr id="115" name="Group 149">
            <a:extLst>
              <a:ext uri="{FF2B5EF4-FFF2-40B4-BE49-F238E27FC236}">
                <a16:creationId xmlns="" xmlns:a16="http://schemas.microsoft.com/office/drawing/2014/main" id="{D80894D4-838A-2B47-82E9-ED060F8608E9}"/>
              </a:ext>
            </a:extLst>
          </p:cNvPr>
          <p:cNvGrpSpPr>
            <a:grpSpLocks/>
          </p:cNvGrpSpPr>
          <p:nvPr/>
        </p:nvGrpSpPr>
        <p:grpSpPr bwMode="auto">
          <a:xfrm>
            <a:off x="2462207" y="2756023"/>
            <a:ext cx="412750" cy="158750"/>
            <a:chOff x="1287" y="2524"/>
            <a:chExt cx="260" cy="100"/>
          </a:xfrm>
        </p:grpSpPr>
        <p:sp>
          <p:nvSpPr>
            <p:cNvPr id="116" name="Rectangle 73">
              <a:extLst>
                <a:ext uri="{FF2B5EF4-FFF2-40B4-BE49-F238E27FC236}">
                  <a16:creationId xmlns="" xmlns:a16="http://schemas.microsoft.com/office/drawing/2014/main" id="{4F7EB976-F7A9-464D-96B7-3FE5D6F41C71}"/>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17" name="Rectangle 74">
              <a:extLst>
                <a:ext uri="{FF2B5EF4-FFF2-40B4-BE49-F238E27FC236}">
                  <a16:creationId xmlns="" xmlns:a16="http://schemas.microsoft.com/office/drawing/2014/main" id="{4368CF72-2B59-FB4B-92FA-68E13D10F3ED}"/>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18" name="Rectangle 75">
              <a:extLst>
                <a:ext uri="{FF2B5EF4-FFF2-40B4-BE49-F238E27FC236}">
                  <a16:creationId xmlns="" xmlns:a16="http://schemas.microsoft.com/office/drawing/2014/main" id="{0D0AC942-AA10-F747-BEAC-52DAFF24DAB3}"/>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19" name="Rectangle 129">
              <a:extLst>
                <a:ext uri="{FF2B5EF4-FFF2-40B4-BE49-F238E27FC236}">
                  <a16:creationId xmlns="" xmlns:a16="http://schemas.microsoft.com/office/drawing/2014/main" id="{C51B66A9-7495-DF44-B4DE-37BC9E90E09B}"/>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120" name="Group 149">
            <a:extLst>
              <a:ext uri="{FF2B5EF4-FFF2-40B4-BE49-F238E27FC236}">
                <a16:creationId xmlns="" xmlns:a16="http://schemas.microsoft.com/office/drawing/2014/main" id="{B5F38E94-4EF7-1F4B-AAC4-BF50DC083CD9}"/>
              </a:ext>
            </a:extLst>
          </p:cNvPr>
          <p:cNvGrpSpPr>
            <a:grpSpLocks/>
          </p:cNvGrpSpPr>
          <p:nvPr/>
        </p:nvGrpSpPr>
        <p:grpSpPr bwMode="auto">
          <a:xfrm>
            <a:off x="9681144" y="2673610"/>
            <a:ext cx="412750" cy="158750"/>
            <a:chOff x="1287" y="2524"/>
            <a:chExt cx="260" cy="100"/>
          </a:xfrm>
        </p:grpSpPr>
        <p:sp>
          <p:nvSpPr>
            <p:cNvPr id="121" name="Rectangle 73">
              <a:extLst>
                <a:ext uri="{FF2B5EF4-FFF2-40B4-BE49-F238E27FC236}">
                  <a16:creationId xmlns="" xmlns:a16="http://schemas.microsoft.com/office/drawing/2014/main" id="{71D7BEDA-E8D6-9F4F-8EE3-D5290D9AF39D}"/>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22" name="Rectangle 74">
              <a:extLst>
                <a:ext uri="{FF2B5EF4-FFF2-40B4-BE49-F238E27FC236}">
                  <a16:creationId xmlns="" xmlns:a16="http://schemas.microsoft.com/office/drawing/2014/main" id="{D93A8064-E5FB-2844-9B3D-C598CCB67BDD}"/>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23" name="Rectangle 75">
              <a:extLst>
                <a:ext uri="{FF2B5EF4-FFF2-40B4-BE49-F238E27FC236}">
                  <a16:creationId xmlns="" xmlns:a16="http://schemas.microsoft.com/office/drawing/2014/main" id="{DF7AA994-9DC7-8349-BB16-6DED06C89AC0}"/>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24" name="Rectangle 129">
              <a:extLst>
                <a:ext uri="{FF2B5EF4-FFF2-40B4-BE49-F238E27FC236}">
                  <a16:creationId xmlns="" xmlns:a16="http://schemas.microsoft.com/office/drawing/2014/main" id="{06FC6EA9-9071-D843-8C39-AFF854F3BEFC}"/>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 name="TextBox 1">
            <a:extLst>
              <a:ext uri="{FF2B5EF4-FFF2-40B4-BE49-F238E27FC236}">
                <a16:creationId xmlns="" xmlns:a16="http://schemas.microsoft.com/office/drawing/2014/main" id="{6B2BB341-9BE1-8640-8E8B-7EC80706964E}"/>
              </a:ext>
            </a:extLst>
          </p:cNvPr>
          <p:cNvSpPr txBox="1"/>
          <p:nvPr/>
        </p:nvSpPr>
        <p:spPr>
          <a:xfrm>
            <a:off x="4212477" y="1830701"/>
            <a:ext cx="389834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UDP sender actions:</a:t>
            </a:r>
          </a:p>
          <a:p>
            <a:pPr marL="285750" marR="0" lvl="0" indent="-219075" algn="l" defTabSz="914400" rtl="0" eaLnBrk="1" fontAlgn="auto" latinLnBrk="0" hangingPunct="1">
              <a:lnSpc>
                <a:spcPct val="100000"/>
              </a:lnSpc>
              <a:spcBef>
                <a:spcPts val="0"/>
              </a:spcBef>
              <a:spcAft>
                <a:spcPts val="0"/>
              </a:spcAft>
              <a:buClr>
                <a:srgbClr val="0200A3"/>
              </a:buClr>
              <a:buSzTx/>
              <a:buFont typeface="Wingdings" pitchFamily="2" charset="2"/>
              <a:buChar char="§"/>
              <a:tabLst/>
              <a:defRPr/>
            </a:pPr>
            <a:endParaRPr kumimoji="0" lang="en-US"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102" name="Rectangle 101">
            <a:extLst>
              <a:ext uri="{FF2B5EF4-FFF2-40B4-BE49-F238E27FC236}">
                <a16:creationId xmlns="" xmlns:a16="http://schemas.microsoft.com/office/drawing/2014/main" id="{6480FBEB-6DAE-6343-96A8-03D66CDE01DB}"/>
              </a:ext>
            </a:extLst>
          </p:cNvPr>
          <p:cNvSpPr/>
          <p:nvPr/>
        </p:nvSpPr>
        <p:spPr>
          <a:xfrm>
            <a:off x="8502120" y="2078245"/>
            <a:ext cx="1986815" cy="2938360"/>
          </a:xfrm>
          <a:prstGeom prst="rect">
            <a:avLst/>
          </a:prstGeom>
          <a:solidFill>
            <a:schemeClr val="bg1">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nvGrpSpPr>
          <p:cNvPr id="88" name="Group 87">
            <a:extLst>
              <a:ext uri="{FF2B5EF4-FFF2-40B4-BE49-F238E27FC236}">
                <a16:creationId xmlns="" xmlns:a16="http://schemas.microsoft.com/office/drawing/2014/main" id="{CA134BD1-8CE1-DD46-92D0-46AEECA91934}"/>
              </a:ext>
            </a:extLst>
          </p:cNvPr>
          <p:cNvGrpSpPr/>
          <p:nvPr/>
        </p:nvGrpSpPr>
        <p:grpSpPr>
          <a:xfrm>
            <a:off x="9130164" y="2303106"/>
            <a:ext cx="1259074" cy="369332"/>
            <a:chOff x="8934916" y="2775692"/>
            <a:chExt cx="1259074" cy="369332"/>
          </a:xfrm>
        </p:grpSpPr>
        <p:sp>
          <p:nvSpPr>
            <p:cNvPr id="89" name="Rectangle 88">
              <a:extLst>
                <a:ext uri="{FF2B5EF4-FFF2-40B4-BE49-F238E27FC236}">
                  <a16:creationId xmlns="" xmlns:a16="http://schemas.microsoft.com/office/drawing/2014/main" id="{6A02A536-E595-E54F-85ED-50268229A5F1}"/>
                </a:ext>
              </a:extLst>
            </p:cNvPr>
            <p:cNvSpPr/>
            <p:nvPr/>
          </p:nvSpPr>
          <p:spPr>
            <a:xfrm>
              <a:off x="8964931" y="2842303"/>
              <a:ext cx="1140727"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0" name="TextBox 89">
              <a:extLst>
                <a:ext uri="{FF2B5EF4-FFF2-40B4-BE49-F238E27FC236}">
                  <a16:creationId xmlns="" xmlns:a16="http://schemas.microsoft.com/office/drawing/2014/main" id="{26EE5E72-5714-C64B-A3D2-C89CD03AFF69}"/>
                </a:ext>
              </a:extLst>
            </p:cNvPr>
            <p:cNvSpPr txBox="1"/>
            <p:nvPr/>
          </p:nvSpPr>
          <p:spPr>
            <a:xfrm>
              <a:off x="8934916" y="2775692"/>
              <a:ext cx="125907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SNMP msg</a:t>
              </a:r>
            </a:p>
          </p:txBody>
        </p:sp>
      </p:grpSp>
      <p:sp>
        <p:nvSpPr>
          <p:cNvPr id="91" name="TextBox 90">
            <a:extLst>
              <a:ext uri="{FF2B5EF4-FFF2-40B4-BE49-F238E27FC236}">
                <a16:creationId xmlns="" xmlns:a16="http://schemas.microsoft.com/office/drawing/2014/main" id="{44FC0E6A-CBE5-AC4B-BF65-426B6D4CBC72}"/>
              </a:ext>
            </a:extLst>
          </p:cNvPr>
          <p:cNvSpPr txBox="1"/>
          <p:nvPr/>
        </p:nvSpPr>
        <p:spPr>
          <a:xfrm>
            <a:off x="4391544" y="2325099"/>
            <a:ext cx="3825456" cy="720197"/>
          </a:xfrm>
          <a:prstGeom prst="rect">
            <a:avLst/>
          </a:prstGeom>
          <a:noFill/>
        </p:spPr>
        <p:txBody>
          <a:bodyPr wrap="square" rtlCol="0">
            <a:spAutoFit/>
          </a:bodyPr>
          <a:lstStyle/>
          <a:p>
            <a:pPr marL="285750" marR="0" lvl="0" indent="-219075" algn="l" defTabSz="914400" rtl="0" eaLnBrk="1" fontAlgn="auto" latinLnBrk="0" hangingPunct="1">
              <a:lnSpc>
                <a:spcPct val="85000"/>
              </a:lnSpc>
              <a:spcBef>
                <a:spcPts val="0"/>
              </a:spcBef>
              <a:spcAft>
                <a:spcPts val="0"/>
              </a:spcAft>
              <a:buClr>
                <a:srgbClr val="0200A3"/>
              </a:buClr>
              <a:buSzTx/>
              <a:buFont typeface="Wingdings" pitchFamily="2" charset="2"/>
              <a:buChar char="§"/>
              <a:tabLst/>
              <a:defRPr/>
            </a:pPr>
            <a:r>
              <a:rPr kumimoji="0" lang="en-US" sz="2400" b="0" i="0" u="none" strike="noStrike" kern="1200" cap="none" spc="0" normalizeH="0" baseline="0" noProof="0" dirty="0" smtClean="0">
                <a:ln>
                  <a:noFill/>
                </a:ln>
                <a:solidFill>
                  <a:prstClr val="black"/>
                </a:solidFill>
                <a:effectLst/>
                <a:uLnTx/>
                <a:uFillTx/>
                <a:latin typeface="Calibri"/>
                <a:ea typeface="+mn-ea"/>
                <a:cs typeface="+mn-cs"/>
              </a:rPr>
              <a:t>passed </a:t>
            </a:r>
            <a:r>
              <a:rPr kumimoji="0" lang="en-US" sz="2400" b="0" i="0" u="none" strike="noStrike" kern="1200" cap="none" spc="0" normalizeH="0" baseline="0" noProof="0" dirty="0">
                <a:ln>
                  <a:noFill/>
                </a:ln>
                <a:solidFill>
                  <a:prstClr val="black"/>
                </a:solidFill>
                <a:effectLst/>
                <a:uLnTx/>
                <a:uFillTx/>
                <a:latin typeface="Calibri"/>
                <a:ea typeface="+mn-ea"/>
                <a:cs typeface="+mn-cs"/>
              </a:rPr>
              <a:t>an application-layer message</a:t>
            </a:r>
          </a:p>
        </p:txBody>
      </p:sp>
      <p:sp>
        <p:nvSpPr>
          <p:cNvPr id="94" name="TextBox 93">
            <a:extLst>
              <a:ext uri="{FF2B5EF4-FFF2-40B4-BE49-F238E27FC236}">
                <a16:creationId xmlns="" xmlns:a16="http://schemas.microsoft.com/office/drawing/2014/main" id="{D9421943-E484-5046-BEAC-6D59475EF6C3}"/>
              </a:ext>
            </a:extLst>
          </p:cNvPr>
          <p:cNvSpPr txBox="1"/>
          <p:nvPr/>
        </p:nvSpPr>
        <p:spPr>
          <a:xfrm>
            <a:off x="4388186" y="2990916"/>
            <a:ext cx="3825456" cy="1036887"/>
          </a:xfrm>
          <a:prstGeom prst="rect">
            <a:avLst/>
          </a:prstGeom>
          <a:noFill/>
        </p:spPr>
        <p:txBody>
          <a:bodyPr wrap="square" rtlCol="0">
            <a:spAutoFit/>
          </a:bodyPr>
          <a:lstStyle/>
          <a:p>
            <a:pPr marL="285750" marR="0" lvl="0" indent="-219075" algn="l" defTabSz="914400" rtl="0" eaLnBrk="1" fontAlgn="auto" latinLnBrk="0" hangingPunct="1">
              <a:lnSpc>
                <a:spcPct val="85000"/>
              </a:lnSpc>
              <a:spcBef>
                <a:spcPts val="0"/>
              </a:spcBef>
              <a:spcAft>
                <a:spcPts val="0"/>
              </a:spcAft>
              <a:buClr>
                <a:srgbClr val="0200A3"/>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determines UDP segment header fields values</a:t>
            </a:r>
          </a:p>
        </p:txBody>
      </p:sp>
      <p:sp>
        <p:nvSpPr>
          <p:cNvPr id="95" name="TextBox 94">
            <a:extLst>
              <a:ext uri="{FF2B5EF4-FFF2-40B4-BE49-F238E27FC236}">
                <a16:creationId xmlns="" xmlns:a16="http://schemas.microsoft.com/office/drawing/2014/main" id="{BFD6C411-175C-8D4E-9A66-3E03AAA9F0F9}"/>
              </a:ext>
            </a:extLst>
          </p:cNvPr>
          <p:cNvSpPr txBox="1"/>
          <p:nvPr/>
        </p:nvSpPr>
        <p:spPr>
          <a:xfrm>
            <a:off x="4376692" y="3592863"/>
            <a:ext cx="3825456" cy="461665"/>
          </a:xfrm>
          <a:prstGeom prst="rect">
            <a:avLst/>
          </a:prstGeom>
          <a:noFill/>
        </p:spPr>
        <p:txBody>
          <a:bodyPr wrap="square" rtlCol="0">
            <a:spAutoFit/>
          </a:bodyPr>
          <a:lstStyle/>
          <a:p>
            <a:pPr marL="285750" marR="0" lvl="0" indent="-219075" algn="l" defTabSz="914400" rtl="0" eaLnBrk="1" fontAlgn="auto" latinLnBrk="0" hangingPunct="1">
              <a:lnSpc>
                <a:spcPct val="100000"/>
              </a:lnSpc>
              <a:spcBef>
                <a:spcPts val="0"/>
              </a:spcBef>
              <a:spcAft>
                <a:spcPts val="0"/>
              </a:spcAft>
              <a:buClr>
                <a:srgbClr val="0200A3"/>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creates UDP segment</a:t>
            </a:r>
          </a:p>
        </p:txBody>
      </p:sp>
      <p:sp>
        <p:nvSpPr>
          <p:cNvPr id="97" name="TextBox 96">
            <a:extLst>
              <a:ext uri="{FF2B5EF4-FFF2-40B4-BE49-F238E27FC236}">
                <a16:creationId xmlns="" xmlns:a16="http://schemas.microsoft.com/office/drawing/2014/main" id="{A88394C2-8FDA-8F48-B59B-B744ABBDA541}"/>
              </a:ext>
            </a:extLst>
          </p:cNvPr>
          <p:cNvSpPr txBox="1"/>
          <p:nvPr/>
        </p:nvSpPr>
        <p:spPr>
          <a:xfrm>
            <a:off x="4381369" y="4025163"/>
            <a:ext cx="3825456" cy="461665"/>
          </a:xfrm>
          <a:prstGeom prst="rect">
            <a:avLst/>
          </a:prstGeom>
          <a:noFill/>
        </p:spPr>
        <p:txBody>
          <a:bodyPr wrap="square" rtlCol="0">
            <a:spAutoFit/>
          </a:bodyPr>
          <a:lstStyle/>
          <a:p>
            <a:pPr marL="285750" marR="0" lvl="0" indent="-219075" algn="l" defTabSz="914400" rtl="0" eaLnBrk="1" fontAlgn="auto" latinLnBrk="0" hangingPunct="1">
              <a:lnSpc>
                <a:spcPct val="100000"/>
              </a:lnSpc>
              <a:spcBef>
                <a:spcPts val="0"/>
              </a:spcBef>
              <a:spcAft>
                <a:spcPts val="0"/>
              </a:spcAft>
              <a:buClr>
                <a:srgbClr val="0200A3"/>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passes segment to IP</a:t>
            </a:r>
          </a:p>
        </p:txBody>
      </p:sp>
      <p:sp>
        <p:nvSpPr>
          <p:cNvPr id="98" name="Rectangle 97">
            <a:extLst>
              <a:ext uri="{FF2B5EF4-FFF2-40B4-BE49-F238E27FC236}">
                <a16:creationId xmlns="" xmlns:a16="http://schemas.microsoft.com/office/drawing/2014/main" id="{EB709716-FAB0-AB45-BCAE-75F8CF2AEC09}"/>
              </a:ext>
            </a:extLst>
          </p:cNvPr>
          <p:cNvSpPr/>
          <p:nvPr/>
        </p:nvSpPr>
        <p:spPr>
          <a:xfrm>
            <a:off x="169333" y="1343378"/>
            <a:ext cx="3723445" cy="4402666"/>
          </a:xfrm>
          <a:prstGeom prst="rect">
            <a:avLst/>
          </a:prstGeom>
          <a:solidFill>
            <a:schemeClr val="bg1">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nvGrpSpPr>
          <p:cNvPr id="106" name="Group 105">
            <a:extLst>
              <a:ext uri="{FF2B5EF4-FFF2-40B4-BE49-F238E27FC236}">
                <a16:creationId xmlns="" xmlns:a16="http://schemas.microsoft.com/office/drawing/2014/main" id="{73FB16D4-A4BA-C046-940D-43D50465EB6F}"/>
              </a:ext>
            </a:extLst>
          </p:cNvPr>
          <p:cNvGrpSpPr/>
          <p:nvPr/>
        </p:nvGrpSpPr>
        <p:grpSpPr>
          <a:xfrm>
            <a:off x="8473556" y="2992506"/>
            <a:ext cx="1259074" cy="338554"/>
            <a:chOff x="8964789" y="2639236"/>
            <a:chExt cx="1259074" cy="338554"/>
          </a:xfrm>
        </p:grpSpPr>
        <p:sp>
          <p:nvSpPr>
            <p:cNvPr id="125" name="Rectangle 124">
              <a:extLst>
                <a:ext uri="{FF2B5EF4-FFF2-40B4-BE49-F238E27FC236}">
                  <a16:creationId xmlns="" xmlns:a16="http://schemas.microsoft.com/office/drawing/2014/main" id="{CA58A03E-5455-0E40-8FB9-71E1E5E2CADE}"/>
                </a:ext>
              </a:extLst>
            </p:cNvPr>
            <p:cNvSpPr/>
            <p:nvPr/>
          </p:nvSpPr>
          <p:spPr>
            <a:xfrm>
              <a:off x="9032744" y="2707400"/>
              <a:ext cx="543189"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26" name="TextBox 125">
              <a:extLst>
                <a:ext uri="{FF2B5EF4-FFF2-40B4-BE49-F238E27FC236}">
                  <a16:creationId xmlns="" xmlns:a16="http://schemas.microsoft.com/office/drawing/2014/main" id="{97A208B0-D27E-5D40-B156-11CB7075B098}"/>
                </a:ext>
              </a:extLst>
            </p:cNvPr>
            <p:cNvSpPr txBox="1"/>
            <p:nvPr/>
          </p:nvSpPr>
          <p:spPr>
            <a:xfrm>
              <a:off x="8964789" y="2639236"/>
              <a:ext cx="1259074"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err="1">
                  <a:ln>
                    <a:noFill/>
                  </a:ln>
                  <a:solidFill>
                    <a:prstClr val="black"/>
                  </a:solidFill>
                  <a:effectLst/>
                  <a:uLnTx/>
                  <a:uFillTx/>
                  <a:latin typeface="Calibri"/>
                  <a:ea typeface="+mn-ea"/>
                  <a:cs typeface="+mn-cs"/>
                </a:rPr>
                <a:t>UDP</a:t>
              </a:r>
              <a:r>
                <a:rPr kumimoji="0" lang="en-US" sz="1600" b="0" i="0" u="none" strike="noStrike" kern="1200" cap="none" spc="0" normalizeH="0" baseline="-25000" noProof="0" dirty="0" err="1">
                  <a:ln>
                    <a:noFill/>
                  </a:ln>
                  <a:solidFill>
                    <a:prstClr val="black"/>
                  </a:solidFill>
                  <a:effectLst/>
                  <a:uLnTx/>
                  <a:uFillTx/>
                  <a:latin typeface="Calibri"/>
                  <a:ea typeface="+mn-ea"/>
                  <a:cs typeface="+mn-cs"/>
                </a:rPr>
                <a:t>h</a:t>
              </a:r>
              <a:endParaRPr kumimoji="0" lang="en-US" sz="1600" b="0" i="0" u="none" strike="noStrike" kern="1200" cap="none" spc="0" normalizeH="0" baseline="-25000" noProof="0" dirty="0">
                <a:ln>
                  <a:noFill/>
                </a:ln>
                <a:solidFill>
                  <a:prstClr val="black"/>
                </a:solidFill>
                <a:effectLst/>
                <a:uLnTx/>
                <a:uFillTx/>
                <a:latin typeface="Calibri"/>
                <a:ea typeface="+mn-ea"/>
                <a:cs typeface="+mn-cs"/>
              </a:endParaRPr>
            </a:p>
          </p:txBody>
        </p:sp>
      </p:grpSp>
      <p:grpSp>
        <p:nvGrpSpPr>
          <p:cNvPr id="5" name="Group 4">
            <a:extLst>
              <a:ext uri="{FF2B5EF4-FFF2-40B4-BE49-F238E27FC236}">
                <a16:creationId xmlns="" xmlns:a16="http://schemas.microsoft.com/office/drawing/2014/main" id="{E73E5E98-A439-0647-8DF1-844937CD72A0}"/>
              </a:ext>
            </a:extLst>
          </p:cNvPr>
          <p:cNvGrpSpPr/>
          <p:nvPr/>
        </p:nvGrpSpPr>
        <p:grpSpPr>
          <a:xfrm>
            <a:off x="8545052" y="3003638"/>
            <a:ext cx="1818022" cy="369332"/>
            <a:chOff x="7863122" y="5632673"/>
            <a:chExt cx="1818022" cy="369332"/>
          </a:xfrm>
        </p:grpSpPr>
        <p:grpSp>
          <p:nvGrpSpPr>
            <p:cNvPr id="99" name="Group 98">
              <a:extLst>
                <a:ext uri="{FF2B5EF4-FFF2-40B4-BE49-F238E27FC236}">
                  <a16:creationId xmlns="" xmlns:a16="http://schemas.microsoft.com/office/drawing/2014/main" id="{39CCB6B2-1F81-ED45-AF48-A3187F0215CC}"/>
                </a:ext>
              </a:extLst>
            </p:cNvPr>
            <p:cNvGrpSpPr/>
            <p:nvPr/>
          </p:nvGrpSpPr>
          <p:grpSpPr>
            <a:xfrm>
              <a:off x="7863122" y="5638955"/>
              <a:ext cx="1259074" cy="338554"/>
              <a:chOff x="8964789" y="2648929"/>
              <a:chExt cx="1259074" cy="338554"/>
            </a:xfrm>
          </p:grpSpPr>
          <p:sp>
            <p:nvSpPr>
              <p:cNvPr id="100" name="Rectangle 99">
                <a:extLst>
                  <a:ext uri="{FF2B5EF4-FFF2-40B4-BE49-F238E27FC236}">
                    <a16:creationId xmlns="" xmlns:a16="http://schemas.microsoft.com/office/drawing/2014/main" id="{B77AF83C-DA1E-A642-9E78-5EEE36A0AD7E}"/>
                  </a:ext>
                </a:extLst>
              </p:cNvPr>
              <p:cNvSpPr/>
              <p:nvPr/>
            </p:nvSpPr>
            <p:spPr>
              <a:xfrm>
                <a:off x="9032744" y="2707400"/>
                <a:ext cx="543189"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1" name="TextBox 100">
                <a:extLst>
                  <a:ext uri="{FF2B5EF4-FFF2-40B4-BE49-F238E27FC236}">
                    <a16:creationId xmlns="" xmlns:a16="http://schemas.microsoft.com/office/drawing/2014/main" id="{AB8C9E1E-8C93-DA4B-813F-B38E4305D2BE}"/>
                  </a:ext>
                </a:extLst>
              </p:cNvPr>
              <p:cNvSpPr txBox="1"/>
              <p:nvPr/>
            </p:nvSpPr>
            <p:spPr>
              <a:xfrm>
                <a:off x="8964789" y="2648929"/>
                <a:ext cx="1259074"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err="1">
                    <a:ln>
                      <a:noFill/>
                    </a:ln>
                    <a:solidFill>
                      <a:prstClr val="black"/>
                    </a:solidFill>
                    <a:effectLst/>
                    <a:uLnTx/>
                    <a:uFillTx/>
                    <a:latin typeface="Calibri"/>
                    <a:ea typeface="+mn-ea"/>
                    <a:cs typeface="+mn-cs"/>
                  </a:rPr>
                  <a:t>UDP</a:t>
                </a:r>
                <a:r>
                  <a:rPr kumimoji="0" lang="en-US" sz="1600" b="0" i="0" u="none" strike="noStrike" kern="1200" cap="none" spc="0" normalizeH="0" baseline="-25000" noProof="0" dirty="0" err="1">
                    <a:ln>
                      <a:noFill/>
                    </a:ln>
                    <a:solidFill>
                      <a:prstClr val="black"/>
                    </a:solidFill>
                    <a:effectLst/>
                    <a:uLnTx/>
                    <a:uFillTx/>
                    <a:latin typeface="Calibri"/>
                    <a:ea typeface="+mn-ea"/>
                    <a:cs typeface="+mn-cs"/>
                  </a:rPr>
                  <a:t>h</a:t>
                </a:r>
                <a:endParaRPr kumimoji="0" lang="en-US" sz="1600" b="0" i="0" u="none" strike="noStrike" kern="1200" cap="none" spc="0" normalizeH="0" baseline="-25000" noProof="0" dirty="0">
                  <a:ln>
                    <a:noFill/>
                  </a:ln>
                  <a:solidFill>
                    <a:prstClr val="black"/>
                  </a:solidFill>
                  <a:effectLst/>
                  <a:uLnTx/>
                  <a:uFillTx/>
                  <a:latin typeface="Calibri"/>
                  <a:ea typeface="+mn-ea"/>
                  <a:cs typeface="+mn-cs"/>
                </a:endParaRPr>
              </a:p>
            </p:txBody>
          </p:sp>
        </p:grpSp>
        <p:grpSp>
          <p:nvGrpSpPr>
            <p:cNvPr id="103" name="Group 102">
              <a:extLst>
                <a:ext uri="{FF2B5EF4-FFF2-40B4-BE49-F238E27FC236}">
                  <a16:creationId xmlns="" xmlns:a16="http://schemas.microsoft.com/office/drawing/2014/main" id="{8B56BF3A-3903-6343-9BD8-2E85489C092E}"/>
                </a:ext>
              </a:extLst>
            </p:cNvPr>
            <p:cNvGrpSpPr/>
            <p:nvPr/>
          </p:nvGrpSpPr>
          <p:grpSpPr>
            <a:xfrm>
              <a:off x="8422070" y="5632673"/>
              <a:ext cx="1259074" cy="369332"/>
              <a:chOff x="8934916" y="2778923"/>
              <a:chExt cx="1259074" cy="369332"/>
            </a:xfrm>
          </p:grpSpPr>
          <p:sp>
            <p:nvSpPr>
              <p:cNvPr id="104" name="Rectangle 103">
                <a:extLst>
                  <a:ext uri="{FF2B5EF4-FFF2-40B4-BE49-F238E27FC236}">
                    <a16:creationId xmlns="" xmlns:a16="http://schemas.microsoft.com/office/drawing/2014/main" id="{C0632306-DF2A-5145-82E2-F627C1E9171F}"/>
                  </a:ext>
                </a:extLst>
              </p:cNvPr>
              <p:cNvSpPr/>
              <p:nvPr/>
            </p:nvSpPr>
            <p:spPr>
              <a:xfrm>
                <a:off x="8964931" y="2842303"/>
                <a:ext cx="1140727"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5" name="TextBox 104">
                <a:extLst>
                  <a:ext uri="{FF2B5EF4-FFF2-40B4-BE49-F238E27FC236}">
                    <a16:creationId xmlns="" xmlns:a16="http://schemas.microsoft.com/office/drawing/2014/main" id="{E104975E-6986-5E45-89F2-36AAE86B3B12}"/>
                  </a:ext>
                </a:extLst>
              </p:cNvPr>
              <p:cNvSpPr txBox="1"/>
              <p:nvPr/>
            </p:nvSpPr>
            <p:spPr>
              <a:xfrm>
                <a:off x="8934916" y="2778923"/>
                <a:ext cx="125907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SNMP msg</a:t>
                </a:r>
              </a:p>
            </p:txBody>
          </p:sp>
        </p:grpSp>
      </p:grpSp>
      <p:sp>
        <p:nvSpPr>
          <p:cNvPr id="129" name="Slide Number Placeholder 2">
            <a:extLst>
              <a:ext uri="{FF2B5EF4-FFF2-40B4-BE49-F238E27FC236}">
                <a16:creationId xmlns="" xmlns:a16="http://schemas.microsoft.com/office/drawing/2014/main" id="{D1B0B0FD-EB4E-1D48-A59A-E323764428E9}"/>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20</a:t>
            </a:fld>
            <a:endParaRPr lang="en-US" dirty="0"/>
          </a:p>
        </p:txBody>
      </p:sp>
      <p:sp>
        <p:nvSpPr>
          <p:cNvPr id="4" name="Rectangle 3"/>
          <p:cNvSpPr/>
          <p:nvPr/>
        </p:nvSpPr>
        <p:spPr>
          <a:xfrm>
            <a:off x="889894" y="6258423"/>
            <a:ext cx="4593693" cy="369332"/>
          </a:xfrm>
          <a:prstGeom prst="rect">
            <a:avLst/>
          </a:prstGeom>
        </p:spPr>
        <p:txBody>
          <a:bodyPr wrap="none">
            <a:spAutoFit/>
          </a:bodyPr>
          <a:lstStyle/>
          <a:p>
            <a:r>
              <a:rPr lang="en-US" dirty="0" smtClean="0"/>
              <a:t>SNMP (Simple </a:t>
            </a:r>
            <a:r>
              <a:rPr lang="en-US" dirty="0"/>
              <a:t>Network Management Protocol)</a:t>
            </a:r>
          </a:p>
        </p:txBody>
      </p:sp>
    </p:spTree>
    <p:extLst>
      <p:ext uri="{BB962C8B-B14F-4D97-AF65-F5344CB8AC3E}">
        <p14:creationId xmlns:p14="http://schemas.microsoft.com/office/powerpoint/2010/main" val="2216109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8"/>
                                        </p:tgtEl>
                                        <p:attrNameLst>
                                          <p:attrName>style.visibility</p:attrName>
                                        </p:attrNameLst>
                                      </p:cBhvr>
                                      <p:to>
                                        <p:strVal val="visible"/>
                                      </p:to>
                                    </p:set>
                                    <p:animEffect transition="in" filter="dissolve">
                                      <p:cBhvr>
                                        <p:cTn id="7" dur="500"/>
                                        <p:tgtEl>
                                          <p:spTgt spid="88"/>
                                        </p:tgtEl>
                                      </p:cBhvr>
                                    </p:animEffect>
                                  </p:childTnLst>
                                </p:cTn>
                              </p:par>
                              <p:par>
                                <p:cTn id="8" presetID="0" presetClass="path" presetSubtype="0" accel="50000" decel="50000" fill="hold" nodeType="withEffect">
                                  <p:stCondLst>
                                    <p:cond delay="0"/>
                                  </p:stCondLst>
                                  <p:childTnLst>
                                    <p:animMotion origin="layout" path="M -6.25E-7 -1.48148E-6 L 0.00065 0.10139 " pathEditMode="relative" rAng="0" ptsTypes="AA">
                                      <p:cBhvr>
                                        <p:cTn id="9" dur="2000" fill="hold"/>
                                        <p:tgtEl>
                                          <p:spTgt spid="88"/>
                                        </p:tgtEl>
                                        <p:attrNameLst>
                                          <p:attrName>ppt_x</p:attrName>
                                          <p:attrName>ppt_y</p:attrName>
                                        </p:attrNameLst>
                                      </p:cBhvr>
                                      <p:rCtr x="26" y="5069"/>
                                    </p:animMotion>
                                  </p:childTnLst>
                                </p:cTn>
                              </p:par>
                              <p:par>
                                <p:cTn id="10" presetID="9" presetClass="entr" presetSubtype="0" fill="hold" grpId="0" nodeType="withEffect">
                                  <p:stCondLst>
                                    <p:cond delay="0"/>
                                  </p:stCondLst>
                                  <p:childTnLst>
                                    <p:set>
                                      <p:cBhvr>
                                        <p:cTn id="11" dur="1" fill="hold">
                                          <p:stCondLst>
                                            <p:cond delay="0"/>
                                          </p:stCondLst>
                                        </p:cTn>
                                        <p:tgtEl>
                                          <p:spTgt spid="91"/>
                                        </p:tgtEl>
                                        <p:attrNameLst>
                                          <p:attrName>style.visibility</p:attrName>
                                        </p:attrNameLst>
                                      </p:cBhvr>
                                      <p:to>
                                        <p:strVal val="visible"/>
                                      </p:to>
                                    </p:set>
                                    <p:animEffect transition="in" filter="dissolve">
                                      <p:cBhvr>
                                        <p:cTn id="12" dur="500"/>
                                        <p:tgtEl>
                                          <p:spTgt spid="91"/>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06"/>
                                        </p:tgtEl>
                                        <p:attrNameLst>
                                          <p:attrName>style.visibility</p:attrName>
                                        </p:attrNameLst>
                                      </p:cBhvr>
                                      <p:to>
                                        <p:strVal val="visible"/>
                                      </p:to>
                                    </p:set>
                                    <p:animEffect transition="in" filter="dissolve">
                                      <p:cBhvr>
                                        <p:cTn id="17" dur="500"/>
                                        <p:tgtEl>
                                          <p:spTgt spid="106"/>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94"/>
                                        </p:tgtEl>
                                        <p:attrNameLst>
                                          <p:attrName>style.visibility</p:attrName>
                                        </p:attrNameLst>
                                      </p:cBhvr>
                                      <p:to>
                                        <p:strVal val="visible"/>
                                      </p:to>
                                    </p:set>
                                    <p:animEffect transition="in" filter="dissolve">
                                      <p:cBhvr>
                                        <p:cTn id="20" dur="500"/>
                                        <p:tgtEl>
                                          <p:spTgt spid="94"/>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xit" presetSubtype="0" fill="hold" nodeType="clickEffect">
                                  <p:stCondLst>
                                    <p:cond delay="0"/>
                                  </p:stCondLst>
                                  <p:childTnLst>
                                    <p:animEffect transition="out" filter="dissolve">
                                      <p:cBhvr>
                                        <p:cTn id="24" dur="500"/>
                                        <p:tgtEl>
                                          <p:spTgt spid="106"/>
                                        </p:tgtEl>
                                      </p:cBhvr>
                                    </p:animEffect>
                                    <p:set>
                                      <p:cBhvr>
                                        <p:cTn id="25" dur="1" fill="hold">
                                          <p:stCondLst>
                                            <p:cond delay="499"/>
                                          </p:stCondLst>
                                        </p:cTn>
                                        <p:tgtEl>
                                          <p:spTgt spid="106"/>
                                        </p:tgtEl>
                                        <p:attrNameLst>
                                          <p:attrName>style.visibility</p:attrName>
                                        </p:attrNameLst>
                                      </p:cBhvr>
                                      <p:to>
                                        <p:strVal val="hidden"/>
                                      </p:to>
                                    </p:set>
                                  </p:childTnLst>
                                </p:cTn>
                              </p:par>
                              <p:par>
                                <p:cTn id="26" presetID="9" presetClass="exit" presetSubtype="0" fill="hold" nodeType="withEffect">
                                  <p:stCondLst>
                                    <p:cond delay="0"/>
                                  </p:stCondLst>
                                  <p:childTnLst>
                                    <p:animEffect transition="out" filter="dissolve">
                                      <p:cBhvr>
                                        <p:cTn id="27" dur="500"/>
                                        <p:tgtEl>
                                          <p:spTgt spid="88"/>
                                        </p:tgtEl>
                                      </p:cBhvr>
                                    </p:animEffect>
                                    <p:set>
                                      <p:cBhvr>
                                        <p:cTn id="28" dur="1" fill="hold">
                                          <p:stCondLst>
                                            <p:cond delay="499"/>
                                          </p:stCondLst>
                                        </p:cTn>
                                        <p:tgtEl>
                                          <p:spTgt spid="88"/>
                                        </p:tgtEl>
                                        <p:attrNameLst>
                                          <p:attrName>style.visibility</p:attrName>
                                        </p:attrNameLst>
                                      </p:cBhvr>
                                      <p:to>
                                        <p:strVal val="hidden"/>
                                      </p:to>
                                    </p:set>
                                  </p:childTnLst>
                                </p:cTn>
                              </p:par>
                            </p:childTnLst>
                          </p:cTn>
                        </p:par>
                        <p:par>
                          <p:cTn id="29" fill="hold">
                            <p:stCondLst>
                              <p:cond delay="500"/>
                            </p:stCondLst>
                            <p:childTnLst>
                              <p:par>
                                <p:cTn id="30" presetID="9" presetClass="entr" presetSubtype="0" fill="hold" nodeType="after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dissolve">
                                      <p:cBhvr>
                                        <p:cTn id="32" dur="500"/>
                                        <p:tgtEl>
                                          <p:spTgt spid="5"/>
                                        </p:tgtEl>
                                      </p:cBhvr>
                                    </p:animEffect>
                                  </p:childTnLst>
                                </p:cTn>
                              </p:par>
                              <p:par>
                                <p:cTn id="33" presetID="9" presetClass="entr" presetSubtype="0" fill="hold" grpId="0" nodeType="withEffect">
                                  <p:stCondLst>
                                    <p:cond delay="0"/>
                                  </p:stCondLst>
                                  <p:childTnLst>
                                    <p:set>
                                      <p:cBhvr>
                                        <p:cTn id="34" dur="1" fill="hold">
                                          <p:stCondLst>
                                            <p:cond delay="0"/>
                                          </p:stCondLst>
                                        </p:cTn>
                                        <p:tgtEl>
                                          <p:spTgt spid="95"/>
                                        </p:tgtEl>
                                        <p:attrNameLst>
                                          <p:attrName>style.visibility</p:attrName>
                                        </p:attrNameLst>
                                      </p:cBhvr>
                                      <p:to>
                                        <p:strVal val="visible"/>
                                      </p:to>
                                    </p:set>
                                    <p:animEffect transition="in" filter="dissolve">
                                      <p:cBhvr>
                                        <p:cTn id="35" dur="500"/>
                                        <p:tgtEl>
                                          <p:spTgt spid="95"/>
                                        </p:tgtEl>
                                      </p:cBhvr>
                                    </p:animEffect>
                                  </p:childTnLst>
                                </p:cTn>
                              </p:par>
                            </p:childTnLst>
                          </p:cTn>
                        </p:par>
                      </p:childTnLst>
                    </p:cTn>
                  </p:par>
                  <p:par>
                    <p:cTn id="36" fill="hold">
                      <p:stCondLst>
                        <p:cond delay="indefinite"/>
                      </p:stCondLst>
                      <p:childTnLst>
                        <p:par>
                          <p:cTn id="37" fill="hold">
                            <p:stCondLst>
                              <p:cond delay="0"/>
                            </p:stCondLst>
                            <p:childTnLst>
                              <p:par>
                                <p:cTn id="38" presetID="0" presetClass="path" presetSubtype="0" accel="50000" decel="50000" fill="hold" nodeType="clickEffect">
                                  <p:stCondLst>
                                    <p:cond delay="0"/>
                                  </p:stCondLst>
                                  <p:childTnLst>
                                    <p:animMotion origin="layout" path="M -6.25E-7 -4.81481E-6 L 0.00052 0.09306 " pathEditMode="relative" rAng="0" ptsTypes="AA">
                                      <p:cBhvr>
                                        <p:cTn id="39" dur="2000" fill="hold"/>
                                        <p:tgtEl>
                                          <p:spTgt spid="5"/>
                                        </p:tgtEl>
                                        <p:attrNameLst>
                                          <p:attrName>ppt_x</p:attrName>
                                          <p:attrName>ppt_y</p:attrName>
                                        </p:attrNameLst>
                                      </p:cBhvr>
                                      <p:rCtr x="26" y="4653"/>
                                    </p:animMotion>
                                  </p:childTnLst>
                                </p:cTn>
                              </p:par>
                              <p:par>
                                <p:cTn id="40" presetID="9" presetClass="entr" presetSubtype="0" fill="hold" grpId="0" nodeType="withEffect">
                                  <p:stCondLst>
                                    <p:cond delay="0"/>
                                  </p:stCondLst>
                                  <p:childTnLst>
                                    <p:set>
                                      <p:cBhvr>
                                        <p:cTn id="41" dur="1" fill="hold">
                                          <p:stCondLst>
                                            <p:cond delay="0"/>
                                          </p:stCondLst>
                                        </p:cTn>
                                        <p:tgtEl>
                                          <p:spTgt spid="97"/>
                                        </p:tgtEl>
                                        <p:attrNameLst>
                                          <p:attrName>style.visibility</p:attrName>
                                        </p:attrNameLst>
                                      </p:cBhvr>
                                      <p:to>
                                        <p:strVal val="visible"/>
                                      </p:to>
                                    </p:set>
                                    <p:animEffect transition="in" filter="dissolve">
                                      <p:cBhvr>
                                        <p:cTn id="42" dur="500"/>
                                        <p:tgtEl>
                                          <p:spTgt spid="97"/>
                                        </p:tgtEl>
                                      </p:cBhvr>
                                    </p:animEffect>
                                  </p:childTnLst>
                                </p:cTn>
                              </p:par>
                            </p:childTnLst>
                          </p:cTn>
                        </p:par>
                      </p:childTnLst>
                    </p:cTn>
                  </p:par>
                  <p:par>
                    <p:cTn id="43" fill="hold">
                      <p:stCondLst>
                        <p:cond delay="indefinite"/>
                      </p:stCondLst>
                      <p:childTnLst>
                        <p:par>
                          <p:cTn id="44" fill="hold">
                            <p:stCondLst>
                              <p:cond delay="0"/>
                            </p:stCondLst>
                            <p:childTnLst>
                              <p:par>
                                <p:cTn id="45" presetID="0" presetClass="path" presetSubtype="0" accel="50000" decel="50000" fill="hold" nodeType="clickEffect">
                                  <p:stCondLst>
                                    <p:cond delay="0"/>
                                  </p:stCondLst>
                                  <p:childTnLst>
                                    <p:animMotion origin="layout" path="M -6.25E-7 0.09098 L -0.00221 0.25996 L -0.11419 0.32385 L -0.4332 0.31806 L -0.55885 0.275 L -0.55885 0.275 " pathEditMode="relative" ptsTypes="AAAAAA">
                                      <p:cBhvr>
                                        <p:cTn id="46" dur="2000" fill="hold"/>
                                        <p:tgtEl>
                                          <p:spTgt spid="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 grpId="0"/>
      <p:bldP spid="94" grpId="0"/>
      <p:bldP spid="95" grpId="0"/>
      <p:bldP spid="9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 name="Freeform 103">
            <a:extLst>
              <a:ext uri="{FF2B5EF4-FFF2-40B4-BE49-F238E27FC236}">
                <a16:creationId xmlns="" xmlns:a16="http://schemas.microsoft.com/office/drawing/2014/main" id="{DEF6D5D3-E4DA-4B46-BBC5-93311E115D92}"/>
              </a:ext>
            </a:extLst>
          </p:cNvPr>
          <p:cNvSpPr>
            <a:spLocks/>
          </p:cNvSpPr>
          <p:nvPr/>
        </p:nvSpPr>
        <p:spPr bwMode="auto">
          <a:xfrm>
            <a:off x="10295012" y="2167472"/>
            <a:ext cx="890436" cy="2912558"/>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3" name="Freeform 70">
            <a:extLst>
              <a:ext uri="{FF2B5EF4-FFF2-40B4-BE49-F238E27FC236}">
                <a16:creationId xmlns="" xmlns:a16="http://schemas.microsoft.com/office/drawing/2014/main" id="{4A88383C-61F9-1949-9D88-EC83EDA3F2B6}"/>
              </a:ext>
            </a:extLst>
          </p:cNvPr>
          <p:cNvSpPr>
            <a:spLocks/>
          </p:cNvSpPr>
          <p:nvPr/>
        </p:nvSpPr>
        <p:spPr bwMode="auto">
          <a:xfrm>
            <a:off x="854349" y="2256655"/>
            <a:ext cx="846644" cy="2922199"/>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22" name="Group 185">
            <a:extLst>
              <a:ext uri="{FF2B5EF4-FFF2-40B4-BE49-F238E27FC236}">
                <a16:creationId xmlns="" xmlns:a16="http://schemas.microsoft.com/office/drawing/2014/main" id="{7750F2FB-96FA-374A-AF56-26502EF04672}"/>
              </a:ext>
            </a:extLst>
          </p:cNvPr>
          <p:cNvGrpSpPr>
            <a:grpSpLocks/>
          </p:cNvGrpSpPr>
          <p:nvPr/>
        </p:nvGrpSpPr>
        <p:grpSpPr bwMode="auto">
          <a:xfrm>
            <a:off x="10955688" y="4246759"/>
            <a:ext cx="549832" cy="1070215"/>
            <a:chOff x="4140" y="429"/>
            <a:chExt cx="1425" cy="2396"/>
          </a:xfrm>
        </p:grpSpPr>
        <p:sp>
          <p:nvSpPr>
            <p:cNvPr id="223" name="Freeform 186">
              <a:extLst>
                <a:ext uri="{FF2B5EF4-FFF2-40B4-BE49-F238E27FC236}">
                  <a16:creationId xmlns="" xmlns:a16="http://schemas.microsoft.com/office/drawing/2014/main" id="{E441858B-A566-F746-B48C-912CA3020CC8}"/>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4" name="Rectangle 187">
              <a:extLst>
                <a:ext uri="{FF2B5EF4-FFF2-40B4-BE49-F238E27FC236}">
                  <a16:creationId xmlns="" xmlns:a16="http://schemas.microsoft.com/office/drawing/2014/main" id="{20003129-35A4-1E46-8065-8AF4C6403D5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25" name="Freeform 188">
              <a:extLst>
                <a:ext uri="{FF2B5EF4-FFF2-40B4-BE49-F238E27FC236}">
                  <a16:creationId xmlns="" xmlns:a16="http://schemas.microsoft.com/office/drawing/2014/main" id="{6F94D7AE-C4D1-AF4A-B970-086B7D245ACF}"/>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6" name="Freeform 189">
              <a:extLst>
                <a:ext uri="{FF2B5EF4-FFF2-40B4-BE49-F238E27FC236}">
                  <a16:creationId xmlns="" xmlns:a16="http://schemas.microsoft.com/office/drawing/2014/main" id="{EAFC03EF-54DF-8942-9852-25739DA158B4}"/>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7" name="Rectangle 190">
              <a:extLst>
                <a:ext uri="{FF2B5EF4-FFF2-40B4-BE49-F238E27FC236}">
                  <a16:creationId xmlns="" xmlns:a16="http://schemas.microsoft.com/office/drawing/2014/main" id="{2241F7B6-5281-A74E-8DCB-3BE3777E9369}"/>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28" name="Group 191">
              <a:extLst>
                <a:ext uri="{FF2B5EF4-FFF2-40B4-BE49-F238E27FC236}">
                  <a16:creationId xmlns="" xmlns:a16="http://schemas.microsoft.com/office/drawing/2014/main" id="{02DB0249-6EBB-FF4B-B17F-CC771B255D00}"/>
                </a:ext>
              </a:extLst>
            </p:cNvPr>
            <p:cNvGrpSpPr>
              <a:grpSpLocks/>
            </p:cNvGrpSpPr>
            <p:nvPr/>
          </p:nvGrpSpPr>
          <p:grpSpPr bwMode="auto">
            <a:xfrm>
              <a:off x="4749" y="668"/>
              <a:ext cx="581" cy="145"/>
              <a:chOff x="614" y="2568"/>
              <a:chExt cx="725" cy="139"/>
            </a:xfrm>
          </p:grpSpPr>
          <p:sp>
            <p:nvSpPr>
              <p:cNvPr id="253" name="AutoShape 192">
                <a:extLst>
                  <a:ext uri="{FF2B5EF4-FFF2-40B4-BE49-F238E27FC236}">
                    <a16:creationId xmlns="" xmlns:a16="http://schemas.microsoft.com/office/drawing/2014/main" id="{BE55370E-BC12-1B42-9E3C-C950033EEF89}"/>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4" name="AutoShape 193">
                <a:extLst>
                  <a:ext uri="{FF2B5EF4-FFF2-40B4-BE49-F238E27FC236}">
                    <a16:creationId xmlns="" xmlns:a16="http://schemas.microsoft.com/office/drawing/2014/main" id="{1BBB99EB-2FFB-5942-9855-24BEE1C68997}"/>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29" name="Rectangle 194">
              <a:extLst>
                <a:ext uri="{FF2B5EF4-FFF2-40B4-BE49-F238E27FC236}">
                  <a16:creationId xmlns="" xmlns:a16="http://schemas.microsoft.com/office/drawing/2014/main" id="{9C5699FC-2B4E-BD46-B9CC-CA578E2EA709}"/>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30" name="Group 195">
              <a:extLst>
                <a:ext uri="{FF2B5EF4-FFF2-40B4-BE49-F238E27FC236}">
                  <a16:creationId xmlns="" xmlns:a16="http://schemas.microsoft.com/office/drawing/2014/main" id="{676615F3-A30A-9740-8080-AFEE6BAAEF98}"/>
                </a:ext>
              </a:extLst>
            </p:cNvPr>
            <p:cNvGrpSpPr>
              <a:grpSpLocks/>
            </p:cNvGrpSpPr>
            <p:nvPr/>
          </p:nvGrpSpPr>
          <p:grpSpPr bwMode="auto">
            <a:xfrm>
              <a:off x="4747" y="994"/>
              <a:ext cx="581" cy="134"/>
              <a:chOff x="614" y="2568"/>
              <a:chExt cx="725" cy="139"/>
            </a:xfrm>
          </p:grpSpPr>
          <p:sp>
            <p:nvSpPr>
              <p:cNvPr id="251" name="AutoShape 196">
                <a:extLst>
                  <a:ext uri="{FF2B5EF4-FFF2-40B4-BE49-F238E27FC236}">
                    <a16:creationId xmlns="" xmlns:a16="http://schemas.microsoft.com/office/drawing/2014/main" id="{D31569A0-2CDC-3B4B-B7FA-067BF2CB0D93}"/>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2" name="AutoShape 197">
                <a:extLst>
                  <a:ext uri="{FF2B5EF4-FFF2-40B4-BE49-F238E27FC236}">
                    <a16:creationId xmlns="" xmlns:a16="http://schemas.microsoft.com/office/drawing/2014/main" id="{5D70C5E6-3DFB-1D45-8469-DE5EA96E13E8}"/>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1" name="Rectangle 198">
              <a:extLst>
                <a:ext uri="{FF2B5EF4-FFF2-40B4-BE49-F238E27FC236}">
                  <a16:creationId xmlns="" xmlns:a16="http://schemas.microsoft.com/office/drawing/2014/main" id="{AE060187-10EA-1F4E-AEDE-8C6C0E8358D2}"/>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2" name="Rectangle 199">
              <a:extLst>
                <a:ext uri="{FF2B5EF4-FFF2-40B4-BE49-F238E27FC236}">
                  <a16:creationId xmlns="" xmlns:a16="http://schemas.microsoft.com/office/drawing/2014/main" id="{32874526-51C0-C749-BDC8-3D9F62AFE767}"/>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33" name="Group 200">
              <a:extLst>
                <a:ext uri="{FF2B5EF4-FFF2-40B4-BE49-F238E27FC236}">
                  <a16:creationId xmlns="" xmlns:a16="http://schemas.microsoft.com/office/drawing/2014/main" id="{09E63F43-E74F-6045-A673-3756891EE94D}"/>
                </a:ext>
              </a:extLst>
            </p:cNvPr>
            <p:cNvGrpSpPr>
              <a:grpSpLocks/>
            </p:cNvGrpSpPr>
            <p:nvPr/>
          </p:nvGrpSpPr>
          <p:grpSpPr bwMode="auto">
            <a:xfrm>
              <a:off x="4735" y="1627"/>
              <a:ext cx="582" cy="151"/>
              <a:chOff x="614" y="2568"/>
              <a:chExt cx="725" cy="139"/>
            </a:xfrm>
          </p:grpSpPr>
          <p:sp>
            <p:nvSpPr>
              <p:cNvPr id="249" name="AutoShape 201">
                <a:extLst>
                  <a:ext uri="{FF2B5EF4-FFF2-40B4-BE49-F238E27FC236}">
                    <a16:creationId xmlns="" xmlns:a16="http://schemas.microsoft.com/office/drawing/2014/main" id="{0296B9BB-82CD-2A45-8E56-F4ACF6FCC028}"/>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0" name="AutoShape 202">
                <a:extLst>
                  <a:ext uri="{FF2B5EF4-FFF2-40B4-BE49-F238E27FC236}">
                    <a16:creationId xmlns="" xmlns:a16="http://schemas.microsoft.com/office/drawing/2014/main" id="{DD3C3254-A817-B449-AE0F-31BEFF504A04}"/>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4" name="Freeform 203">
              <a:extLst>
                <a:ext uri="{FF2B5EF4-FFF2-40B4-BE49-F238E27FC236}">
                  <a16:creationId xmlns="" xmlns:a16="http://schemas.microsoft.com/office/drawing/2014/main" id="{D05041BE-8046-EB49-A23A-C7FEB06D9108}"/>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35" name="Group 204">
              <a:extLst>
                <a:ext uri="{FF2B5EF4-FFF2-40B4-BE49-F238E27FC236}">
                  <a16:creationId xmlns="" xmlns:a16="http://schemas.microsoft.com/office/drawing/2014/main" id="{BD1D997D-F690-4C4E-9473-F0433427C91F}"/>
                </a:ext>
              </a:extLst>
            </p:cNvPr>
            <p:cNvGrpSpPr>
              <a:grpSpLocks/>
            </p:cNvGrpSpPr>
            <p:nvPr/>
          </p:nvGrpSpPr>
          <p:grpSpPr bwMode="auto">
            <a:xfrm>
              <a:off x="4739" y="1327"/>
              <a:ext cx="582" cy="139"/>
              <a:chOff x="614" y="2568"/>
              <a:chExt cx="725" cy="139"/>
            </a:xfrm>
          </p:grpSpPr>
          <p:sp>
            <p:nvSpPr>
              <p:cNvPr id="247" name="AutoShape 205">
                <a:extLst>
                  <a:ext uri="{FF2B5EF4-FFF2-40B4-BE49-F238E27FC236}">
                    <a16:creationId xmlns="" xmlns:a16="http://schemas.microsoft.com/office/drawing/2014/main" id="{631C3D3D-8F7D-6F44-AD56-665A5242B691}"/>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8" name="AutoShape 206">
                <a:extLst>
                  <a:ext uri="{FF2B5EF4-FFF2-40B4-BE49-F238E27FC236}">
                    <a16:creationId xmlns="" xmlns:a16="http://schemas.microsoft.com/office/drawing/2014/main" id="{E7F87D38-4528-0F45-9911-B79B599D25FC}"/>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6" name="Rectangle 207">
              <a:extLst>
                <a:ext uri="{FF2B5EF4-FFF2-40B4-BE49-F238E27FC236}">
                  <a16:creationId xmlns="" xmlns:a16="http://schemas.microsoft.com/office/drawing/2014/main" id="{60B24777-81BE-BC42-AC64-6F2229E5FBE5}"/>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7" name="Freeform 208">
              <a:extLst>
                <a:ext uri="{FF2B5EF4-FFF2-40B4-BE49-F238E27FC236}">
                  <a16:creationId xmlns="" xmlns:a16="http://schemas.microsoft.com/office/drawing/2014/main" id="{FD1049FD-ADAC-FC43-A186-6585ECAE4331}"/>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8" name="Freeform 209">
              <a:extLst>
                <a:ext uri="{FF2B5EF4-FFF2-40B4-BE49-F238E27FC236}">
                  <a16:creationId xmlns="" xmlns:a16="http://schemas.microsoft.com/office/drawing/2014/main" id="{A25585BA-2AFC-3047-B9D5-7CC45D5DBC49}"/>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9" name="Oval 210">
              <a:extLst>
                <a:ext uri="{FF2B5EF4-FFF2-40B4-BE49-F238E27FC236}">
                  <a16:creationId xmlns="" xmlns:a16="http://schemas.microsoft.com/office/drawing/2014/main" id="{78C608B6-FCB9-3F43-A504-D33DD77827D8}"/>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0" name="Freeform 211">
              <a:extLst>
                <a:ext uri="{FF2B5EF4-FFF2-40B4-BE49-F238E27FC236}">
                  <a16:creationId xmlns="" xmlns:a16="http://schemas.microsoft.com/office/drawing/2014/main" id="{F24BE4FA-86B6-5840-8B76-BF70EF006A8E}"/>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41" name="AutoShape 212">
              <a:extLst>
                <a:ext uri="{FF2B5EF4-FFF2-40B4-BE49-F238E27FC236}">
                  <a16:creationId xmlns="" xmlns:a16="http://schemas.microsoft.com/office/drawing/2014/main" id="{22C6B4EC-00C6-BA43-95E2-370E8204DDA3}"/>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2" name="AutoShape 213">
              <a:extLst>
                <a:ext uri="{FF2B5EF4-FFF2-40B4-BE49-F238E27FC236}">
                  <a16:creationId xmlns="" xmlns:a16="http://schemas.microsoft.com/office/drawing/2014/main" id="{7B9210ED-D802-C84E-8A67-93399801B5DA}"/>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3" name="Oval 214">
              <a:extLst>
                <a:ext uri="{FF2B5EF4-FFF2-40B4-BE49-F238E27FC236}">
                  <a16:creationId xmlns="" xmlns:a16="http://schemas.microsoft.com/office/drawing/2014/main" id="{552E77C8-7BFE-BF4D-8F0B-DF6513BE6459}"/>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4" name="Oval 215">
              <a:extLst>
                <a:ext uri="{FF2B5EF4-FFF2-40B4-BE49-F238E27FC236}">
                  <a16:creationId xmlns="" xmlns:a16="http://schemas.microsoft.com/office/drawing/2014/main" id="{86496A7E-E21F-444D-B883-E410329FF242}"/>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245" name="Oval 216">
              <a:extLst>
                <a:ext uri="{FF2B5EF4-FFF2-40B4-BE49-F238E27FC236}">
                  <a16:creationId xmlns="" xmlns:a16="http://schemas.microsoft.com/office/drawing/2014/main" id="{555E4B0D-EDB2-D04B-B9AD-93FA92DDAA2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6" name="Rectangle 217">
              <a:extLst>
                <a:ext uri="{FF2B5EF4-FFF2-40B4-BE49-F238E27FC236}">
                  <a16:creationId xmlns="" xmlns:a16="http://schemas.microsoft.com/office/drawing/2014/main" id="{DE659B39-E72A-634A-A2AC-C4BA4DC9C619}"/>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8" name="TextBox 7">
            <a:extLst>
              <a:ext uri="{FF2B5EF4-FFF2-40B4-BE49-F238E27FC236}">
                <a16:creationId xmlns="" xmlns:a16="http://schemas.microsoft.com/office/drawing/2014/main" id="{95E1F04B-A3B3-534D-A252-A4AC29C657DE}"/>
              </a:ext>
            </a:extLst>
          </p:cNvPr>
          <p:cNvSpPr txBox="1"/>
          <p:nvPr/>
        </p:nvSpPr>
        <p:spPr>
          <a:xfrm>
            <a:off x="8481037" y="1538123"/>
            <a:ext cx="2066400"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SNMP server</a:t>
            </a:r>
          </a:p>
        </p:txBody>
      </p:sp>
      <p:sp>
        <p:nvSpPr>
          <p:cNvPr id="263" name="TextBox 262">
            <a:extLst>
              <a:ext uri="{FF2B5EF4-FFF2-40B4-BE49-F238E27FC236}">
                <a16:creationId xmlns="" xmlns:a16="http://schemas.microsoft.com/office/drawing/2014/main" id="{DC4B02DA-C340-9945-87C2-952E1901FB43}"/>
              </a:ext>
            </a:extLst>
          </p:cNvPr>
          <p:cNvSpPr txBox="1"/>
          <p:nvPr/>
        </p:nvSpPr>
        <p:spPr>
          <a:xfrm>
            <a:off x="1935319" y="1662731"/>
            <a:ext cx="1957459"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SNMP client</a:t>
            </a:r>
          </a:p>
        </p:txBody>
      </p:sp>
      <p:grpSp>
        <p:nvGrpSpPr>
          <p:cNvPr id="3" name="Group 2">
            <a:extLst>
              <a:ext uri="{FF2B5EF4-FFF2-40B4-BE49-F238E27FC236}">
                <a16:creationId xmlns="" xmlns:a16="http://schemas.microsoft.com/office/drawing/2014/main" id="{64AFD9EC-1CA1-D34D-965E-2E8D95748C38}"/>
              </a:ext>
            </a:extLst>
          </p:cNvPr>
          <p:cNvGrpSpPr/>
          <p:nvPr/>
        </p:nvGrpSpPr>
        <p:grpSpPr>
          <a:xfrm>
            <a:off x="8510352" y="2078288"/>
            <a:ext cx="1946338" cy="2912558"/>
            <a:chOff x="8091785" y="2078288"/>
            <a:chExt cx="2364905" cy="2912558"/>
          </a:xfrm>
        </p:grpSpPr>
        <p:sp>
          <p:nvSpPr>
            <p:cNvPr id="145" name="Rectangle 23">
              <a:extLst>
                <a:ext uri="{FF2B5EF4-FFF2-40B4-BE49-F238E27FC236}">
                  <a16:creationId xmlns="" xmlns:a16="http://schemas.microsoft.com/office/drawing/2014/main" id="{F1314FFD-BA11-A042-BA84-1061E3729058}"/>
                </a:ext>
              </a:extLst>
            </p:cNvPr>
            <p:cNvSpPr>
              <a:spLocks noChangeArrowheads="1"/>
            </p:cNvSpPr>
            <p:nvPr/>
          </p:nvSpPr>
          <p:spPr bwMode="auto">
            <a:xfrm>
              <a:off x="8179440" y="2078288"/>
              <a:ext cx="2277250" cy="2799267"/>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6" name="Rectangle 24">
              <a:extLst>
                <a:ext uri="{FF2B5EF4-FFF2-40B4-BE49-F238E27FC236}">
                  <a16:creationId xmlns="" xmlns:a16="http://schemas.microsoft.com/office/drawing/2014/main" id="{89D8A59C-E128-B74A-B94F-06FAC9DB7326}"/>
                </a:ext>
              </a:extLst>
            </p:cNvPr>
            <p:cNvSpPr>
              <a:spLocks noChangeArrowheads="1"/>
            </p:cNvSpPr>
            <p:nvPr/>
          </p:nvSpPr>
          <p:spPr bwMode="auto">
            <a:xfrm>
              <a:off x="8091785" y="2167472"/>
              <a:ext cx="2254867" cy="2823374"/>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7" name="Line 25">
              <a:extLst>
                <a:ext uri="{FF2B5EF4-FFF2-40B4-BE49-F238E27FC236}">
                  <a16:creationId xmlns="" xmlns:a16="http://schemas.microsoft.com/office/drawing/2014/main" id="{B922FB1F-8B1A-1843-A740-29E910EB3E97}"/>
                </a:ext>
              </a:extLst>
            </p:cNvPr>
            <p:cNvSpPr>
              <a:spLocks noChangeShapeType="1"/>
            </p:cNvSpPr>
            <p:nvPr/>
          </p:nvSpPr>
          <p:spPr bwMode="auto">
            <a:xfrm>
              <a:off x="8108956" y="2749010"/>
              <a:ext cx="2238254" cy="482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8" name="Text Box 26">
              <a:extLst>
                <a:ext uri="{FF2B5EF4-FFF2-40B4-BE49-F238E27FC236}">
                  <a16:creationId xmlns="" xmlns:a16="http://schemas.microsoft.com/office/drawing/2014/main" id="{BE3B5056-5F96-5946-AEC3-17140DB163F4}"/>
                </a:ext>
              </a:extLst>
            </p:cNvPr>
            <p:cNvSpPr txBox="1">
              <a:spLocks noChangeArrowheads="1"/>
            </p:cNvSpPr>
            <p:nvPr/>
          </p:nvSpPr>
          <p:spPr bwMode="auto">
            <a:xfrm>
              <a:off x="8376445" y="2832513"/>
              <a:ext cx="1703276" cy="737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(UDP)</a:t>
              </a:r>
            </a:p>
          </p:txBody>
        </p:sp>
        <p:sp>
          <p:nvSpPr>
            <p:cNvPr id="149" name="Line 27">
              <a:extLst>
                <a:ext uri="{FF2B5EF4-FFF2-40B4-BE49-F238E27FC236}">
                  <a16:creationId xmlns="" xmlns:a16="http://schemas.microsoft.com/office/drawing/2014/main" id="{FF1A214D-FBCE-7342-8332-F3FA9C577B4A}"/>
                </a:ext>
              </a:extLst>
            </p:cNvPr>
            <p:cNvSpPr>
              <a:spLocks noChangeShapeType="1"/>
            </p:cNvSpPr>
            <p:nvPr/>
          </p:nvSpPr>
          <p:spPr bwMode="auto">
            <a:xfrm>
              <a:off x="8108201" y="3602458"/>
              <a:ext cx="223338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1" name="Text Box 26">
              <a:extLst>
                <a:ext uri="{FF2B5EF4-FFF2-40B4-BE49-F238E27FC236}">
                  <a16:creationId xmlns="" xmlns:a16="http://schemas.microsoft.com/office/drawing/2014/main" id="{50D62C6A-4C80-854F-A4B8-723E99A5A7F0}"/>
                </a:ext>
              </a:extLst>
            </p:cNvPr>
            <p:cNvSpPr txBox="1">
              <a:spLocks noChangeArrowheads="1"/>
            </p:cNvSpPr>
            <p:nvPr/>
          </p:nvSpPr>
          <p:spPr bwMode="auto">
            <a:xfrm>
              <a:off x="8218436" y="4533100"/>
              <a:ext cx="2019294" cy="440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52" name="Text Box 26">
              <a:extLst>
                <a:ext uri="{FF2B5EF4-FFF2-40B4-BE49-F238E27FC236}">
                  <a16:creationId xmlns="" xmlns:a16="http://schemas.microsoft.com/office/drawing/2014/main" id="{A79D3A45-C33B-7046-9088-A02FAACCA14B}"/>
                </a:ext>
              </a:extLst>
            </p:cNvPr>
            <p:cNvSpPr txBox="1">
              <a:spLocks noChangeArrowheads="1"/>
            </p:cNvSpPr>
            <p:nvPr/>
          </p:nvSpPr>
          <p:spPr bwMode="auto">
            <a:xfrm>
              <a:off x="8218436" y="4088345"/>
              <a:ext cx="2019294" cy="440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53" name="Text Box 26">
              <a:extLst>
                <a:ext uri="{FF2B5EF4-FFF2-40B4-BE49-F238E27FC236}">
                  <a16:creationId xmlns="" xmlns:a16="http://schemas.microsoft.com/office/drawing/2014/main" id="{F3520259-D4C5-3340-8000-3B8C746A7797}"/>
                </a:ext>
              </a:extLst>
            </p:cNvPr>
            <p:cNvSpPr txBox="1">
              <a:spLocks noChangeArrowheads="1"/>
            </p:cNvSpPr>
            <p:nvPr/>
          </p:nvSpPr>
          <p:spPr bwMode="auto">
            <a:xfrm>
              <a:off x="8218436" y="3646079"/>
              <a:ext cx="2019294" cy="398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 (IP)</a:t>
              </a:r>
            </a:p>
          </p:txBody>
        </p:sp>
        <p:sp>
          <p:nvSpPr>
            <p:cNvPr id="155" name="Line 27">
              <a:extLst>
                <a:ext uri="{FF2B5EF4-FFF2-40B4-BE49-F238E27FC236}">
                  <a16:creationId xmlns="" xmlns:a16="http://schemas.microsoft.com/office/drawing/2014/main" id="{E1326351-38D1-A440-A7B8-5079367D54AC}"/>
                </a:ext>
              </a:extLst>
            </p:cNvPr>
            <p:cNvSpPr>
              <a:spLocks noChangeShapeType="1"/>
            </p:cNvSpPr>
            <p:nvPr/>
          </p:nvSpPr>
          <p:spPr bwMode="auto">
            <a:xfrm>
              <a:off x="8116255" y="4074895"/>
              <a:ext cx="223338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6" name="Line 27">
              <a:extLst>
                <a:ext uri="{FF2B5EF4-FFF2-40B4-BE49-F238E27FC236}">
                  <a16:creationId xmlns="" xmlns:a16="http://schemas.microsoft.com/office/drawing/2014/main" id="{891B0B5D-A14D-1A40-B291-CC1A04A094FC}"/>
                </a:ext>
              </a:extLst>
            </p:cNvPr>
            <p:cNvSpPr>
              <a:spLocks noChangeShapeType="1"/>
            </p:cNvSpPr>
            <p:nvPr/>
          </p:nvSpPr>
          <p:spPr bwMode="auto">
            <a:xfrm>
              <a:off x="8111389" y="4528049"/>
              <a:ext cx="223338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4" name="Text Box 26">
              <a:extLst>
                <a:ext uri="{FF2B5EF4-FFF2-40B4-BE49-F238E27FC236}">
                  <a16:creationId xmlns="" xmlns:a16="http://schemas.microsoft.com/office/drawing/2014/main" id="{D8A757BB-1762-8B47-A046-060F718CBC6B}"/>
                </a:ext>
              </a:extLst>
            </p:cNvPr>
            <p:cNvSpPr txBox="1">
              <a:spLocks noChangeArrowheads="1"/>
            </p:cNvSpPr>
            <p:nvPr/>
          </p:nvSpPr>
          <p:spPr bwMode="auto">
            <a:xfrm>
              <a:off x="8179440" y="2284368"/>
              <a:ext cx="2019294" cy="398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grpSp>
      <p:grpSp>
        <p:nvGrpSpPr>
          <p:cNvPr id="76" name="Group 75">
            <a:extLst>
              <a:ext uri="{FF2B5EF4-FFF2-40B4-BE49-F238E27FC236}">
                <a16:creationId xmlns="" xmlns:a16="http://schemas.microsoft.com/office/drawing/2014/main" id="{EA5C4C69-3F64-BA46-87DE-D8D9E085DAC9}"/>
              </a:ext>
            </a:extLst>
          </p:cNvPr>
          <p:cNvGrpSpPr/>
          <p:nvPr/>
        </p:nvGrpSpPr>
        <p:grpSpPr>
          <a:xfrm>
            <a:off x="1687770" y="2167472"/>
            <a:ext cx="2131701" cy="2912558"/>
            <a:chOff x="8091785" y="2078288"/>
            <a:chExt cx="2364905" cy="2912558"/>
          </a:xfrm>
        </p:grpSpPr>
        <p:sp>
          <p:nvSpPr>
            <p:cNvPr id="77" name="Rectangle 23">
              <a:extLst>
                <a:ext uri="{FF2B5EF4-FFF2-40B4-BE49-F238E27FC236}">
                  <a16:creationId xmlns="" xmlns:a16="http://schemas.microsoft.com/office/drawing/2014/main" id="{12A4D2D3-BB7A-1141-97E1-1746F6AB4244}"/>
                </a:ext>
              </a:extLst>
            </p:cNvPr>
            <p:cNvSpPr>
              <a:spLocks noChangeArrowheads="1"/>
            </p:cNvSpPr>
            <p:nvPr/>
          </p:nvSpPr>
          <p:spPr bwMode="auto">
            <a:xfrm>
              <a:off x="8179440" y="2078288"/>
              <a:ext cx="2277250" cy="2799267"/>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8" name="Rectangle 24">
              <a:extLst>
                <a:ext uri="{FF2B5EF4-FFF2-40B4-BE49-F238E27FC236}">
                  <a16:creationId xmlns="" xmlns:a16="http://schemas.microsoft.com/office/drawing/2014/main" id="{CC2D939F-B2EB-B142-B2EB-F35198972B0C}"/>
                </a:ext>
              </a:extLst>
            </p:cNvPr>
            <p:cNvSpPr>
              <a:spLocks noChangeArrowheads="1"/>
            </p:cNvSpPr>
            <p:nvPr/>
          </p:nvSpPr>
          <p:spPr bwMode="auto">
            <a:xfrm>
              <a:off x="8091785" y="2167472"/>
              <a:ext cx="2254867" cy="2823374"/>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9" name="Line 25">
              <a:extLst>
                <a:ext uri="{FF2B5EF4-FFF2-40B4-BE49-F238E27FC236}">
                  <a16:creationId xmlns="" xmlns:a16="http://schemas.microsoft.com/office/drawing/2014/main" id="{29206320-7227-5C45-BF48-477A94FE149F}"/>
                </a:ext>
              </a:extLst>
            </p:cNvPr>
            <p:cNvSpPr>
              <a:spLocks noChangeShapeType="1"/>
            </p:cNvSpPr>
            <p:nvPr/>
          </p:nvSpPr>
          <p:spPr bwMode="auto">
            <a:xfrm>
              <a:off x="8108956" y="2749010"/>
              <a:ext cx="2238254" cy="482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0" name="Text Box 26">
              <a:extLst>
                <a:ext uri="{FF2B5EF4-FFF2-40B4-BE49-F238E27FC236}">
                  <a16:creationId xmlns="" xmlns:a16="http://schemas.microsoft.com/office/drawing/2014/main" id="{09388CA4-5912-3745-991A-9A3E60719DA7}"/>
                </a:ext>
              </a:extLst>
            </p:cNvPr>
            <p:cNvSpPr txBox="1">
              <a:spLocks noChangeArrowheads="1"/>
            </p:cNvSpPr>
            <p:nvPr/>
          </p:nvSpPr>
          <p:spPr bwMode="auto">
            <a:xfrm>
              <a:off x="8376445" y="2832513"/>
              <a:ext cx="1703276" cy="737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(UDP)</a:t>
              </a:r>
            </a:p>
          </p:txBody>
        </p:sp>
        <p:sp>
          <p:nvSpPr>
            <p:cNvPr id="81" name="Line 27">
              <a:extLst>
                <a:ext uri="{FF2B5EF4-FFF2-40B4-BE49-F238E27FC236}">
                  <a16:creationId xmlns="" xmlns:a16="http://schemas.microsoft.com/office/drawing/2014/main" id="{7462DAE7-AE3D-CD41-8750-E700715A5202}"/>
                </a:ext>
              </a:extLst>
            </p:cNvPr>
            <p:cNvSpPr>
              <a:spLocks noChangeShapeType="1"/>
            </p:cNvSpPr>
            <p:nvPr/>
          </p:nvSpPr>
          <p:spPr bwMode="auto">
            <a:xfrm>
              <a:off x="8121121" y="3602458"/>
              <a:ext cx="223338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2" name="Text Box 26">
              <a:extLst>
                <a:ext uri="{FF2B5EF4-FFF2-40B4-BE49-F238E27FC236}">
                  <a16:creationId xmlns="" xmlns:a16="http://schemas.microsoft.com/office/drawing/2014/main" id="{B868290D-DE89-8749-A32C-C5FCE36D7556}"/>
                </a:ext>
              </a:extLst>
            </p:cNvPr>
            <p:cNvSpPr txBox="1">
              <a:spLocks noChangeArrowheads="1"/>
            </p:cNvSpPr>
            <p:nvPr/>
          </p:nvSpPr>
          <p:spPr bwMode="auto">
            <a:xfrm>
              <a:off x="8218436" y="4533100"/>
              <a:ext cx="2019294" cy="440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83" name="Text Box 26">
              <a:extLst>
                <a:ext uri="{FF2B5EF4-FFF2-40B4-BE49-F238E27FC236}">
                  <a16:creationId xmlns="" xmlns:a16="http://schemas.microsoft.com/office/drawing/2014/main" id="{18546DEE-76AB-C744-936A-7F4DF63895D8}"/>
                </a:ext>
              </a:extLst>
            </p:cNvPr>
            <p:cNvSpPr txBox="1">
              <a:spLocks noChangeArrowheads="1"/>
            </p:cNvSpPr>
            <p:nvPr/>
          </p:nvSpPr>
          <p:spPr bwMode="auto">
            <a:xfrm>
              <a:off x="8218436" y="4088345"/>
              <a:ext cx="2019294" cy="440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84" name="Text Box 26">
              <a:extLst>
                <a:ext uri="{FF2B5EF4-FFF2-40B4-BE49-F238E27FC236}">
                  <a16:creationId xmlns="" xmlns:a16="http://schemas.microsoft.com/office/drawing/2014/main" id="{9DE3AC7C-D9B1-ED4C-B925-37B31767739C}"/>
                </a:ext>
              </a:extLst>
            </p:cNvPr>
            <p:cNvSpPr txBox="1">
              <a:spLocks noChangeArrowheads="1"/>
            </p:cNvSpPr>
            <p:nvPr/>
          </p:nvSpPr>
          <p:spPr bwMode="auto">
            <a:xfrm>
              <a:off x="8218436" y="3646079"/>
              <a:ext cx="2019294" cy="737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 (IP)</a:t>
              </a:r>
            </a:p>
          </p:txBody>
        </p:sp>
        <p:sp>
          <p:nvSpPr>
            <p:cNvPr id="85" name="Line 27">
              <a:extLst>
                <a:ext uri="{FF2B5EF4-FFF2-40B4-BE49-F238E27FC236}">
                  <a16:creationId xmlns="" xmlns:a16="http://schemas.microsoft.com/office/drawing/2014/main" id="{266E1BE0-4561-9344-ACBD-29F42E90D9F3}"/>
                </a:ext>
              </a:extLst>
            </p:cNvPr>
            <p:cNvSpPr>
              <a:spLocks noChangeShapeType="1"/>
            </p:cNvSpPr>
            <p:nvPr/>
          </p:nvSpPr>
          <p:spPr bwMode="auto">
            <a:xfrm>
              <a:off x="8116255" y="4074895"/>
              <a:ext cx="223338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6" name="Line 27">
              <a:extLst>
                <a:ext uri="{FF2B5EF4-FFF2-40B4-BE49-F238E27FC236}">
                  <a16:creationId xmlns="" xmlns:a16="http://schemas.microsoft.com/office/drawing/2014/main" id="{3ED696C7-AECF-C14F-8CD8-7153D36CBC69}"/>
                </a:ext>
              </a:extLst>
            </p:cNvPr>
            <p:cNvSpPr>
              <a:spLocks noChangeShapeType="1"/>
            </p:cNvSpPr>
            <p:nvPr/>
          </p:nvSpPr>
          <p:spPr bwMode="auto">
            <a:xfrm>
              <a:off x="8111389" y="4528049"/>
              <a:ext cx="223338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7" name="Text Box 26">
              <a:extLst>
                <a:ext uri="{FF2B5EF4-FFF2-40B4-BE49-F238E27FC236}">
                  <a16:creationId xmlns="" xmlns:a16="http://schemas.microsoft.com/office/drawing/2014/main" id="{42139D70-AB44-E047-B37E-AABECE12201B}"/>
                </a:ext>
              </a:extLst>
            </p:cNvPr>
            <p:cNvSpPr txBox="1">
              <a:spLocks noChangeArrowheads="1"/>
            </p:cNvSpPr>
            <p:nvPr/>
          </p:nvSpPr>
          <p:spPr bwMode="auto">
            <a:xfrm>
              <a:off x="8179440" y="2284368"/>
              <a:ext cx="2019294" cy="398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grpSp>
      <p:grpSp>
        <p:nvGrpSpPr>
          <p:cNvPr id="93" name="Group 92">
            <a:extLst>
              <a:ext uri="{FF2B5EF4-FFF2-40B4-BE49-F238E27FC236}">
                <a16:creationId xmlns="" xmlns:a16="http://schemas.microsoft.com/office/drawing/2014/main" id="{EFA7BEBF-82FA-3440-93DD-AFB07D2DDF8D}"/>
              </a:ext>
            </a:extLst>
          </p:cNvPr>
          <p:cNvGrpSpPr/>
          <p:nvPr/>
        </p:nvGrpSpPr>
        <p:grpSpPr>
          <a:xfrm>
            <a:off x="500734" y="4943580"/>
            <a:ext cx="1026523" cy="597153"/>
            <a:chOff x="7493876" y="2774731"/>
            <a:chExt cx="1481958" cy="894622"/>
          </a:xfrm>
        </p:grpSpPr>
        <p:sp>
          <p:nvSpPr>
            <p:cNvPr id="107" name="Freeform 106">
              <a:extLst>
                <a:ext uri="{FF2B5EF4-FFF2-40B4-BE49-F238E27FC236}">
                  <a16:creationId xmlns="" xmlns:a16="http://schemas.microsoft.com/office/drawing/2014/main" id="{FD49C136-01B9-DB45-BCCD-F4E482387145}"/>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sp>
          <p:nvSpPr>
            <p:cNvPr id="108" name="Oval 107">
              <a:extLst>
                <a:ext uri="{FF2B5EF4-FFF2-40B4-BE49-F238E27FC236}">
                  <a16:creationId xmlns="" xmlns:a16="http://schemas.microsoft.com/office/drawing/2014/main" id="{3DF9189A-C970-C34D-8402-F20083341C9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grpSp>
          <p:nvGrpSpPr>
            <p:cNvPr id="109" name="Group 108">
              <a:extLst>
                <a:ext uri="{FF2B5EF4-FFF2-40B4-BE49-F238E27FC236}">
                  <a16:creationId xmlns="" xmlns:a16="http://schemas.microsoft.com/office/drawing/2014/main" id="{51F5139E-A5EB-E64B-B1E6-C3669AE818C6}"/>
                </a:ext>
              </a:extLst>
            </p:cNvPr>
            <p:cNvGrpSpPr/>
            <p:nvPr/>
          </p:nvGrpSpPr>
          <p:grpSpPr>
            <a:xfrm>
              <a:off x="7713663" y="2848339"/>
              <a:ext cx="1042107" cy="425543"/>
              <a:chOff x="7786941" y="2884917"/>
              <a:chExt cx="897649" cy="353919"/>
            </a:xfrm>
          </p:grpSpPr>
          <p:sp>
            <p:nvSpPr>
              <p:cNvPr id="110" name="Freeform 109">
                <a:extLst>
                  <a:ext uri="{FF2B5EF4-FFF2-40B4-BE49-F238E27FC236}">
                    <a16:creationId xmlns="" xmlns:a16="http://schemas.microsoft.com/office/drawing/2014/main" id="{7F7CB1D2-0FD2-A14F-A399-1C2D3650F2EA}"/>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1" name="Freeform 110">
                <a:extLst>
                  <a:ext uri="{FF2B5EF4-FFF2-40B4-BE49-F238E27FC236}">
                    <a16:creationId xmlns="" xmlns:a16="http://schemas.microsoft.com/office/drawing/2014/main" id="{688C61D0-9947-2E41-89C2-D2B4591C1F3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2" name="Freeform 111">
                <a:extLst>
                  <a:ext uri="{FF2B5EF4-FFF2-40B4-BE49-F238E27FC236}">
                    <a16:creationId xmlns="" xmlns:a16="http://schemas.microsoft.com/office/drawing/2014/main" id="{ADE46CF5-DF22-8F48-87EF-A46F29E0F1A9}"/>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3" name="Freeform 112">
                <a:extLst>
                  <a:ext uri="{FF2B5EF4-FFF2-40B4-BE49-F238E27FC236}">
                    <a16:creationId xmlns="" xmlns:a16="http://schemas.microsoft.com/office/drawing/2014/main" id="{CEACF782-B549-1D4E-B840-69A6AFFE6A7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grpSp>
      <p:sp>
        <p:nvSpPr>
          <p:cNvPr id="114" name="Title 1">
            <a:extLst>
              <a:ext uri="{FF2B5EF4-FFF2-40B4-BE49-F238E27FC236}">
                <a16:creationId xmlns="" xmlns:a16="http://schemas.microsoft.com/office/drawing/2014/main" id="{1464CB5C-96D6-3645-94B5-DB9FA70972D2}"/>
              </a:ext>
            </a:extLst>
          </p:cNvPr>
          <p:cNvSpPr>
            <a:spLocks noGrp="1"/>
          </p:cNvSpPr>
          <p:nvPr>
            <p:ph type="title"/>
          </p:nvPr>
        </p:nvSpPr>
        <p:spPr>
          <a:xfrm>
            <a:off x="798690" y="289325"/>
            <a:ext cx="11100625" cy="894622"/>
          </a:xfrm>
        </p:spPr>
        <p:txBody>
          <a:bodyPr>
            <a:normAutofit/>
          </a:bodyPr>
          <a:lstStyle/>
          <a:p>
            <a:r>
              <a:rPr lang="en-US" sz="4400" dirty="0"/>
              <a:t>UDP: Transport Layer Actions</a:t>
            </a:r>
          </a:p>
        </p:txBody>
      </p:sp>
      <p:grpSp>
        <p:nvGrpSpPr>
          <p:cNvPr id="115" name="Group 149">
            <a:extLst>
              <a:ext uri="{FF2B5EF4-FFF2-40B4-BE49-F238E27FC236}">
                <a16:creationId xmlns="" xmlns:a16="http://schemas.microsoft.com/office/drawing/2014/main" id="{D80894D4-838A-2B47-82E9-ED060F8608E9}"/>
              </a:ext>
            </a:extLst>
          </p:cNvPr>
          <p:cNvGrpSpPr>
            <a:grpSpLocks/>
          </p:cNvGrpSpPr>
          <p:nvPr/>
        </p:nvGrpSpPr>
        <p:grpSpPr bwMode="auto">
          <a:xfrm>
            <a:off x="2462207" y="2756023"/>
            <a:ext cx="412750" cy="158750"/>
            <a:chOff x="1287" y="2524"/>
            <a:chExt cx="260" cy="100"/>
          </a:xfrm>
        </p:grpSpPr>
        <p:sp>
          <p:nvSpPr>
            <p:cNvPr id="116" name="Rectangle 73">
              <a:extLst>
                <a:ext uri="{FF2B5EF4-FFF2-40B4-BE49-F238E27FC236}">
                  <a16:creationId xmlns="" xmlns:a16="http://schemas.microsoft.com/office/drawing/2014/main" id="{4F7EB976-F7A9-464D-96B7-3FE5D6F41C71}"/>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17" name="Rectangle 74">
              <a:extLst>
                <a:ext uri="{FF2B5EF4-FFF2-40B4-BE49-F238E27FC236}">
                  <a16:creationId xmlns="" xmlns:a16="http://schemas.microsoft.com/office/drawing/2014/main" id="{4368CF72-2B59-FB4B-92FA-68E13D10F3ED}"/>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18" name="Rectangle 75">
              <a:extLst>
                <a:ext uri="{FF2B5EF4-FFF2-40B4-BE49-F238E27FC236}">
                  <a16:creationId xmlns="" xmlns:a16="http://schemas.microsoft.com/office/drawing/2014/main" id="{0D0AC942-AA10-F747-BEAC-52DAFF24DAB3}"/>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19" name="Rectangle 129">
              <a:extLst>
                <a:ext uri="{FF2B5EF4-FFF2-40B4-BE49-F238E27FC236}">
                  <a16:creationId xmlns="" xmlns:a16="http://schemas.microsoft.com/office/drawing/2014/main" id="{C51B66A9-7495-DF44-B4DE-37BC9E90E09B}"/>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120" name="Group 149">
            <a:extLst>
              <a:ext uri="{FF2B5EF4-FFF2-40B4-BE49-F238E27FC236}">
                <a16:creationId xmlns="" xmlns:a16="http://schemas.microsoft.com/office/drawing/2014/main" id="{B5F38E94-4EF7-1F4B-AAC4-BF50DC083CD9}"/>
              </a:ext>
            </a:extLst>
          </p:cNvPr>
          <p:cNvGrpSpPr>
            <a:grpSpLocks/>
          </p:cNvGrpSpPr>
          <p:nvPr/>
        </p:nvGrpSpPr>
        <p:grpSpPr bwMode="auto">
          <a:xfrm>
            <a:off x="9681144" y="2673610"/>
            <a:ext cx="412750" cy="158750"/>
            <a:chOff x="1287" y="2524"/>
            <a:chExt cx="260" cy="100"/>
          </a:xfrm>
        </p:grpSpPr>
        <p:sp>
          <p:nvSpPr>
            <p:cNvPr id="121" name="Rectangle 73">
              <a:extLst>
                <a:ext uri="{FF2B5EF4-FFF2-40B4-BE49-F238E27FC236}">
                  <a16:creationId xmlns="" xmlns:a16="http://schemas.microsoft.com/office/drawing/2014/main" id="{71D7BEDA-E8D6-9F4F-8EE3-D5290D9AF39D}"/>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22" name="Rectangle 74">
              <a:extLst>
                <a:ext uri="{FF2B5EF4-FFF2-40B4-BE49-F238E27FC236}">
                  <a16:creationId xmlns="" xmlns:a16="http://schemas.microsoft.com/office/drawing/2014/main" id="{D93A8064-E5FB-2844-9B3D-C598CCB67BDD}"/>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23" name="Rectangle 75">
              <a:extLst>
                <a:ext uri="{FF2B5EF4-FFF2-40B4-BE49-F238E27FC236}">
                  <a16:creationId xmlns="" xmlns:a16="http://schemas.microsoft.com/office/drawing/2014/main" id="{DF7AA994-9DC7-8349-BB16-6DED06C89AC0}"/>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24" name="Rectangle 129">
              <a:extLst>
                <a:ext uri="{FF2B5EF4-FFF2-40B4-BE49-F238E27FC236}">
                  <a16:creationId xmlns="" xmlns:a16="http://schemas.microsoft.com/office/drawing/2014/main" id="{06FC6EA9-9071-D843-8C39-AFF854F3BEFC}"/>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 name="TextBox 1">
            <a:extLst>
              <a:ext uri="{FF2B5EF4-FFF2-40B4-BE49-F238E27FC236}">
                <a16:creationId xmlns="" xmlns:a16="http://schemas.microsoft.com/office/drawing/2014/main" id="{6B2BB341-9BE1-8640-8E8B-7EC80706964E}"/>
              </a:ext>
            </a:extLst>
          </p:cNvPr>
          <p:cNvSpPr txBox="1"/>
          <p:nvPr/>
        </p:nvSpPr>
        <p:spPr>
          <a:xfrm>
            <a:off x="4212477" y="1830701"/>
            <a:ext cx="389834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UDP receiver actions:</a:t>
            </a:r>
          </a:p>
          <a:p>
            <a:pPr marL="285750" marR="0" lvl="0" indent="-219075" algn="l" defTabSz="914400" rtl="0" eaLnBrk="1" fontAlgn="auto" latinLnBrk="0" hangingPunct="1">
              <a:lnSpc>
                <a:spcPct val="100000"/>
              </a:lnSpc>
              <a:spcBef>
                <a:spcPts val="0"/>
              </a:spcBef>
              <a:spcAft>
                <a:spcPts val="0"/>
              </a:spcAft>
              <a:buClr>
                <a:srgbClr val="0200A3"/>
              </a:buClr>
              <a:buSzTx/>
              <a:buFont typeface="Wingdings" pitchFamily="2" charset="2"/>
              <a:buChar char="§"/>
              <a:tabLst/>
              <a:defRPr/>
            </a:pPr>
            <a:endParaRPr kumimoji="0" lang="en-US"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102" name="Rectangle 101">
            <a:extLst>
              <a:ext uri="{FF2B5EF4-FFF2-40B4-BE49-F238E27FC236}">
                <a16:creationId xmlns="" xmlns:a16="http://schemas.microsoft.com/office/drawing/2014/main" id="{6480FBEB-6DAE-6343-96A8-03D66CDE01DB}"/>
              </a:ext>
            </a:extLst>
          </p:cNvPr>
          <p:cNvSpPr/>
          <p:nvPr/>
        </p:nvSpPr>
        <p:spPr>
          <a:xfrm>
            <a:off x="1655121" y="2160335"/>
            <a:ext cx="2199790" cy="2938360"/>
          </a:xfrm>
          <a:prstGeom prst="rect">
            <a:avLst/>
          </a:prstGeom>
          <a:solidFill>
            <a:schemeClr val="bg1">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nvGrpSpPr>
          <p:cNvPr id="88" name="Group 87">
            <a:extLst>
              <a:ext uri="{FF2B5EF4-FFF2-40B4-BE49-F238E27FC236}">
                <a16:creationId xmlns="" xmlns:a16="http://schemas.microsoft.com/office/drawing/2014/main" id="{CA134BD1-8CE1-DD46-92D0-46AEECA91934}"/>
              </a:ext>
            </a:extLst>
          </p:cNvPr>
          <p:cNvGrpSpPr/>
          <p:nvPr/>
        </p:nvGrpSpPr>
        <p:grpSpPr>
          <a:xfrm>
            <a:off x="2355694" y="3088859"/>
            <a:ext cx="1259074" cy="369332"/>
            <a:chOff x="8934916" y="2775692"/>
            <a:chExt cx="1259074" cy="369332"/>
          </a:xfrm>
        </p:grpSpPr>
        <p:sp>
          <p:nvSpPr>
            <p:cNvPr id="89" name="Rectangle 88">
              <a:extLst>
                <a:ext uri="{FF2B5EF4-FFF2-40B4-BE49-F238E27FC236}">
                  <a16:creationId xmlns="" xmlns:a16="http://schemas.microsoft.com/office/drawing/2014/main" id="{6A02A536-E595-E54F-85ED-50268229A5F1}"/>
                </a:ext>
              </a:extLst>
            </p:cNvPr>
            <p:cNvSpPr/>
            <p:nvPr/>
          </p:nvSpPr>
          <p:spPr>
            <a:xfrm>
              <a:off x="8964931" y="2842303"/>
              <a:ext cx="1140727"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0" name="TextBox 89">
              <a:extLst>
                <a:ext uri="{FF2B5EF4-FFF2-40B4-BE49-F238E27FC236}">
                  <a16:creationId xmlns="" xmlns:a16="http://schemas.microsoft.com/office/drawing/2014/main" id="{26EE5E72-5714-C64B-A3D2-C89CD03AFF69}"/>
                </a:ext>
              </a:extLst>
            </p:cNvPr>
            <p:cNvSpPr txBox="1"/>
            <p:nvPr/>
          </p:nvSpPr>
          <p:spPr>
            <a:xfrm>
              <a:off x="8934916" y="2775692"/>
              <a:ext cx="125907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SNMP msg</a:t>
              </a:r>
            </a:p>
          </p:txBody>
        </p:sp>
      </p:grpSp>
      <p:sp>
        <p:nvSpPr>
          <p:cNvPr id="91" name="TextBox 90">
            <a:extLst>
              <a:ext uri="{FF2B5EF4-FFF2-40B4-BE49-F238E27FC236}">
                <a16:creationId xmlns="" xmlns:a16="http://schemas.microsoft.com/office/drawing/2014/main" id="{44FC0E6A-CBE5-AC4B-BF65-426B6D4CBC72}"/>
              </a:ext>
            </a:extLst>
          </p:cNvPr>
          <p:cNvSpPr txBox="1"/>
          <p:nvPr/>
        </p:nvSpPr>
        <p:spPr>
          <a:xfrm>
            <a:off x="4380155" y="3324883"/>
            <a:ext cx="3825456" cy="722955"/>
          </a:xfrm>
          <a:prstGeom prst="rect">
            <a:avLst/>
          </a:prstGeom>
          <a:noFill/>
        </p:spPr>
        <p:txBody>
          <a:bodyPr wrap="square" rtlCol="0">
            <a:spAutoFit/>
          </a:bodyPr>
          <a:lstStyle/>
          <a:p>
            <a:pPr marL="285750" marR="0" lvl="0" indent="-219075" algn="l" defTabSz="914400" rtl="0" eaLnBrk="1" fontAlgn="auto" latinLnBrk="0" hangingPunct="1">
              <a:lnSpc>
                <a:spcPct val="85000"/>
              </a:lnSpc>
              <a:spcBef>
                <a:spcPts val="0"/>
              </a:spcBef>
              <a:spcAft>
                <a:spcPts val="0"/>
              </a:spcAft>
              <a:buClr>
                <a:srgbClr val="0200A3"/>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extracts application-layer message</a:t>
            </a:r>
          </a:p>
        </p:txBody>
      </p:sp>
      <p:sp>
        <p:nvSpPr>
          <p:cNvPr id="94" name="TextBox 93">
            <a:extLst>
              <a:ext uri="{FF2B5EF4-FFF2-40B4-BE49-F238E27FC236}">
                <a16:creationId xmlns="" xmlns:a16="http://schemas.microsoft.com/office/drawing/2014/main" id="{D9421943-E484-5046-BEAC-6D59475EF6C3}"/>
              </a:ext>
            </a:extLst>
          </p:cNvPr>
          <p:cNvSpPr txBox="1"/>
          <p:nvPr/>
        </p:nvSpPr>
        <p:spPr>
          <a:xfrm>
            <a:off x="4378217" y="2693557"/>
            <a:ext cx="3825456" cy="722955"/>
          </a:xfrm>
          <a:prstGeom prst="rect">
            <a:avLst/>
          </a:prstGeom>
          <a:noFill/>
        </p:spPr>
        <p:txBody>
          <a:bodyPr wrap="square" rtlCol="0">
            <a:spAutoFit/>
          </a:bodyPr>
          <a:lstStyle/>
          <a:p>
            <a:pPr marL="285750" marR="0" lvl="0" indent="-219075" algn="l" defTabSz="914400" rtl="0" eaLnBrk="1" fontAlgn="auto" latinLnBrk="0" hangingPunct="1">
              <a:lnSpc>
                <a:spcPct val="85000"/>
              </a:lnSpc>
              <a:spcBef>
                <a:spcPts val="0"/>
              </a:spcBef>
              <a:spcAft>
                <a:spcPts val="0"/>
              </a:spcAft>
              <a:buClr>
                <a:srgbClr val="0200A3"/>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checks UDP checksum header value</a:t>
            </a:r>
          </a:p>
        </p:txBody>
      </p:sp>
      <p:sp>
        <p:nvSpPr>
          <p:cNvPr id="97" name="TextBox 96">
            <a:extLst>
              <a:ext uri="{FF2B5EF4-FFF2-40B4-BE49-F238E27FC236}">
                <a16:creationId xmlns="" xmlns:a16="http://schemas.microsoft.com/office/drawing/2014/main" id="{A88394C2-8FDA-8F48-B59B-B744ABBDA541}"/>
              </a:ext>
            </a:extLst>
          </p:cNvPr>
          <p:cNvSpPr txBox="1"/>
          <p:nvPr/>
        </p:nvSpPr>
        <p:spPr>
          <a:xfrm>
            <a:off x="4388103" y="2278130"/>
            <a:ext cx="3825456" cy="461665"/>
          </a:xfrm>
          <a:prstGeom prst="rect">
            <a:avLst/>
          </a:prstGeom>
          <a:noFill/>
        </p:spPr>
        <p:txBody>
          <a:bodyPr wrap="square" rtlCol="0">
            <a:spAutoFit/>
          </a:bodyPr>
          <a:lstStyle/>
          <a:p>
            <a:pPr marL="285750" marR="0" lvl="0" indent="-219075" algn="l" defTabSz="914400" rtl="0" eaLnBrk="1" fontAlgn="auto" latinLnBrk="0" hangingPunct="1">
              <a:lnSpc>
                <a:spcPct val="100000"/>
              </a:lnSpc>
              <a:spcBef>
                <a:spcPts val="0"/>
              </a:spcBef>
              <a:spcAft>
                <a:spcPts val="0"/>
              </a:spcAft>
              <a:buClr>
                <a:srgbClr val="0200A3"/>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receives segment from IP</a:t>
            </a:r>
          </a:p>
        </p:txBody>
      </p:sp>
      <p:grpSp>
        <p:nvGrpSpPr>
          <p:cNvPr id="5" name="Group 4">
            <a:extLst>
              <a:ext uri="{FF2B5EF4-FFF2-40B4-BE49-F238E27FC236}">
                <a16:creationId xmlns="" xmlns:a16="http://schemas.microsoft.com/office/drawing/2014/main" id="{E73E5E98-A439-0647-8DF1-844937CD72A0}"/>
              </a:ext>
            </a:extLst>
          </p:cNvPr>
          <p:cNvGrpSpPr/>
          <p:nvPr/>
        </p:nvGrpSpPr>
        <p:grpSpPr>
          <a:xfrm>
            <a:off x="1795827" y="3762839"/>
            <a:ext cx="1818022" cy="369332"/>
            <a:chOff x="7863122" y="5632673"/>
            <a:chExt cx="1818022" cy="369332"/>
          </a:xfrm>
        </p:grpSpPr>
        <p:grpSp>
          <p:nvGrpSpPr>
            <p:cNvPr id="99" name="Group 98">
              <a:extLst>
                <a:ext uri="{FF2B5EF4-FFF2-40B4-BE49-F238E27FC236}">
                  <a16:creationId xmlns="" xmlns:a16="http://schemas.microsoft.com/office/drawing/2014/main" id="{39CCB6B2-1F81-ED45-AF48-A3187F0215CC}"/>
                </a:ext>
              </a:extLst>
            </p:cNvPr>
            <p:cNvGrpSpPr/>
            <p:nvPr/>
          </p:nvGrpSpPr>
          <p:grpSpPr>
            <a:xfrm>
              <a:off x="7863122" y="5638955"/>
              <a:ext cx="1259074" cy="338554"/>
              <a:chOff x="8964789" y="2648929"/>
              <a:chExt cx="1259074" cy="338554"/>
            </a:xfrm>
          </p:grpSpPr>
          <p:sp>
            <p:nvSpPr>
              <p:cNvPr id="100" name="Rectangle 99">
                <a:extLst>
                  <a:ext uri="{FF2B5EF4-FFF2-40B4-BE49-F238E27FC236}">
                    <a16:creationId xmlns="" xmlns:a16="http://schemas.microsoft.com/office/drawing/2014/main" id="{B77AF83C-DA1E-A642-9E78-5EEE36A0AD7E}"/>
                  </a:ext>
                </a:extLst>
              </p:cNvPr>
              <p:cNvSpPr/>
              <p:nvPr/>
            </p:nvSpPr>
            <p:spPr>
              <a:xfrm>
                <a:off x="9032744" y="2707400"/>
                <a:ext cx="543189"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1" name="TextBox 100">
                <a:extLst>
                  <a:ext uri="{FF2B5EF4-FFF2-40B4-BE49-F238E27FC236}">
                    <a16:creationId xmlns="" xmlns:a16="http://schemas.microsoft.com/office/drawing/2014/main" id="{AB8C9E1E-8C93-DA4B-813F-B38E4305D2BE}"/>
                  </a:ext>
                </a:extLst>
              </p:cNvPr>
              <p:cNvSpPr txBox="1"/>
              <p:nvPr/>
            </p:nvSpPr>
            <p:spPr>
              <a:xfrm>
                <a:off x="8964789" y="2648929"/>
                <a:ext cx="1259074"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err="1">
                    <a:ln>
                      <a:noFill/>
                    </a:ln>
                    <a:solidFill>
                      <a:prstClr val="black"/>
                    </a:solidFill>
                    <a:effectLst/>
                    <a:uLnTx/>
                    <a:uFillTx/>
                    <a:latin typeface="Calibri"/>
                    <a:ea typeface="+mn-ea"/>
                    <a:cs typeface="+mn-cs"/>
                  </a:rPr>
                  <a:t>UDP</a:t>
                </a:r>
                <a:r>
                  <a:rPr kumimoji="0" lang="en-US" sz="1600" b="0" i="0" u="none" strike="noStrike" kern="1200" cap="none" spc="0" normalizeH="0" baseline="-25000" noProof="0" dirty="0" err="1">
                    <a:ln>
                      <a:noFill/>
                    </a:ln>
                    <a:solidFill>
                      <a:prstClr val="black"/>
                    </a:solidFill>
                    <a:effectLst/>
                    <a:uLnTx/>
                    <a:uFillTx/>
                    <a:latin typeface="Calibri"/>
                    <a:ea typeface="+mn-ea"/>
                    <a:cs typeface="+mn-cs"/>
                  </a:rPr>
                  <a:t>h</a:t>
                </a:r>
                <a:endParaRPr kumimoji="0" lang="en-US" sz="1600" b="0" i="0" u="none" strike="noStrike" kern="1200" cap="none" spc="0" normalizeH="0" baseline="-25000" noProof="0" dirty="0">
                  <a:ln>
                    <a:noFill/>
                  </a:ln>
                  <a:solidFill>
                    <a:prstClr val="black"/>
                  </a:solidFill>
                  <a:effectLst/>
                  <a:uLnTx/>
                  <a:uFillTx/>
                  <a:latin typeface="Calibri"/>
                  <a:ea typeface="+mn-ea"/>
                  <a:cs typeface="+mn-cs"/>
                </a:endParaRPr>
              </a:p>
            </p:txBody>
          </p:sp>
        </p:grpSp>
        <p:grpSp>
          <p:nvGrpSpPr>
            <p:cNvPr id="103" name="Group 102">
              <a:extLst>
                <a:ext uri="{FF2B5EF4-FFF2-40B4-BE49-F238E27FC236}">
                  <a16:creationId xmlns="" xmlns:a16="http://schemas.microsoft.com/office/drawing/2014/main" id="{8B56BF3A-3903-6343-9BD8-2E85489C092E}"/>
                </a:ext>
              </a:extLst>
            </p:cNvPr>
            <p:cNvGrpSpPr/>
            <p:nvPr/>
          </p:nvGrpSpPr>
          <p:grpSpPr>
            <a:xfrm>
              <a:off x="8422070" y="5632673"/>
              <a:ext cx="1259074" cy="369332"/>
              <a:chOff x="8934916" y="2778923"/>
              <a:chExt cx="1259074" cy="369332"/>
            </a:xfrm>
          </p:grpSpPr>
          <p:sp>
            <p:nvSpPr>
              <p:cNvPr id="104" name="Rectangle 103">
                <a:extLst>
                  <a:ext uri="{FF2B5EF4-FFF2-40B4-BE49-F238E27FC236}">
                    <a16:creationId xmlns="" xmlns:a16="http://schemas.microsoft.com/office/drawing/2014/main" id="{C0632306-DF2A-5145-82E2-F627C1E9171F}"/>
                  </a:ext>
                </a:extLst>
              </p:cNvPr>
              <p:cNvSpPr/>
              <p:nvPr/>
            </p:nvSpPr>
            <p:spPr>
              <a:xfrm>
                <a:off x="8964931" y="2842303"/>
                <a:ext cx="1140727"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5" name="TextBox 104">
                <a:extLst>
                  <a:ext uri="{FF2B5EF4-FFF2-40B4-BE49-F238E27FC236}">
                    <a16:creationId xmlns="" xmlns:a16="http://schemas.microsoft.com/office/drawing/2014/main" id="{E104975E-6986-5E45-89F2-36AAE86B3B12}"/>
                  </a:ext>
                </a:extLst>
              </p:cNvPr>
              <p:cNvSpPr txBox="1"/>
              <p:nvPr/>
            </p:nvSpPr>
            <p:spPr>
              <a:xfrm>
                <a:off x="8934916" y="2778923"/>
                <a:ext cx="125907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SNMP msg</a:t>
                </a:r>
              </a:p>
            </p:txBody>
          </p:sp>
        </p:grpSp>
      </p:grpSp>
      <p:sp>
        <p:nvSpPr>
          <p:cNvPr id="127" name="TextBox 126">
            <a:extLst>
              <a:ext uri="{FF2B5EF4-FFF2-40B4-BE49-F238E27FC236}">
                <a16:creationId xmlns="" xmlns:a16="http://schemas.microsoft.com/office/drawing/2014/main" id="{5F6FF1BE-CC44-0642-B5BA-79CC246557BD}"/>
              </a:ext>
            </a:extLst>
          </p:cNvPr>
          <p:cNvSpPr txBox="1"/>
          <p:nvPr/>
        </p:nvSpPr>
        <p:spPr>
          <a:xfrm>
            <a:off x="4379533" y="3932414"/>
            <a:ext cx="3825456" cy="722955"/>
          </a:xfrm>
          <a:prstGeom prst="rect">
            <a:avLst/>
          </a:prstGeom>
          <a:noFill/>
        </p:spPr>
        <p:txBody>
          <a:bodyPr wrap="square" rtlCol="0">
            <a:spAutoFit/>
          </a:bodyPr>
          <a:lstStyle/>
          <a:p>
            <a:pPr marL="285750" marR="0" lvl="0" indent="-219075" algn="l" defTabSz="914400" rtl="0" eaLnBrk="1" fontAlgn="auto" latinLnBrk="0" hangingPunct="1">
              <a:lnSpc>
                <a:spcPct val="85000"/>
              </a:lnSpc>
              <a:spcBef>
                <a:spcPts val="0"/>
              </a:spcBef>
              <a:spcAft>
                <a:spcPts val="0"/>
              </a:spcAft>
              <a:buClr>
                <a:srgbClr val="0200A3"/>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demultiplexes message up to application via socket</a:t>
            </a:r>
          </a:p>
        </p:txBody>
      </p:sp>
      <p:sp>
        <p:nvSpPr>
          <p:cNvPr id="128" name="Rectangle 127">
            <a:extLst>
              <a:ext uri="{FF2B5EF4-FFF2-40B4-BE49-F238E27FC236}">
                <a16:creationId xmlns="" xmlns:a16="http://schemas.microsoft.com/office/drawing/2014/main" id="{279B4C12-D49E-4A40-9C38-F2E92ECDF43A}"/>
              </a:ext>
            </a:extLst>
          </p:cNvPr>
          <p:cNvSpPr/>
          <p:nvPr/>
        </p:nvSpPr>
        <p:spPr>
          <a:xfrm>
            <a:off x="8348341" y="2027305"/>
            <a:ext cx="3416536" cy="3302845"/>
          </a:xfrm>
          <a:prstGeom prst="rect">
            <a:avLst/>
          </a:prstGeom>
          <a:solidFill>
            <a:schemeClr val="bg1">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 name="Oval 3">
            <a:extLst>
              <a:ext uri="{FF2B5EF4-FFF2-40B4-BE49-F238E27FC236}">
                <a16:creationId xmlns="" xmlns:a16="http://schemas.microsoft.com/office/drawing/2014/main" id="{C0F72514-945E-EB40-9BEE-202BF670272C}"/>
              </a:ext>
            </a:extLst>
          </p:cNvPr>
          <p:cNvSpPr/>
          <p:nvPr/>
        </p:nvSpPr>
        <p:spPr>
          <a:xfrm>
            <a:off x="1741367" y="2989161"/>
            <a:ext cx="763166" cy="541031"/>
          </a:xfrm>
          <a:prstGeom prst="ellipse">
            <a:avLst/>
          </a:prstGeom>
          <a:noFill/>
          <a:ln w="25400">
            <a:solidFill>
              <a:srgbClr val="CD000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29" name="Straight Connector 128">
            <a:extLst>
              <a:ext uri="{FF2B5EF4-FFF2-40B4-BE49-F238E27FC236}">
                <a16:creationId xmlns="" xmlns:a16="http://schemas.microsoft.com/office/drawing/2014/main" id="{55A91E20-BDA5-C441-B395-6979D211F34E}"/>
              </a:ext>
            </a:extLst>
          </p:cNvPr>
          <p:cNvCxnSpPr>
            <a:cxnSpLocks/>
          </p:cNvCxnSpPr>
          <p:nvPr/>
        </p:nvCxnSpPr>
        <p:spPr>
          <a:xfrm flipH="1">
            <a:off x="7972023" y="4973372"/>
            <a:ext cx="1473513" cy="47439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 xmlns:a16="http://schemas.microsoft.com/office/drawing/2014/main" id="{F8285317-4714-1541-BC02-BED132E59B23}"/>
              </a:ext>
            </a:extLst>
          </p:cNvPr>
          <p:cNvCxnSpPr>
            <a:cxnSpLocks/>
          </p:cNvCxnSpPr>
          <p:nvPr/>
        </p:nvCxnSpPr>
        <p:spPr>
          <a:xfrm>
            <a:off x="2578811" y="5062556"/>
            <a:ext cx="1582832" cy="30261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71" name="Freeform 296">
            <a:extLst>
              <a:ext uri="{FF2B5EF4-FFF2-40B4-BE49-F238E27FC236}">
                <a16:creationId xmlns="" xmlns:a16="http://schemas.microsoft.com/office/drawing/2014/main" id="{06DFDE96-5B04-984C-B72D-22D074DF3E82}"/>
              </a:ext>
            </a:extLst>
          </p:cNvPr>
          <p:cNvSpPr>
            <a:spLocks/>
          </p:cNvSpPr>
          <p:nvPr/>
        </p:nvSpPr>
        <p:spPr bwMode="auto">
          <a:xfrm>
            <a:off x="4062521" y="4965666"/>
            <a:ext cx="4036903" cy="1028731"/>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solidFill>
                <a:srgbClr val="000000"/>
              </a:solidFill>
              <a:effectLst/>
              <a:uLnTx/>
              <a:uFillTx/>
              <a:latin typeface="Calibri"/>
              <a:ea typeface="ＭＳ Ｐゴシック" panose="020B0600070205080204" pitchFamily="34" charset="-128"/>
              <a:cs typeface="Arial"/>
            </a:endParaRPr>
          </a:p>
        </p:txBody>
      </p:sp>
      <p:sp>
        <p:nvSpPr>
          <p:cNvPr id="106" name="Slide Number Placeholder 2">
            <a:extLst>
              <a:ext uri="{FF2B5EF4-FFF2-40B4-BE49-F238E27FC236}">
                <a16:creationId xmlns="" xmlns:a16="http://schemas.microsoft.com/office/drawing/2014/main" id="{427E91C8-0248-584A-817F-DE7D57562F29}"/>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21</a:t>
            </a:fld>
            <a:endParaRPr lang="en-US" dirty="0"/>
          </a:p>
        </p:txBody>
      </p:sp>
    </p:spTree>
    <p:extLst>
      <p:ext uri="{BB962C8B-B14F-4D97-AF65-F5344CB8AC3E}">
        <p14:creationId xmlns:p14="http://schemas.microsoft.com/office/powerpoint/2010/main" val="3331643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0" presetClass="path" presetSubtype="0" accel="50000" decel="50000" fill="hold" nodeType="clickEffect">
                                  <p:stCondLst>
                                    <p:cond delay="0"/>
                                  </p:stCondLst>
                                  <p:childTnLst>
                                    <p:animMotion origin="layout" path="M 0.00014 -0.00208 L 0.00014 -0.09676 " pathEditMode="relative" rAng="0" ptsTypes="AA">
                                      <p:cBhvr>
                                        <p:cTn id="11" dur="2000" fill="hold"/>
                                        <p:tgtEl>
                                          <p:spTgt spid="5"/>
                                        </p:tgtEl>
                                        <p:attrNameLst>
                                          <p:attrName>ppt_x</p:attrName>
                                          <p:attrName>ppt_y</p:attrName>
                                        </p:attrNameLst>
                                      </p:cBhvr>
                                      <p:rCtr x="0" y="-4745"/>
                                    </p:animMotion>
                                  </p:childTnLst>
                                </p:cTn>
                              </p:par>
                              <p:par>
                                <p:cTn id="12" presetID="9" presetClass="entr" presetSubtype="0" fill="hold" grpId="0" nodeType="withEffect">
                                  <p:stCondLst>
                                    <p:cond delay="0"/>
                                  </p:stCondLst>
                                  <p:childTnLst>
                                    <p:set>
                                      <p:cBhvr>
                                        <p:cTn id="13" dur="1" fill="hold">
                                          <p:stCondLst>
                                            <p:cond delay="0"/>
                                          </p:stCondLst>
                                        </p:cTn>
                                        <p:tgtEl>
                                          <p:spTgt spid="97"/>
                                        </p:tgtEl>
                                        <p:attrNameLst>
                                          <p:attrName>style.visibility</p:attrName>
                                        </p:attrNameLst>
                                      </p:cBhvr>
                                      <p:to>
                                        <p:strVal val="visible"/>
                                      </p:to>
                                    </p:set>
                                    <p:animEffect transition="in" filter="dissolve">
                                      <p:cBhvr>
                                        <p:cTn id="14" dur="500"/>
                                        <p:tgtEl>
                                          <p:spTgt spid="97"/>
                                        </p:tgtEl>
                                      </p:cBhvr>
                                    </p:animEffect>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dissolve">
                                      <p:cBhvr>
                                        <p:cTn id="19" dur="500"/>
                                        <p:tgtEl>
                                          <p:spTgt spid="4"/>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94"/>
                                        </p:tgtEl>
                                        <p:attrNameLst>
                                          <p:attrName>style.visibility</p:attrName>
                                        </p:attrNameLst>
                                      </p:cBhvr>
                                      <p:to>
                                        <p:strVal val="visible"/>
                                      </p:to>
                                    </p:set>
                                    <p:animEffect transition="in" filter="dissolve">
                                      <p:cBhvr>
                                        <p:cTn id="22" dur="500"/>
                                        <p:tgtEl>
                                          <p:spTgt spid="94"/>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xit" presetSubtype="0" fill="hold" nodeType="clickEffect">
                                  <p:stCondLst>
                                    <p:cond delay="0"/>
                                  </p:stCondLst>
                                  <p:childTnLst>
                                    <p:animEffect transition="out" filter="dissolve">
                                      <p:cBhvr>
                                        <p:cTn id="26" dur="500"/>
                                        <p:tgtEl>
                                          <p:spTgt spid="5"/>
                                        </p:tgtEl>
                                      </p:cBhvr>
                                    </p:animEffect>
                                    <p:set>
                                      <p:cBhvr>
                                        <p:cTn id="27" dur="1" fill="hold">
                                          <p:stCondLst>
                                            <p:cond delay="499"/>
                                          </p:stCondLst>
                                        </p:cTn>
                                        <p:tgtEl>
                                          <p:spTgt spid="5"/>
                                        </p:tgtEl>
                                        <p:attrNameLst>
                                          <p:attrName>style.visibility</p:attrName>
                                        </p:attrNameLst>
                                      </p:cBhvr>
                                      <p:to>
                                        <p:strVal val="hidden"/>
                                      </p:to>
                                    </p:set>
                                  </p:childTnLst>
                                </p:cTn>
                              </p:par>
                              <p:par>
                                <p:cTn id="28" presetID="9" presetClass="exit" presetSubtype="0" fill="hold" grpId="1" nodeType="withEffect">
                                  <p:stCondLst>
                                    <p:cond delay="0"/>
                                  </p:stCondLst>
                                  <p:childTnLst>
                                    <p:animEffect transition="out" filter="dissolve">
                                      <p:cBhvr>
                                        <p:cTn id="29" dur="500"/>
                                        <p:tgtEl>
                                          <p:spTgt spid="4"/>
                                        </p:tgtEl>
                                      </p:cBhvr>
                                    </p:animEffect>
                                    <p:set>
                                      <p:cBhvr>
                                        <p:cTn id="30" dur="1" fill="hold">
                                          <p:stCondLst>
                                            <p:cond delay="499"/>
                                          </p:stCondLst>
                                        </p:cTn>
                                        <p:tgtEl>
                                          <p:spTgt spid="4"/>
                                        </p:tgtEl>
                                        <p:attrNameLst>
                                          <p:attrName>style.visibility</p:attrName>
                                        </p:attrNameLst>
                                      </p:cBhvr>
                                      <p:to>
                                        <p:strVal val="hidden"/>
                                      </p:to>
                                    </p:set>
                                  </p:childTnLst>
                                </p:cTn>
                              </p:par>
                              <p:par>
                                <p:cTn id="31" presetID="9" presetClass="entr" presetSubtype="0" fill="hold" nodeType="withEffect">
                                  <p:stCondLst>
                                    <p:cond delay="0"/>
                                  </p:stCondLst>
                                  <p:childTnLst>
                                    <p:set>
                                      <p:cBhvr>
                                        <p:cTn id="32" dur="1" fill="hold">
                                          <p:stCondLst>
                                            <p:cond delay="0"/>
                                          </p:stCondLst>
                                        </p:cTn>
                                        <p:tgtEl>
                                          <p:spTgt spid="88"/>
                                        </p:tgtEl>
                                        <p:attrNameLst>
                                          <p:attrName>style.visibility</p:attrName>
                                        </p:attrNameLst>
                                      </p:cBhvr>
                                      <p:to>
                                        <p:strVal val="visible"/>
                                      </p:to>
                                    </p:set>
                                    <p:animEffect transition="in" filter="dissolve">
                                      <p:cBhvr>
                                        <p:cTn id="33" dur="500"/>
                                        <p:tgtEl>
                                          <p:spTgt spid="88"/>
                                        </p:tgtEl>
                                      </p:cBhvr>
                                    </p:animEffect>
                                  </p:childTnLst>
                                </p:cTn>
                              </p:par>
                              <p:par>
                                <p:cTn id="34" presetID="9" presetClass="entr" presetSubtype="0" fill="hold" grpId="0" nodeType="withEffect">
                                  <p:stCondLst>
                                    <p:cond delay="0"/>
                                  </p:stCondLst>
                                  <p:childTnLst>
                                    <p:set>
                                      <p:cBhvr>
                                        <p:cTn id="35" dur="1" fill="hold">
                                          <p:stCondLst>
                                            <p:cond delay="0"/>
                                          </p:stCondLst>
                                        </p:cTn>
                                        <p:tgtEl>
                                          <p:spTgt spid="91"/>
                                        </p:tgtEl>
                                        <p:attrNameLst>
                                          <p:attrName>style.visibility</p:attrName>
                                        </p:attrNameLst>
                                      </p:cBhvr>
                                      <p:to>
                                        <p:strVal val="visible"/>
                                      </p:to>
                                    </p:set>
                                    <p:animEffect transition="in" filter="dissolve">
                                      <p:cBhvr>
                                        <p:cTn id="36" dur="500"/>
                                        <p:tgtEl>
                                          <p:spTgt spid="91"/>
                                        </p:tgtEl>
                                      </p:cBhvr>
                                    </p:animEffect>
                                  </p:childTnLst>
                                </p:cTn>
                              </p:par>
                            </p:childTnLst>
                          </p:cTn>
                        </p:par>
                      </p:childTnLst>
                    </p:cTn>
                  </p:par>
                  <p:par>
                    <p:cTn id="37" fill="hold">
                      <p:stCondLst>
                        <p:cond delay="indefinite"/>
                      </p:stCondLst>
                      <p:childTnLst>
                        <p:par>
                          <p:cTn id="38" fill="hold">
                            <p:stCondLst>
                              <p:cond delay="0"/>
                            </p:stCondLst>
                            <p:childTnLst>
                              <p:par>
                                <p:cTn id="39" presetID="0" presetClass="path" presetSubtype="0" accel="50000" decel="50000" fill="hold" nodeType="clickEffect">
                                  <p:stCondLst>
                                    <p:cond delay="0"/>
                                  </p:stCondLst>
                                  <p:childTnLst>
                                    <p:animMotion origin="layout" path="M -1.66667E-6 -4.81481E-6 L 0.00013 -0.10763 " pathEditMode="relative" rAng="0" ptsTypes="AA">
                                      <p:cBhvr>
                                        <p:cTn id="40" dur="2000" fill="hold"/>
                                        <p:tgtEl>
                                          <p:spTgt spid="88"/>
                                        </p:tgtEl>
                                        <p:attrNameLst>
                                          <p:attrName>ppt_x</p:attrName>
                                          <p:attrName>ppt_y</p:attrName>
                                        </p:attrNameLst>
                                      </p:cBhvr>
                                      <p:rCtr x="0" y="-5394"/>
                                    </p:animMotion>
                                  </p:childTnLst>
                                </p:cTn>
                              </p:par>
                              <p:par>
                                <p:cTn id="41" presetID="9" presetClass="entr" presetSubtype="0" fill="hold" grpId="0" nodeType="withEffect">
                                  <p:stCondLst>
                                    <p:cond delay="0"/>
                                  </p:stCondLst>
                                  <p:childTnLst>
                                    <p:set>
                                      <p:cBhvr>
                                        <p:cTn id="42" dur="1" fill="hold">
                                          <p:stCondLst>
                                            <p:cond delay="0"/>
                                          </p:stCondLst>
                                        </p:cTn>
                                        <p:tgtEl>
                                          <p:spTgt spid="127"/>
                                        </p:tgtEl>
                                        <p:attrNameLst>
                                          <p:attrName>style.visibility</p:attrName>
                                        </p:attrNameLst>
                                      </p:cBhvr>
                                      <p:to>
                                        <p:strVal val="visible"/>
                                      </p:to>
                                    </p:set>
                                    <p:animEffect transition="in" filter="dissolve">
                                      <p:cBhvr>
                                        <p:cTn id="43" dur="50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 grpId="0"/>
      <p:bldP spid="94" grpId="0"/>
      <p:bldP spid="97" grpId="0"/>
      <p:bldP spid="127" grpId="0"/>
      <p:bldP spid="4" grpId="0" animBg="1"/>
      <p:bldP spid="4" grpId="1"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UDP segment </a:t>
            </a:r>
            <a:r>
              <a:rPr lang="en-US" dirty="0"/>
              <a:t>h</a:t>
            </a:r>
            <a:r>
              <a:rPr lang="en-US" sz="4400" dirty="0"/>
              <a:t>eader</a:t>
            </a:r>
          </a:p>
        </p:txBody>
      </p:sp>
      <p:sp>
        <p:nvSpPr>
          <p:cNvPr id="29" name="Rectangle 8">
            <a:extLst>
              <a:ext uri="{FF2B5EF4-FFF2-40B4-BE49-F238E27FC236}">
                <a16:creationId xmlns="" xmlns:a16="http://schemas.microsoft.com/office/drawing/2014/main" id="{F52AC6CB-EA5F-E34E-A84B-F6174293B55F}"/>
              </a:ext>
            </a:extLst>
          </p:cNvPr>
          <p:cNvSpPr>
            <a:spLocks noChangeArrowheads="1"/>
          </p:cNvSpPr>
          <p:nvPr/>
        </p:nvSpPr>
        <p:spPr bwMode="auto">
          <a:xfrm>
            <a:off x="3902299" y="2017713"/>
            <a:ext cx="3324225" cy="3200400"/>
          </a:xfrm>
          <a:prstGeom prst="rect">
            <a:avLst/>
          </a:prstGeom>
          <a:solidFill>
            <a:srgbClr val="FFFFFF"/>
          </a:solidFill>
          <a:ln w="349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charset="0"/>
              <a:ea typeface="ＭＳ Ｐゴシック" charset="0"/>
              <a:cs typeface="+mn-cs"/>
            </a:endParaRPr>
          </a:p>
        </p:txBody>
      </p:sp>
      <p:sp>
        <p:nvSpPr>
          <p:cNvPr id="30" name="Text Box 9">
            <a:extLst>
              <a:ext uri="{FF2B5EF4-FFF2-40B4-BE49-F238E27FC236}">
                <a16:creationId xmlns="" xmlns:a16="http://schemas.microsoft.com/office/drawing/2014/main" id="{C8E7AF66-85A4-6B43-AFFD-45ABC0217297}"/>
              </a:ext>
            </a:extLst>
          </p:cNvPr>
          <p:cNvSpPr txBox="1">
            <a:spLocks noChangeArrowheads="1"/>
          </p:cNvSpPr>
          <p:nvPr/>
        </p:nvSpPr>
        <p:spPr bwMode="auto">
          <a:xfrm>
            <a:off x="3941987" y="2030413"/>
            <a:ext cx="1563687"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source port #</a:t>
            </a: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1" name="Text Box 10">
            <a:extLst>
              <a:ext uri="{FF2B5EF4-FFF2-40B4-BE49-F238E27FC236}">
                <a16:creationId xmlns="" xmlns:a16="http://schemas.microsoft.com/office/drawing/2014/main" id="{2F2912E8-AD40-5541-9C73-5856C97AF53A}"/>
              </a:ext>
            </a:extLst>
          </p:cNvPr>
          <p:cNvSpPr txBox="1">
            <a:spLocks noChangeArrowheads="1"/>
          </p:cNvSpPr>
          <p:nvPr/>
        </p:nvSpPr>
        <p:spPr bwMode="auto">
          <a:xfrm>
            <a:off x="5727924" y="2030413"/>
            <a:ext cx="1328738"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dest port #</a:t>
            </a:r>
          </a:p>
        </p:txBody>
      </p:sp>
      <p:sp>
        <p:nvSpPr>
          <p:cNvPr id="32" name="Line 11">
            <a:extLst>
              <a:ext uri="{FF2B5EF4-FFF2-40B4-BE49-F238E27FC236}">
                <a16:creationId xmlns="" xmlns:a16="http://schemas.microsoft.com/office/drawing/2014/main" id="{D9BFD291-F38C-E245-812B-D4A7B44A296C}"/>
              </a:ext>
            </a:extLst>
          </p:cNvPr>
          <p:cNvSpPr>
            <a:spLocks noChangeShapeType="1"/>
          </p:cNvSpPr>
          <p:nvPr/>
        </p:nvSpPr>
        <p:spPr bwMode="auto">
          <a:xfrm flipV="1">
            <a:off x="3892774" y="2417763"/>
            <a:ext cx="3328988"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3" name="Line 12">
            <a:extLst>
              <a:ext uri="{FF2B5EF4-FFF2-40B4-BE49-F238E27FC236}">
                <a16:creationId xmlns="" xmlns:a16="http://schemas.microsoft.com/office/drawing/2014/main" id="{3CE7F4CE-E33B-FD4E-B07F-F5A9DE98853E}"/>
              </a:ext>
            </a:extLst>
          </p:cNvPr>
          <p:cNvSpPr>
            <a:spLocks noChangeShapeType="1"/>
          </p:cNvSpPr>
          <p:nvPr/>
        </p:nvSpPr>
        <p:spPr bwMode="auto">
          <a:xfrm flipV="1">
            <a:off x="3883249" y="2817813"/>
            <a:ext cx="3324225"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4" name="Line 13">
            <a:extLst>
              <a:ext uri="{FF2B5EF4-FFF2-40B4-BE49-F238E27FC236}">
                <a16:creationId xmlns="" xmlns:a16="http://schemas.microsoft.com/office/drawing/2014/main" id="{F55DFF34-EECA-F046-9F88-B6CF84CB8E0C}"/>
              </a:ext>
            </a:extLst>
          </p:cNvPr>
          <p:cNvSpPr>
            <a:spLocks noChangeShapeType="1"/>
          </p:cNvSpPr>
          <p:nvPr/>
        </p:nvSpPr>
        <p:spPr bwMode="auto">
          <a:xfrm flipV="1">
            <a:off x="5540599" y="2017713"/>
            <a:ext cx="0" cy="395287"/>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5" name="Text Box 14">
            <a:extLst>
              <a:ext uri="{FF2B5EF4-FFF2-40B4-BE49-F238E27FC236}">
                <a16:creationId xmlns="" xmlns:a16="http://schemas.microsoft.com/office/drawing/2014/main" id="{99267DCE-8159-FC45-B743-B474F3D4558D}"/>
              </a:ext>
            </a:extLst>
          </p:cNvPr>
          <p:cNvSpPr txBox="1">
            <a:spLocks noChangeArrowheads="1"/>
          </p:cNvSpPr>
          <p:nvPr/>
        </p:nvSpPr>
        <p:spPr bwMode="auto">
          <a:xfrm>
            <a:off x="5048474" y="1552575"/>
            <a:ext cx="936625"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Tahoma" charset="0"/>
                <a:ea typeface="ＭＳ Ｐゴシック" charset="0"/>
                <a:cs typeface="+mn-cs"/>
              </a:rPr>
              <a:t>32 bits</a:t>
            </a:r>
          </a:p>
        </p:txBody>
      </p:sp>
      <p:sp>
        <p:nvSpPr>
          <p:cNvPr id="36" name="Line 15">
            <a:extLst>
              <a:ext uri="{FF2B5EF4-FFF2-40B4-BE49-F238E27FC236}">
                <a16:creationId xmlns="" xmlns:a16="http://schemas.microsoft.com/office/drawing/2014/main" id="{8D62C2C2-8FA0-A54C-8811-9A937D96CD04}"/>
              </a:ext>
            </a:extLst>
          </p:cNvPr>
          <p:cNvSpPr>
            <a:spLocks noChangeShapeType="1"/>
          </p:cNvSpPr>
          <p:nvPr/>
        </p:nvSpPr>
        <p:spPr bwMode="auto">
          <a:xfrm>
            <a:off x="5997799" y="1784350"/>
            <a:ext cx="1200150" cy="4763"/>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7" name="Line 16">
            <a:extLst>
              <a:ext uri="{FF2B5EF4-FFF2-40B4-BE49-F238E27FC236}">
                <a16:creationId xmlns="" xmlns:a16="http://schemas.microsoft.com/office/drawing/2014/main" id="{DE702B00-23E1-474A-9072-DDEE50F76714}"/>
              </a:ext>
            </a:extLst>
          </p:cNvPr>
          <p:cNvSpPr>
            <a:spLocks noChangeShapeType="1"/>
          </p:cNvSpPr>
          <p:nvPr/>
        </p:nvSpPr>
        <p:spPr bwMode="auto">
          <a:xfrm rot="10800000">
            <a:off x="3888012" y="1793875"/>
            <a:ext cx="1128712" cy="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8" name="Text Box 17">
            <a:extLst>
              <a:ext uri="{FF2B5EF4-FFF2-40B4-BE49-F238E27FC236}">
                <a16:creationId xmlns="" xmlns:a16="http://schemas.microsoft.com/office/drawing/2014/main" id="{7A899027-0169-0E41-A632-97B068C6DCF8}"/>
              </a:ext>
            </a:extLst>
          </p:cNvPr>
          <p:cNvSpPr txBox="1">
            <a:spLocks noChangeArrowheads="1"/>
          </p:cNvSpPr>
          <p:nvPr/>
        </p:nvSpPr>
        <p:spPr bwMode="auto">
          <a:xfrm>
            <a:off x="4745262" y="3376613"/>
            <a:ext cx="1389062" cy="1006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Tahoma" charset="0"/>
                <a:ea typeface="ＭＳ Ｐゴシック" charset="0"/>
                <a:cs typeface="+mn-cs"/>
              </a:rPr>
              <a:t>application</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Tahoma" charset="0"/>
                <a:ea typeface="ＭＳ Ｐゴシック" charset="0"/>
                <a:cs typeface="+mn-cs"/>
              </a:rPr>
              <a:t>data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Tahoma" charset="0"/>
                <a:ea typeface="ＭＳ Ｐゴシック" charset="0"/>
                <a:cs typeface="+mn-cs"/>
              </a:rPr>
              <a:t>(payload)</a:t>
            </a: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9" name="Text Box 19">
            <a:extLst>
              <a:ext uri="{FF2B5EF4-FFF2-40B4-BE49-F238E27FC236}">
                <a16:creationId xmlns="" xmlns:a16="http://schemas.microsoft.com/office/drawing/2014/main" id="{CD850B08-5706-0344-961A-224002B37BA6}"/>
              </a:ext>
            </a:extLst>
          </p:cNvPr>
          <p:cNvSpPr txBox="1">
            <a:spLocks noChangeArrowheads="1"/>
          </p:cNvSpPr>
          <p:nvPr/>
        </p:nvSpPr>
        <p:spPr bwMode="auto">
          <a:xfrm>
            <a:off x="4338862" y="5292725"/>
            <a:ext cx="2524125"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Tahoma" charset="0"/>
                <a:ea typeface="ＭＳ Ｐゴシック" charset="0"/>
                <a:cs typeface="+mn-cs"/>
              </a:rPr>
              <a:t>UDP segment format</a:t>
            </a: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0" name="Line 20">
            <a:extLst>
              <a:ext uri="{FF2B5EF4-FFF2-40B4-BE49-F238E27FC236}">
                <a16:creationId xmlns="" xmlns:a16="http://schemas.microsoft.com/office/drawing/2014/main" id="{23E18502-A4AB-B441-8247-C60D9AD14D77}"/>
              </a:ext>
            </a:extLst>
          </p:cNvPr>
          <p:cNvSpPr>
            <a:spLocks noChangeShapeType="1"/>
          </p:cNvSpPr>
          <p:nvPr/>
        </p:nvSpPr>
        <p:spPr bwMode="auto">
          <a:xfrm flipV="1">
            <a:off x="5540599" y="2427288"/>
            <a:ext cx="0" cy="395287"/>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1" name="Text Box 22">
            <a:extLst>
              <a:ext uri="{FF2B5EF4-FFF2-40B4-BE49-F238E27FC236}">
                <a16:creationId xmlns="" xmlns:a16="http://schemas.microsoft.com/office/drawing/2014/main" id="{7C44E6B5-339B-1741-B9C3-A1E3E37268B0}"/>
              </a:ext>
            </a:extLst>
          </p:cNvPr>
          <p:cNvSpPr txBox="1">
            <a:spLocks noChangeArrowheads="1"/>
          </p:cNvSpPr>
          <p:nvPr/>
        </p:nvSpPr>
        <p:spPr bwMode="auto">
          <a:xfrm>
            <a:off x="4284887" y="2420938"/>
            <a:ext cx="814387"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length</a:t>
            </a: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2" name="Text Box 23">
            <a:extLst>
              <a:ext uri="{FF2B5EF4-FFF2-40B4-BE49-F238E27FC236}">
                <a16:creationId xmlns="" xmlns:a16="http://schemas.microsoft.com/office/drawing/2014/main" id="{47FFCC22-7372-6744-AEF8-0A8B78529255}"/>
              </a:ext>
            </a:extLst>
          </p:cNvPr>
          <p:cNvSpPr txBox="1">
            <a:spLocks noChangeArrowheads="1"/>
          </p:cNvSpPr>
          <p:nvPr/>
        </p:nvSpPr>
        <p:spPr bwMode="auto">
          <a:xfrm>
            <a:off x="5831112" y="2411413"/>
            <a:ext cx="1176337"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checksum</a:t>
            </a: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3" name="Text Box 24">
            <a:extLst>
              <a:ext uri="{FF2B5EF4-FFF2-40B4-BE49-F238E27FC236}">
                <a16:creationId xmlns="" xmlns:a16="http://schemas.microsoft.com/office/drawing/2014/main" id="{485622D4-EF6A-C34A-A27B-A6B8F83BC672}"/>
              </a:ext>
            </a:extLst>
          </p:cNvPr>
          <p:cNvSpPr txBox="1">
            <a:spLocks noChangeArrowheads="1"/>
          </p:cNvSpPr>
          <p:nvPr/>
        </p:nvSpPr>
        <p:spPr bwMode="auto">
          <a:xfrm>
            <a:off x="7623398" y="3421856"/>
            <a:ext cx="2406650" cy="915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length, in bytes of UDP segment, including header</a:t>
            </a: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4" name="Line 25">
            <a:extLst>
              <a:ext uri="{FF2B5EF4-FFF2-40B4-BE49-F238E27FC236}">
                <a16:creationId xmlns="" xmlns:a16="http://schemas.microsoft.com/office/drawing/2014/main" id="{1D6A5808-0448-DB49-AF97-08E63607B4AB}"/>
              </a:ext>
            </a:extLst>
          </p:cNvPr>
          <p:cNvSpPr>
            <a:spLocks noChangeShapeType="1"/>
          </p:cNvSpPr>
          <p:nvPr/>
        </p:nvSpPr>
        <p:spPr bwMode="auto">
          <a:xfrm flipH="1" flipV="1">
            <a:off x="5142136" y="2597149"/>
            <a:ext cx="3113157" cy="1285397"/>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5" name="Oval 4">
            <a:extLst>
              <a:ext uri="{FF2B5EF4-FFF2-40B4-BE49-F238E27FC236}">
                <a16:creationId xmlns="" xmlns:a16="http://schemas.microsoft.com/office/drawing/2014/main" id="{2155F1E7-7CEF-EC4F-9C9D-C612D6BAA462}"/>
              </a:ext>
            </a:extLst>
          </p:cNvPr>
          <p:cNvSpPr/>
          <p:nvPr/>
        </p:nvSpPr>
        <p:spPr>
          <a:xfrm>
            <a:off x="3695142" y="1957213"/>
            <a:ext cx="2097870" cy="534469"/>
          </a:xfrm>
          <a:prstGeom prst="ellipse">
            <a:avLst/>
          </a:prstGeom>
          <a:noFill/>
          <a:ln w="31750">
            <a:solidFill>
              <a:srgbClr val="CD000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6" name="Oval 25">
            <a:extLst>
              <a:ext uri="{FF2B5EF4-FFF2-40B4-BE49-F238E27FC236}">
                <a16:creationId xmlns="" xmlns:a16="http://schemas.microsoft.com/office/drawing/2014/main" id="{BE69DAA7-4CE3-5A48-B429-6D40B6035291}"/>
              </a:ext>
            </a:extLst>
          </p:cNvPr>
          <p:cNvSpPr/>
          <p:nvPr/>
        </p:nvSpPr>
        <p:spPr>
          <a:xfrm>
            <a:off x="5331049" y="1955208"/>
            <a:ext cx="2097870" cy="534469"/>
          </a:xfrm>
          <a:prstGeom prst="ellipse">
            <a:avLst/>
          </a:prstGeom>
          <a:noFill/>
          <a:ln w="31750">
            <a:solidFill>
              <a:srgbClr val="CD000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7" name="Oval 26">
            <a:extLst>
              <a:ext uri="{FF2B5EF4-FFF2-40B4-BE49-F238E27FC236}">
                <a16:creationId xmlns="" xmlns:a16="http://schemas.microsoft.com/office/drawing/2014/main" id="{AF8B7A60-8E66-CD4B-B67F-657454C69C5D}"/>
              </a:ext>
            </a:extLst>
          </p:cNvPr>
          <p:cNvSpPr/>
          <p:nvPr/>
        </p:nvSpPr>
        <p:spPr>
          <a:xfrm>
            <a:off x="3657042" y="2362801"/>
            <a:ext cx="2097870" cy="534469"/>
          </a:xfrm>
          <a:prstGeom prst="ellipse">
            <a:avLst/>
          </a:prstGeom>
          <a:noFill/>
          <a:ln w="31750">
            <a:solidFill>
              <a:srgbClr val="CD000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8" name="Oval 47">
            <a:extLst>
              <a:ext uri="{FF2B5EF4-FFF2-40B4-BE49-F238E27FC236}">
                <a16:creationId xmlns="" xmlns:a16="http://schemas.microsoft.com/office/drawing/2014/main" id="{AE79E99F-83A4-EE4E-9BAB-1946BFD0A4A1}"/>
              </a:ext>
            </a:extLst>
          </p:cNvPr>
          <p:cNvSpPr/>
          <p:nvPr/>
        </p:nvSpPr>
        <p:spPr>
          <a:xfrm>
            <a:off x="5290176" y="2341229"/>
            <a:ext cx="2097870" cy="534469"/>
          </a:xfrm>
          <a:prstGeom prst="ellipse">
            <a:avLst/>
          </a:prstGeom>
          <a:noFill/>
          <a:ln w="31750">
            <a:solidFill>
              <a:srgbClr val="CD000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9" name="Oval 48">
            <a:extLst>
              <a:ext uri="{FF2B5EF4-FFF2-40B4-BE49-F238E27FC236}">
                <a16:creationId xmlns="" xmlns:a16="http://schemas.microsoft.com/office/drawing/2014/main" id="{2AA4BE2E-C7FD-E34F-9626-C89B0B4F43FB}"/>
              </a:ext>
            </a:extLst>
          </p:cNvPr>
          <p:cNvSpPr/>
          <p:nvPr/>
        </p:nvSpPr>
        <p:spPr>
          <a:xfrm>
            <a:off x="4386800" y="3148706"/>
            <a:ext cx="2097870" cy="1560711"/>
          </a:xfrm>
          <a:prstGeom prst="ellipse">
            <a:avLst/>
          </a:prstGeom>
          <a:noFill/>
          <a:ln w="31750">
            <a:solidFill>
              <a:srgbClr val="CD000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0" name="Line 25">
            <a:extLst>
              <a:ext uri="{FF2B5EF4-FFF2-40B4-BE49-F238E27FC236}">
                <a16:creationId xmlns="" xmlns:a16="http://schemas.microsoft.com/office/drawing/2014/main" id="{F10F9304-7E0A-6542-A023-9D119B25A076}"/>
              </a:ext>
            </a:extLst>
          </p:cNvPr>
          <p:cNvSpPr>
            <a:spLocks noChangeShapeType="1"/>
          </p:cNvSpPr>
          <p:nvPr/>
        </p:nvSpPr>
        <p:spPr bwMode="auto">
          <a:xfrm flipH="1" flipV="1">
            <a:off x="5915202" y="3972404"/>
            <a:ext cx="3113157" cy="1285397"/>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51" name="Text Box 24">
            <a:extLst>
              <a:ext uri="{FF2B5EF4-FFF2-40B4-BE49-F238E27FC236}">
                <a16:creationId xmlns="" xmlns:a16="http://schemas.microsoft.com/office/drawing/2014/main" id="{E81BCD01-79B1-A943-81E4-83B20B558C90}"/>
              </a:ext>
            </a:extLst>
          </p:cNvPr>
          <p:cNvSpPr txBox="1">
            <a:spLocks noChangeArrowheads="1"/>
          </p:cNvSpPr>
          <p:nvPr/>
        </p:nvSpPr>
        <p:spPr bwMode="auto">
          <a:xfrm>
            <a:off x="8032927" y="4969559"/>
            <a:ext cx="2406650" cy="6463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data to/from application layer</a:t>
            </a: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8" name="Slide Number Placeholder 2">
            <a:extLst>
              <a:ext uri="{FF2B5EF4-FFF2-40B4-BE49-F238E27FC236}">
                <a16:creationId xmlns="" xmlns:a16="http://schemas.microsoft.com/office/drawing/2014/main" id="{43CF0894-FFF1-6D45-9D05-752E85B0BFC5}"/>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22</a:t>
            </a:fld>
            <a:endParaRPr lang="en-US" dirty="0"/>
          </a:p>
        </p:txBody>
      </p:sp>
    </p:spTree>
    <p:extLst>
      <p:ext uri="{BB962C8B-B14F-4D97-AF65-F5344CB8AC3E}">
        <p14:creationId xmlns:p14="http://schemas.microsoft.com/office/powerpoint/2010/main" val="4282857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dissolve">
                                      <p:cBhvr>
                                        <p:cTn id="10" dur="500"/>
                                        <p:tgtEl>
                                          <p:spTgt spid="26"/>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dissolve">
                                      <p:cBhvr>
                                        <p:cTn id="15" dur="500"/>
                                        <p:tgtEl>
                                          <p:spTgt spid="27"/>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44"/>
                                        </p:tgtEl>
                                        <p:attrNameLst>
                                          <p:attrName>style.visibility</p:attrName>
                                        </p:attrNameLst>
                                      </p:cBhvr>
                                      <p:to>
                                        <p:strVal val="visible"/>
                                      </p:to>
                                    </p:set>
                                    <p:animEffect transition="in" filter="dissolve">
                                      <p:cBhvr>
                                        <p:cTn id="18" dur="500"/>
                                        <p:tgtEl>
                                          <p:spTgt spid="44"/>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43"/>
                                        </p:tgtEl>
                                        <p:attrNameLst>
                                          <p:attrName>style.visibility</p:attrName>
                                        </p:attrNameLst>
                                      </p:cBhvr>
                                      <p:to>
                                        <p:strVal val="visible"/>
                                      </p:to>
                                    </p:set>
                                    <p:animEffect transition="in" filter="dissolve">
                                      <p:cBhvr>
                                        <p:cTn id="21" dur="500"/>
                                        <p:tgtEl>
                                          <p:spTgt spid="43"/>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49"/>
                                        </p:tgtEl>
                                        <p:attrNameLst>
                                          <p:attrName>style.visibility</p:attrName>
                                        </p:attrNameLst>
                                      </p:cBhvr>
                                      <p:to>
                                        <p:strVal val="visible"/>
                                      </p:to>
                                    </p:set>
                                    <p:animEffect transition="in" filter="dissolve">
                                      <p:cBhvr>
                                        <p:cTn id="26" dur="500"/>
                                        <p:tgtEl>
                                          <p:spTgt spid="49"/>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50"/>
                                        </p:tgtEl>
                                        <p:attrNameLst>
                                          <p:attrName>style.visibility</p:attrName>
                                        </p:attrNameLst>
                                      </p:cBhvr>
                                      <p:to>
                                        <p:strVal val="visible"/>
                                      </p:to>
                                    </p:set>
                                    <p:animEffect transition="in" filter="dissolve">
                                      <p:cBhvr>
                                        <p:cTn id="29" dur="500"/>
                                        <p:tgtEl>
                                          <p:spTgt spid="50"/>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51"/>
                                        </p:tgtEl>
                                        <p:attrNameLst>
                                          <p:attrName>style.visibility</p:attrName>
                                        </p:attrNameLst>
                                      </p:cBhvr>
                                      <p:to>
                                        <p:strVal val="visible"/>
                                      </p:to>
                                    </p:set>
                                    <p:animEffect transition="in" filter="dissolve">
                                      <p:cBhvr>
                                        <p:cTn id="32" dur="500"/>
                                        <p:tgtEl>
                                          <p:spTgt spid="51"/>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48"/>
                                        </p:tgtEl>
                                        <p:attrNameLst>
                                          <p:attrName>style.visibility</p:attrName>
                                        </p:attrNameLst>
                                      </p:cBhvr>
                                      <p:to>
                                        <p:strVal val="visible"/>
                                      </p:to>
                                    </p:set>
                                    <p:animEffect transition="in" filter="dissolve">
                                      <p:cBhvr>
                                        <p:cTn id="37"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4" grpId="0" animBg="1"/>
      <p:bldP spid="5" grpId="0" animBg="1"/>
      <p:bldP spid="26" grpId="0" animBg="1"/>
      <p:bldP spid="27" grpId="0" animBg="1"/>
      <p:bldP spid="48" grpId="0" animBg="1"/>
      <p:bldP spid="49" grpId="0" animBg="1"/>
      <p:bldP spid="50" grpId="0" animBg="1"/>
      <p:bldP spid="5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UDP checksum</a:t>
            </a:r>
          </a:p>
        </p:txBody>
      </p:sp>
      <p:sp>
        <p:nvSpPr>
          <p:cNvPr id="48" name="Rectangle 4">
            <a:extLst>
              <a:ext uri="{FF2B5EF4-FFF2-40B4-BE49-F238E27FC236}">
                <a16:creationId xmlns="" xmlns:a16="http://schemas.microsoft.com/office/drawing/2014/main" id="{673A6B1C-AEDF-5947-AFDF-9232983233A4}"/>
              </a:ext>
            </a:extLst>
          </p:cNvPr>
          <p:cNvSpPr txBox="1">
            <a:spLocks noChangeArrowheads="1"/>
          </p:cNvSpPr>
          <p:nvPr/>
        </p:nvSpPr>
        <p:spPr>
          <a:xfrm>
            <a:off x="1270863" y="2652793"/>
            <a:ext cx="10241312" cy="573438"/>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0175"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Transmitted:            5               6                11</a:t>
            </a:r>
          </a:p>
        </p:txBody>
      </p:sp>
      <p:sp>
        <p:nvSpPr>
          <p:cNvPr id="49" name="Rectangle 5">
            <a:extLst>
              <a:ext uri="{FF2B5EF4-FFF2-40B4-BE49-F238E27FC236}">
                <a16:creationId xmlns="" xmlns:a16="http://schemas.microsoft.com/office/drawing/2014/main" id="{F6F1E6ED-F1FB-7542-8156-6A1C186D48CB}"/>
              </a:ext>
            </a:extLst>
          </p:cNvPr>
          <p:cNvSpPr>
            <a:spLocks noChangeArrowheads="1"/>
          </p:cNvSpPr>
          <p:nvPr/>
        </p:nvSpPr>
        <p:spPr bwMode="auto">
          <a:xfrm>
            <a:off x="798690" y="1371219"/>
            <a:ext cx="11100624" cy="84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marL="342900" indent="-342900">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342900" marR="0" lvl="0" indent="-342900" algn="l" defTabSz="914400" rtl="0" eaLnBrk="1" fontAlgn="auto" latinLnBrk="0" hangingPunct="1">
              <a:lnSpc>
                <a:spcPct val="85000"/>
              </a:lnSpc>
              <a:spcBef>
                <a:spcPct val="20000"/>
              </a:spcBef>
              <a:spcAft>
                <a:spcPts val="0"/>
              </a:spcAft>
              <a:buClr>
                <a:srgbClr val="000099"/>
              </a:buClr>
              <a:buSzPct val="65000"/>
              <a:buFont typeface="Wingdings" pitchFamily="2" charset="2"/>
              <a:buNone/>
              <a:tabLst/>
              <a:defRPr/>
            </a:pPr>
            <a:r>
              <a:rPr kumimoji="0" lang="en-US" altLang="en-US" sz="32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Goal:</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detect </a:t>
            </a:r>
            <a:r>
              <a:rPr kumimoji="0" lang="en-US" altLang="ja-JP"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errors (</a:t>
            </a:r>
            <a:r>
              <a:rPr kumimoji="0" lang="en-US" altLang="ja-JP" sz="32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i.e., </a:t>
            </a:r>
            <a:r>
              <a:rPr kumimoji="0" lang="en-US" altLang="ja-JP"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flipped bits) in transmitted segment</a:t>
            </a:r>
          </a:p>
          <a:p>
            <a:pPr marL="342900" marR="0" lvl="0" indent="-342900" algn="l" defTabSz="914400" rtl="0" eaLnBrk="1" fontAlgn="auto" latinLnBrk="0" hangingPunct="1">
              <a:lnSpc>
                <a:spcPct val="85000"/>
              </a:lnSpc>
              <a:spcBef>
                <a:spcPct val="20000"/>
              </a:spcBef>
              <a:spcAft>
                <a:spcPts val="0"/>
              </a:spcAft>
              <a:buClr>
                <a:srgbClr val="000099"/>
              </a:buClr>
              <a:buSzPct val="65000"/>
              <a:buFont typeface="Wingdings" pitchFamily="2" charset="2"/>
              <a:buChar char="v"/>
              <a:tabLst/>
              <a:defRPr/>
            </a:pPr>
            <a:endParaRPr kumimoji="0" lang="en-US" altLang="en-US" sz="2800" b="0" i="0" u="none" strike="noStrike" kern="1200" cap="none" spc="0" normalizeH="0" baseline="0" noProof="0" dirty="0">
              <a:ln>
                <a:noFill/>
              </a:ln>
              <a:solidFill>
                <a:prstClr val="black"/>
              </a:solidFill>
              <a:effectLst/>
              <a:uLnTx/>
              <a:uFillTx/>
              <a:latin typeface="Gill Sans MT" panose="020B0502020104020203" pitchFamily="34" charset="77"/>
              <a:ea typeface="ＭＳ Ｐゴシック" panose="020B0600070205080204" pitchFamily="34" charset="-128"/>
              <a:cs typeface="+mn-cs"/>
            </a:endParaRPr>
          </a:p>
        </p:txBody>
      </p:sp>
      <p:sp>
        <p:nvSpPr>
          <p:cNvPr id="6" name="Rectangle 4">
            <a:extLst>
              <a:ext uri="{FF2B5EF4-FFF2-40B4-BE49-F238E27FC236}">
                <a16:creationId xmlns="" xmlns:a16="http://schemas.microsoft.com/office/drawing/2014/main" id="{E6366BE9-1119-E949-B583-83377BE7B2FA}"/>
              </a:ext>
            </a:extLst>
          </p:cNvPr>
          <p:cNvSpPr txBox="1">
            <a:spLocks noChangeArrowheads="1"/>
          </p:cNvSpPr>
          <p:nvPr/>
        </p:nvSpPr>
        <p:spPr>
          <a:xfrm>
            <a:off x="1717730" y="4429929"/>
            <a:ext cx="10241312" cy="573438"/>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0175"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Received:            4               6                11</a:t>
            </a:r>
          </a:p>
        </p:txBody>
      </p:sp>
      <p:grpSp>
        <p:nvGrpSpPr>
          <p:cNvPr id="18" name="Group 17">
            <a:extLst>
              <a:ext uri="{FF2B5EF4-FFF2-40B4-BE49-F238E27FC236}">
                <a16:creationId xmlns="" xmlns:a16="http://schemas.microsoft.com/office/drawing/2014/main" id="{E83263DD-30EB-3A47-BB43-1008E7B8EB3B}"/>
              </a:ext>
            </a:extLst>
          </p:cNvPr>
          <p:cNvGrpSpPr/>
          <p:nvPr/>
        </p:nvGrpSpPr>
        <p:grpSpPr>
          <a:xfrm>
            <a:off x="3781587" y="2118101"/>
            <a:ext cx="3789990" cy="374499"/>
            <a:chOff x="3781587" y="2118101"/>
            <a:chExt cx="3789990" cy="374499"/>
          </a:xfrm>
        </p:grpSpPr>
        <p:sp>
          <p:nvSpPr>
            <p:cNvPr id="3" name="TextBox 2">
              <a:extLst>
                <a:ext uri="{FF2B5EF4-FFF2-40B4-BE49-F238E27FC236}">
                  <a16:creationId xmlns="" xmlns:a16="http://schemas.microsoft.com/office/drawing/2014/main" id="{875CCDE0-7CCA-374E-AAE6-7714B8510863}"/>
                </a:ext>
              </a:extLst>
            </p:cNvPr>
            <p:cNvSpPr txBox="1"/>
            <p:nvPr/>
          </p:nvSpPr>
          <p:spPr>
            <a:xfrm>
              <a:off x="3781587" y="2123268"/>
              <a:ext cx="121046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1</a:t>
              </a:r>
              <a:r>
                <a:rPr kumimoji="0" lang="en-US" sz="1800" b="0" i="0" u="none" strike="noStrike" kern="1200" cap="none" spc="0" normalizeH="0" baseline="30000" noProof="0" dirty="0">
                  <a:ln>
                    <a:noFill/>
                  </a:ln>
                  <a:solidFill>
                    <a:prstClr val="black"/>
                  </a:solidFill>
                  <a:effectLst/>
                  <a:uLnTx/>
                  <a:uFillTx/>
                  <a:latin typeface="Calibri"/>
                  <a:ea typeface="+mn-ea"/>
                  <a:cs typeface="+mn-cs"/>
                </a:rPr>
                <a:t>st</a:t>
              </a:r>
              <a:r>
                <a:rPr kumimoji="0" lang="en-US" sz="1800" b="0" i="0" u="none" strike="noStrike" kern="1200" cap="none" spc="0" normalizeH="0" baseline="0" noProof="0" dirty="0">
                  <a:ln>
                    <a:noFill/>
                  </a:ln>
                  <a:solidFill>
                    <a:prstClr val="black"/>
                  </a:solidFill>
                  <a:effectLst/>
                  <a:uLnTx/>
                  <a:uFillTx/>
                  <a:latin typeface="Calibri"/>
                  <a:ea typeface="+mn-ea"/>
                  <a:cs typeface="+mn-cs"/>
                </a:rPr>
                <a:t> number</a:t>
              </a:r>
            </a:p>
          </p:txBody>
        </p:sp>
        <p:sp>
          <p:nvSpPr>
            <p:cNvPr id="8" name="TextBox 7">
              <a:extLst>
                <a:ext uri="{FF2B5EF4-FFF2-40B4-BE49-F238E27FC236}">
                  <a16:creationId xmlns="" xmlns:a16="http://schemas.microsoft.com/office/drawing/2014/main" id="{AC036BB1-E12C-9F45-B7AC-A46C43550AB8}"/>
                </a:ext>
              </a:extLst>
            </p:cNvPr>
            <p:cNvSpPr txBox="1"/>
            <p:nvPr/>
          </p:nvSpPr>
          <p:spPr>
            <a:xfrm>
              <a:off x="5173851" y="2120685"/>
              <a:ext cx="12602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2</a:t>
              </a:r>
              <a:r>
                <a:rPr kumimoji="0" lang="en-US" sz="1800" b="0" i="0" u="none" strike="noStrike" kern="1200" cap="none" spc="0" normalizeH="0" baseline="30000" noProof="0" dirty="0">
                  <a:ln>
                    <a:noFill/>
                  </a:ln>
                  <a:solidFill>
                    <a:prstClr val="black"/>
                  </a:solidFill>
                  <a:effectLst/>
                  <a:uLnTx/>
                  <a:uFillTx/>
                  <a:latin typeface="Calibri"/>
                  <a:ea typeface="+mn-ea"/>
                  <a:cs typeface="+mn-cs"/>
                </a:rPr>
                <a:t>nd</a:t>
              </a:r>
              <a:r>
                <a:rPr kumimoji="0" lang="en-US" sz="1800" b="0" i="0" u="none" strike="noStrike" kern="1200" cap="none" spc="0" normalizeH="0" baseline="0" noProof="0" dirty="0">
                  <a:ln>
                    <a:noFill/>
                  </a:ln>
                  <a:solidFill>
                    <a:prstClr val="black"/>
                  </a:solidFill>
                  <a:effectLst/>
                  <a:uLnTx/>
                  <a:uFillTx/>
                  <a:latin typeface="Calibri"/>
                  <a:ea typeface="+mn-ea"/>
                  <a:cs typeface="+mn-cs"/>
                </a:rPr>
                <a:t> number</a:t>
              </a:r>
            </a:p>
          </p:txBody>
        </p:sp>
        <p:sp>
          <p:nvSpPr>
            <p:cNvPr id="9" name="TextBox 8">
              <a:extLst>
                <a:ext uri="{FF2B5EF4-FFF2-40B4-BE49-F238E27FC236}">
                  <a16:creationId xmlns="" xmlns:a16="http://schemas.microsoft.com/office/drawing/2014/main" id="{0EF766B9-0BC5-B243-8C87-21D6B656B474}"/>
                </a:ext>
              </a:extLst>
            </p:cNvPr>
            <p:cNvSpPr txBox="1"/>
            <p:nvPr/>
          </p:nvSpPr>
          <p:spPr>
            <a:xfrm>
              <a:off x="6938070" y="2118101"/>
              <a:ext cx="63350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 sum</a:t>
              </a:r>
            </a:p>
          </p:txBody>
        </p:sp>
      </p:grpSp>
      <p:sp>
        <p:nvSpPr>
          <p:cNvPr id="5" name="Down Arrow 4">
            <a:extLst>
              <a:ext uri="{FF2B5EF4-FFF2-40B4-BE49-F238E27FC236}">
                <a16:creationId xmlns="" xmlns:a16="http://schemas.microsoft.com/office/drawing/2014/main" id="{25D45AF0-1848-CC41-9B94-776A4F00467D}"/>
              </a:ext>
            </a:extLst>
          </p:cNvPr>
          <p:cNvSpPr/>
          <p:nvPr/>
        </p:nvSpPr>
        <p:spPr>
          <a:xfrm>
            <a:off x="5269424" y="3316637"/>
            <a:ext cx="1131376" cy="978408"/>
          </a:xfrm>
          <a:prstGeom prst="downArrow">
            <a:avLst/>
          </a:prstGeom>
          <a:gradFill>
            <a:gsLst>
              <a:gs pos="0">
                <a:schemeClr val="accent1">
                  <a:lumMod val="5000"/>
                  <a:lumOff val="95000"/>
                </a:schemeClr>
              </a:gs>
              <a:gs pos="55000">
                <a:srgbClr val="E47E9F"/>
              </a:gs>
              <a:gs pos="83000">
                <a:srgbClr val="CD0004"/>
              </a:gs>
              <a:gs pos="100000">
                <a:srgbClr val="C0000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11" name="Group 10">
            <a:extLst>
              <a:ext uri="{FF2B5EF4-FFF2-40B4-BE49-F238E27FC236}">
                <a16:creationId xmlns="" xmlns:a16="http://schemas.microsoft.com/office/drawing/2014/main" id="{AED0B8C6-3F4F-D744-B0D5-012F7CCC8026}"/>
              </a:ext>
            </a:extLst>
          </p:cNvPr>
          <p:cNvGrpSpPr/>
          <p:nvPr/>
        </p:nvGrpSpPr>
        <p:grpSpPr>
          <a:xfrm>
            <a:off x="4005390" y="4866468"/>
            <a:ext cx="2218236" cy="1079841"/>
            <a:chOff x="4005390" y="4866468"/>
            <a:chExt cx="2218236" cy="1079841"/>
          </a:xfrm>
        </p:grpSpPr>
        <p:sp>
          <p:nvSpPr>
            <p:cNvPr id="4" name="TextBox 3">
              <a:extLst>
                <a:ext uri="{FF2B5EF4-FFF2-40B4-BE49-F238E27FC236}">
                  <a16:creationId xmlns="" xmlns:a16="http://schemas.microsoft.com/office/drawing/2014/main" id="{80290089-A408-1F4D-AD89-57B6FA475BD4}"/>
                </a:ext>
              </a:extLst>
            </p:cNvPr>
            <p:cNvSpPr txBox="1"/>
            <p:nvPr/>
          </p:nvSpPr>
          <p:spPr>
            <a:xfrm>
              <a:off x="4005390" y="5238423"/>
              <a:ext cx="2218236" cy="707886"/>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receiver-computed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checksum</a:t>
              </a:r>
            </a:p>
          </p:txBody>
        </p:sp>
        <p:sp>
          <p:nvSpPr>
            <p:cNvPr id="7" name="Right Brace 6">
              <a:extLst>
                <a:ext uri="{FF2B5EF4-FFF2-40B4-BE49-F238E27FC236}">
                  <a16:creationId xmlns="" xmlns:a16="http://schemas.microsoft.com/office/drawing/2014/main" id="{70805D62-6F2B-1F49-A297-2C93A181F097}"/>
                </a:ext>
              </a:extLst>
            </p:cNvPr>
            <p:cNvSpPr/>
            <p:nvPr/>
          </p:nvSpPr>
          <p:spPr>
            <a:xfrm rot="5400000">
              <a:off x="5005953" y="4107051"/>
              <a:ext cx="302449" cy="1821283"/>
            </a:xfrm>
            <a:prstGeom prst="rightBrace">
              <a:avLst/>
            </a:prstGeom>
            <a:ln w="381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3" name="Group 12">
            <a:extLst>
              <a:ext uri="{FF2B5EF4-FFF2-40B4-BE49-F238E27FC236}">
                <a16:creationId xmlns="" xmlns:a16="http://schemas.microsoft.com/office/drawing/2014/main" id="{5499C2F8-4129-1B44-8C70-BBDF08BD1536}"/>
              </a:ext>
            </a:extLst>
          </p:cNvPr>
          <p:cNvGrpSpPr/>
          <p:nvPr/>
        </p:nvGrpSpPr>
        <p:grpSpPr>
          <a:xfrm>
            <a:off x="6880470" y="4879385"/>
            <a:ext cx="2604945" cy="1064342"/>
            <a:chOff x="6880470" y="4879385"/>
            <a:chExt cx="2604945" cy="1064342"/>
          </a:xfrm>
        </p:grpSpPr>
        <p:sp>
          <p:nvSpPr>
            <p:cNvPr id="12" name="TextBox 11">
              <a:extLst>
                <a:ext uri="{FF2B5EF4-FFF2-40B4-BE49-F238E27FC236}">
                  <a16:creationId xmlns="" xmlns:a16="http://schemas.microsoft.com/office/drawing/2014/main" id="{D9DCA310-B7D2-5B47-90B9-563B10E091FB}"/>
                </a:ext>
              </a:extLst>
            </p:cNvPr>
            <p:cNvSpPr txBox="1"/>
            <p:nvPr/>
          </p:nvSpPr>
          <p:spPr>
            <a:xfrm>
              <a:off x="6880470" y="5235841"/>
              <a:ext cx="2604945"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sender-computed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checksum (as received)</a:t>
              </a:r>
            </a:p>
          </p:txBody>
        </p:sp>
        <p:sp>
          <p:nvSpPr>
            <p:cNvPr id="15" name="Right Brace 14">
              <a:extLst>
                <a:ext uri="{FF2B5EF4-FFF2-40B4-BE49-F238E27FC236}">
                  <a16:creationId xmlns="" xmlns:a16="http://schemas.microsoft.com/office/drawing/2014/main" id="{DA615DF0-68E8-EC4F-807E-D486A3197601}"/>
                </a:ext>
              </a:extLst>
            </p:cNvPr>
            <p:cNvSpPr/>
            <p:nvPr/>
          </p:nvSpPr>
          <p:spPr>
            <a:xfrm rot="5400000">
              <a:off x="7219627" y="4631412"/>
              <a:ext cx="266054" cy="761999"/>
            </a:xfrm>
            <a:prstGeom prst="rightBrace">
              <a:avLst/>
            </a:prstGeom>
            <a:ln w="381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7" name="Group 16">
            <a:extLst>
              <a:ext uri="{FF2B5EF4-FFF2-40B4-BE49-F238E27FC236}">
                <a16:creationId xmlns="" xmlns:a16="http://schemas.microsoft.com/office/drawing/2014/main" id="{5F01925F-F602-844A-BEF4-A6395DF560AD}"/>
              </a:ext>
            </a:extLst>
          </p:cNvPr>
          <p:cNvGrpSpPr/>
          <p:nvPr/>
        </p:nvGrpSpPr>
        <p:grpSpPr>
          <a:xfrm>
            <a:off x="6121831" y="5201334"/>
            <a:ext cx="821411" cy="1346699"/>
            <a:chOff x="6121831" y="5201334"/>
            <a:chExt cx="821411" cy="1346699"/>
          </a:xfrm>
        </p:grpSpPr>
        <p:pic>
          <p:nvPicPr>
            <p:cNvPr id="1026" name="Picture 2" descr="Image result for error">
              <a:extLst>
                <a:ext uri="{FF2B5EF4-FFF2-40B4-BE49-F238E27FC236}">
                  <a16:creationId xmlns="" xmlns:a16="http://schemas.microsoft.com/office/drawing/2014/main" id="{0F8C0CDD-8B63-9A4B-B799-33D82D530B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21831" y="5782776"/>
              <a:ext cx="821411" cy="765257"/>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 xmlns:a16="http://schemas.microsoft.com/office/drawing/2014/main" id="{10916598-558E-9245-AD24-594E54348A33}"/>
                </a:ext>
              </a:extLst>
            </p:cNvPr>
            <p:cNvSpPr txBox="1"/>
            <p:nvPr/>
          </p:nvSpPr>
          <p:spPr>
            <a:xfrm>
              <a:off x="6307811" y="5201334"/>
              <a:ext cx="413896"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CD0004"/>
                  </a:solidFill>
                  <a:effectLst/>
                  <a:uLnTx/>
                  <a:uFillTx/>
                  <a:latin typeface="Calibri"/>
                  <a:ea typeface="+mn-ea"/>
                  <a:cs typeface="+mn-cs"/>
                </a:rPr>
                <a:t>=</a:t>
              </a:r>
            </a:p>
          </p:txBody>
        </p:sp>
        <p:cxnSp>
          <p:nvCxnSpPr>
            <p:cNvPr id="16" name="Straight Connector 15">
              <a:extLst>
                <a:ext uri="{FF2B5EF4-FFF2-40B4-BE49-F238E27FC236}">
                  <a16:creationId xmlns="" xmlns:a16="http://schemas.microsoft.com/office/drawing/2014/main" id="{33E17EE6-50CC-C042-BC48-5E6E3B972272}"/>
                </a:ext>
              </a:extLst>
            </p:cNvPr>
            <p:cNvCxnSpPr/>
            <p:nvPr/>
          </p:nvCxnSpPr>
          <p:spPr>
            <a:xfrm flipH="1">
              <a:off x="6460174" y="5418195"/>
              <a:ext cx="108488" cy="247973"/>
            </a:xfrm>
            <a:prstGeom prst="line">
              <a:avLst/>
            </a:prstGeom>
            <a:ln w="31750">
              <a:solidFill>
                <a:srgbClr val="CD0004"/>
              </a:solidFill>
            </a:ln>
          </p:spPr>
          <p:style>
            <a:lnRef idx="1">
              <a:schemeClr val="accent1"/>
            </a:lnRef>
            <a:fillRef idx="0">
              <a:schemeClr val="accent1"/>
            </a:fillRef>
            <a:effectRef idx="0">
              <a:schemeClr val="accent1"/>
            </a:effectRef>
            <a:fontRef idx="minor">
              <a:schemeClr val="tx1"/>
            </a:fontRef>
          </p:style>
        </p:cxnSp>
      </p:grpSp>
      <p:sp>
        <p:nvSpPr>
          <p:cNvPr id="21" name="Slide Number Placeholder 2">
            <a:extLst>
              <a:ext uri="{FF2B5EF4-FFF2-40B4-BE49-F238E27FC236}">
                <a16:creationId xmlns="" xmlns:a16="http://schemas.microsoft.com/office/drawing/2014/main" id="{D5723390-FF65-C242-9B32-1814D9E35B6A}"/>
              </a:ext>
            </a:extLst>
          </p:cNvPr>
          <p:cNvSpPr>
            <a:spLocks noGrp="1"/>
          </p:cNvSpPr>
          <p:nvPr>
            <p:ph type="sldNum" sz="quarter" idx="4"/>
          </p:nvPr>
        </p:nvSpPr>
        <p:spPr>
          <a:xfrm>
            <a:off x="9219616" y="644308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lumMod val="50000"/>
                  </a:prstClr>
                </a:solidFill>
                <a:effectLst/>
                <a:uLnTx/>
                <a:uFillTx/>
                <a:latin typeface="Calibri" panose="020F0502020204030204"/>
                <a:ea typeface="+mn-ea"/>
                <a:cs typeface="+mn-cs"/>
              </a:rPr>
              <a:t>Transport Layer: 3-</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76679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dissolve">
                                      <p:cBhvr>
                                        <p:cTn id="7" dur="500"/>
                                        <p:tgtEl>
                                          <p:spTgt spid="18"/>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8"/>
                                        </p:tgtEl>
                                        <p:attrNameLst>
                                          <p:attrName>style.visibility</p:attrName>
                                        </p:attrNameLst>
                                      </p:cBhvr>
                                      <p:to>
                                        <p:strVal val="visible"/>
                                      </p:to>
                                    </p:set>
                                    <p:animEffect transition="in" filter="dissolve">
                                      <p:cBhvr>
                                        <p:cTn id="10" dur="500"/>
                                        <p:tgtEl>
                                          <p:spTgt spid="48"/>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up)">
                                      <p:cBhvr>
                                        <p:cTn id="15" dur="500"/>
                                        <p:tgtEl>
                                          <p:spTgt spid="5"/>
                                        </p:tgtEl>
                                      </p:cBhvr>
                                    </p:animEffect>
                                  </p:childTnLst>
                                </p:cTn>
                              </p:par>
                            </p:childTnLst>
                          </p:cTn>
                        </p:par>
                        <p:par>
                          <p:cTn id="16" fill="hold">
                            <p:stCondLst>
                              <p:cond delay="500"/>
                            </p:stCondLst>
                            <p:childTnLst>
                              <p:par>
                                <p:cTn id="17" presetID="9" presetClass="entr" presetSubtype="0"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dissolve">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dissolve">
                                      <p:cBhvr>
                                        <p:cTn id="24" dur="100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dissolve">
                                      <p:cBhvr>
                                        <p:cTn id="29" dur="10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dissolve">
                                      <p:cBhvr>
                                        <p:cTn id="34"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6" grpId="0"/>
      <p:bldP spid="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UDP checksum</a:t>
            </a:r>
          </a:p>
        </p:txBody>
      </p:sp>
      <p:sp>
        <p:nvSpPr>
          <p:cNvPr id="27" name="Rectangle 3">
            <a:extLst>
              <a:ext uri="{FF2B5EF4-FFF2-40B4-BE49-F238E27FC236}">
                <a16:creationId xmlns="" xmlns:a16="http://schemas.microsoft.com/office/drawing/2014/main" id="{31698387-9861-714A-B5A0-B2C8BE36CD3A}"/>
              </a:ext>
            </a:extLst>
          </p:cNvPr>
          <p:cNvSpPr txBox="1">
            <a:spLocks noChangeArrowheads="1"/>
          </p:cNvSpPr>
          <p:nvPr/>
        </p:nvSpPr>
        <p:spPr>
          <a:xfrm>
            <a:off x="990599" y="2218943"/>
            <a:ext cx="4662055" cy="4478069"/>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marR="0" lvl="0" indent="0" algn="l" defTabSz="914400" rtl="0" eaLnBrk="1" fontAlgn="auto" latinLnBrk="0" hangingPunct="1">
              <a:lnSpc>
                <a:spcPct val="70000"/>
              </a:lnSpc>
              <a:spcBef>
                <a:spcPts val="1000"/>
              </a:spcBef>
              <a:spcAft>
                <a:spcPts val="0"/>
              </a:spcAft>
              <a:buClr>
                <a:srgbClr val="0000A3"/>
              </a:buClr>
              <a:buSzTx/>
              <a:buFont typeface="Wingdings" pitchFamily="2" charset="2"/>
              <a:buNone/>
              <a:tabLst/>
              <a:defRPr/>
            </a:pPr>
            <a:r>
              <a:rPr kumimoji="0" lang="en-US" altLang="en-US" sz="32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sender:</a:t>
            </a:r>
          </a:p>
          <a:p>
            <a:pPr marL="352425" marR="0" lvl="0" indent="-222250" algn="l" defTabSz="914400" rtl="0" eaLnBrk="1" fontAlgn="auto" latinLnBrk="0" hangingPunct="1">
              <a:lnSpc>
                <a:spcPct val="8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treat contents of UDP segment </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(including UDP header fields and IP addresses)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as sequence of 16-bit integers</a:t>
            </a:r>
          </a:p>
          <a:p>
            <a:pPr marL="352425" marR="0" lvl="0" indent="-222250" algn="l" defTabSz="914400" rtl="0" eaLnBrk="1" fontAlgn="auto" latinLnBrk="0" hangingPunct="1">
              <a:lnSpc>
                <a:spcPct val="8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checksum: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addition </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(one’</a:t>
            </a:r>
            <a:r>
              <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 complement sum)</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of segment content</a:t>
            </a:r>
          </a:p>
          <a:p>
            <a:pPr marL="352425" marR="0" lvl="0" indent="-222250" algn="l" defTabSz="914400" rtl="0" eaLnBrk="1" fontAlgn="auto" latinLnBrk="0" hangingPunct="1">
              <a:lnSpc>
                <a:spcPct val="8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checksum value put into UDP checksum field</a:t>
            </a:r>
          </a:p>
          <a:p>
            <a:pPr marL="352425" marR="0" lvl="0" indent="-222250" algn="l" defTabSz="914400" rtl="0" eaLnBrk="1" fontAlgn="auto" latinLnBrk="0" hangingPunct="1">
              <a:lnSpc>
                <a:spcPct val="70000"/>
              </a:lnSpc>
              <a:spcBef>
                <a:spcPts val="1000"/>
              </a:spcBef>
              <a:spcAft>
                <a:spcPts val="0"/>
              </a:spcAft>
              <a:buClr>
                <a:srgbClr val="0000A3"/>
              </a:buClr>
              <a:buSzTx/>
              <a:buFont typeface="Wingdings" pitchFamily="2" charset="2"/>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a:p>
            <a:pPr marL="352425" marR="0" lvl="0" indent="-222250" algn="l" defTabSz="914400" rtl="0" eaLnBrk="1" fontAlgn="auto" latinLnBrk="0" hangingPunct="1">
              <a:lnSpc>
                <a:spcPct val="70000"/>
              </a:lnSpc>
              <a:spcBef>
                <a:spcPts val="1000"/>
              </a:spcBef>
              <a:spcAft>
                <a:spcPts val="0"/>
              </a:spcAft>
              <a:buClr>
                <a:srgbClr val="0000A3"/>
              </a:buClr>
              <a:buSzTx/>
              <a:buFont typeface="Wingdings" pitchFamily="2" charset="2"/>
              <a:buChar char="§"/>
              <a:tabLst/>
              <a:defRPr/>
            </a:pPr>
            <a:endPar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48" name="Rectangle 4">
            <a:extLst>
              <a:ext uri="{FF2B5EF4-FFF2-40B4-BE49-F238E27FC236}">
                <a16:creationId xmlns="" xmlns:a16="http://schemas.microsoft.com/office/drawing/2014/main" id="{673A6B1C-AEDF-5947-AFDF-9232983233A4}"/>
              </a:ext>
            </a:extLst>
          </p:cNvPr>
          <p:cNvSpPr txBox="1">
            <a:spLocks noChangeArrowheads="1"/>
          </p:cNvSpPr>
          <p:nvPr/>
        </p:nvSpPr>
        <p:spPr>
          <a:xfrm>
            <a:off x="5767820" y="2132890"/>
            <a:ext cx="5728855" cy="4082476"/>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32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receiver</a:t>
            </a:r>
            <a:r>
              <a:rPr kumimoji="0" lang="en-US" altLang="en-US" sz="35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compute checksum of received segment</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check if computed checksum equals checksum field value:</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Not equal - error detected</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Equal - no error detected. </a:t>
            </a:r>
            <a:r>
              <a:rPr kumimoji="0" lang="en-US" altLang="en-US" sz="24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But maybe errors nonetheless?</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More later ….</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49" name="Rectangle 5">
            <a:extLst>
              <a:ext uri="{FF2B5EF4-FFF2-40B4-BE49-F238E27FC236}">
                <a16:creationId xmlns="" xmlns:a16="http://schemas.microsoft.com/office/drawing/2014/main" id="{F6F1E6ED-F1FB-7542-8156-6A1C186D48CB}"/>
              </a:ext>
            </a:extLst>
          </p:cNvPr>
          <p:cNvSpPr>
            <a:spLocks noChangeArrowheads="1"/>
          </p:cNvSpPr>
          <p:nvPr/>
        </p:nvSpPr>
        <p:spPr bwMode="auto">
          <a:xfrm>
            <a:off x="798690" y="1371219"/>
            <a:ext cx="11100624" cy="84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marL="342900" indent="-342900">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342900" marR="0" lvl="0" indent="-342900" algn="l" defTabSz="914400" rtl="0" eaLnBrk="1" fontAlgn="auto" latinLnBrk="0" hangingPunct="1">
              <a:lnSpc>
                <a:spcPct val="85000"/>
              </a:lnSpc>
              <a:spcBef>
                <a:spcPct val="20000"/>
              </a:spcBef>
              <a:spcAft>
                <a:spcPts val="0"/>
              </a:spcAft>
              <a:buClr>
                <a:srgbClr val="000099"/>
              </a:buClr>
              <a:buSzPct val="65000"/>
              <a:buFont typeface="Wingdings" pitchFamily="2" charset="2"/>
              <a:buNone/>
              <a:tabLst/>
              <a:defRPr/>
            </a:pPr>
            <a:r>
              <a:rPr kumimoji="0" lang="en-US" altLang="en-US" sz="32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Goal:</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detect </a:t>
            </a:r>
            <a:r>
              <a:rPr kumimoji="0" lang="en-US" altLang="ja-JP"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errors (</a:t>
            </a:r>
            <a:r>
              <a:rPr kumimoji="0" lang="en-US" altLang="ja-JP" sz="32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i.e., </a:t>
            </a:r>
            <a:r>
              <a:rPr kumimoji="0" lang="en-US" altLang="ja-JP"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flipped bits) in transmitted segment</a:t>
            </a:r>
          </a:p>
          <a:p>
            <a:pPr marL="342900" marR="0" lvl="0" indent="-342900" algn="l" defTabSz="914400" rtl="0" eaLnBrk="1" fontAlgn="auto" latinLnBrk="0" hangingPunct="1">
              <a:lnSpc>
                <a:spcPct val="85000"/>
              </a:lnSpc>
              <a:spcBef>
                <a:spcPct val="20000"/>
              </a:spcBef>
              <a:spcAft>
                <a:spcPts val="0"/>
              </a:spcAft>
              <a:buClr>
                <a:srgbClr val="000099"/>
              </a:buClr>
              <a:buSzPct val="65000"/>
              <a:buFont typeface="Wingdings" pitchFamily="2" charset="2"/>
              <a:buChar char="v"/>
              <a:tabLst/>
              <a:defRPr/>
            </a:pPr>
            <a:endParaRPr kumimoji="0" lang="en-US" altLang="en-US" sz="2800" b="0" i="0" u="none" strike="noStrike" kern="1200" cap="none" spc="0" normalizeH="0" baseline="0" noProof="0" dirty="0">
              <a:ln>
                <a:noFill/>
              </a:ln>
              <a:solidFill>
                <a:prstClr val="black"/>
              </a:solidFill>
              <a:effectLst/>
              <a:uLnTx/>
              <a:uFillTx/>
              <a:latin typeface="Gill Sans MT" panose="020B0502020104020203" pitchFamily="34" charset="77"/>
              <a:ea typeface="ＭＳ Ｐゴシック" panose="020B0600070205080204" pitchFamily="34" charset="-128"/>
              <a:cs typeface="+mn-cs"/>
            </a:endParaRPr>
          </a:p>
        </p:txBody>
      </p:sp>
      <p:sp>
        <p:nvSpPr>
          <p:cNvPr id="6" name="Slide Number Placeholder 2">
            <a:extLst>
              <a:ext uri="{FF2B5EF4-FFF2-40B4-BE49-F238E27FC236}">
                <a16:creationId xmlns="" xmlns:a16="http://schemas.microsoft.com/office/drawing/2014/main" id="{D9262EE8-BA51-1D4E-A36D-BDC09C45FA07}"/>
              </a:ext>
            </a:extLst>
          </p:cNvPr>
          <p:cNvSpPr>
            <a:spLocks noGrp="1"/>
          </p:cNvSpPr>
          <p:nvPr>
            <p:ph type="sldNum" sz="quarter" idx="4"/>
          </p:nvPr>
        </p:nvSpPr>
        <p:spPr>
          <a:xfrm>
            <a:off x="9219616" y="644308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lumMod val="50000"/>
                  </a:prstClr>
                </a:solidFill>
                <a:effectLst/>
                <a:uLnTx/>
                <a:uFillTx/>
                <a:latin typeface="Calibri" panose="020F0502020204030204"/>
                <a:ea typeface="+mn-ea"/>
                <a:cs typeface="+mn-cs"/>
              </a:rPr>
              <a:t>Transport Layer: 3-</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98968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dissolve">
                                      <p:cBhvr>
                                        <p:cTn id="7"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B8CD900-19EC-824C-BF74-AADFBF5A172E}"/>
              </a:ext>
            </a:extLst>
          </p:cNvPr>
          <p:cNvSpPr>
            <a:spLocks noGrp="1"/>
          </p:cNvSpPr>
          <p:nvPr>
            <p:ph type="title"/>
          </p:nvPr>
        </p:nvSpPr>
        <p:spPr>
          <a:xfrm>
            <a:off x="662184" y="196879"/>
            <a:ext cx="11100625" cy="1206442"/>
          </a:xfrm>
        </p:spPr>
        <p:txBody>
          <a:bodyPr>
            <a:normAutofit/>
          </a:bodyPr>
          <a:lstStyle/>
          <a:p>
            <a:r>
              <a:rPr lang="en-US" sz="5400" b="0" dirty="0"/>
              <a:t>Summary</a:t>
            </a:r>
            <a:r>
              <a:rPr lang="en-US" sz="4800" b="0" dirty="0"/>
              <a:t>: UDP</a:t>
            </a:r>
          </a:p>
        </p:txBody>
      </p:sp>
      <p:sp>
        <p:nvSpPr>
          <p:cNvPr id="128" name="Rectangle 3">
            <a:extLst>
              <a:ext uri="{FF2B5EF4-FFF2-40B4-BE49-F238E27FC236}">
                <a16:creationId xmlns="" xmlns:a16="http://schemas.microsoft.com/office/drawing/2014/main" id="{2C2F9B28-FDD9-B047-936F-1DE26AECFD6E}"/>
              </a:ext>
            </a:extLst>
          </p:cNvPr>
          <p:cNvSpPr txBox="1">
            <a:spLocks noChangeArrowheads="1"/>
          </p:cNvSpPr>
          <p:nvPr/>
        </p:nvSpPr>
        <p:spPr>
          <a:xfrm>
            <a:off x="525681" y="1403321"/>
            <a:ext cx="11373633" cy="5247933"/>
          </a:xfrm>
          <a:prstGeom prst="rect">
            <a:avLst/>
          </a:prstGeom>
        </p:spPr>
        <p:txBody>
          <a:bodyPr vert="horz" lIns="91440" tIns="45720" rIns="91440" bIns="45720" rtlCol="0">
            <a:no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63550" marR="0" lvl="0" indent="-339725"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prstClr val="black"/>
                </a:solidFill>
                <a:effectLst/>
                <a:uLnTx/>
                <a:uFillTx/>
                <a:latin typeface="Calibri"/>
                <a:ea typeface="+mn-ea"/>
                <a:cs typeface="+mn-cs"/>
              </a:rPr>
              <a:t>“no frills” protocol: </a:t>
            </a:r>
          </a:p>
          <a:p>
            <a:pPr marL="808038" marR="0" lvl="1" indent="-341313" algn="l" defTabSz="914400" rtl="0" eaLnBrk="1" fontAlgn="auto" latinLnBrk="0" hangingPunct="1">
              <a:lnSpc>
                <a:spcPct val="90000"/>
              </a:lnSpc>
              <a:spcBef>
                <a:spcPts val="1000"/>
              </a:spcBef>
              <a:spcAft>
                <a:spcPts val="0"/>
              </a:spcAft>
              <a:buClr>
                <a:srgbClr val="0000A3"/>
              </a:buClr>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segments may be lost, delivered out of order</a:t>
            </a:r>
          </a:p>
          <a:p>
            <a:pPr marL="808038" marR="0" lvl="1" indent="-341313" algn="l" defTabSz="914400" rtl="0" eaLnBrk="1" fontAlgn="auto" latinLnBrk="0" hangingPunct="1">
              <a:lnSpc>
                <a:spcPct val="90000"/>
              </a:lnSpc>
              <a:spcBef>
                <a:spcPts val="1000"/>
              </a:spcBef>
              <a:spcAft>
                <a:spcPts val="0"/>
              </a:spcAft>
              <a:buClr>
                <a:srgbClr val="0000A3"/>
              </a:buClr>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best effort service: “send and hope for the best”</a:t>
            </a:r>
          </a:p>
          <a:p>
            <a:pPr marL="463550" marR="0" lvl="0" indent="-339725"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prstClr val="black"/>
                </a:solidFill>
                <a:effectLst/>
                <a:uLnTx/>
                <a:uFillTx/>
                <a:latin typeface="Calibri"/>
                <a:ea typeface="+mn-ea"/>
                <a:cs typeface="+mn-cs"/>
              </a:rPr>
              <a:t>UDP has its plusses:</a:t>
            </a:r>
          </a:p>
          <a:p>
            <a:pPr marL="808038" marR="0" lvl="1" indent="-341313" algn="l" defTabSz="914400" rtl="0" eaLnBrk="1" fontAlgn="auto" latinLnBrk="0" hangingPunct="1">
              <a:lnSpc>
                <a:spcPct val="90000"/>
              </a:lnSpc>
              <a:spcBef>
                <a:spcPts val="1000"/>
              </a:spcBef>
              <a:spcAft>
                <a:spcPts val="0"/>
              </a:spcAft>
              <a:buClr>
                <a:srgbClr val="0000A3"/>
              </a:buClr>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no setup/handshaking needed (no RTT incurred)</a:t>
            </a:r>
          </a:p>
          <a:p>
            <a:pPr marL="808038" marR="0" lvl="1" indent="-341313" algn="l" defTabSz="914400" rtl="0" eaLnBrk="1" fontAlgn="auto" latinLnBrk="0" hangingPunct="1">
              <a:lnSpc>
                <a:spcPct val="90000"/>
              </a:lnSpc>
              <a:spcBef>
                <a:spcPts val="1000"/>
              </a:spcBef>
              <a:spcAft>
                <a:spcPts val="0"/>
              </a:spcAft>
              <a:buClr>
                <a:srgbClr val="0000A3"/>
              </a:buClr>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can function when network service is compromised</a:t>
            </a:r>
          </a:p>
          <a:p>
            <a:pPr marL="808038" marR="0" lvl="1" indent="-341313" algn="l" defTabSz="914400" rtl="0" eaLnBrk="1" fontAlgn="auto" latinLnBrk="0" hangingPunct="1">
              <a:lnSpc>
                <a:spcPct val="90000"/>
              </a:lnSpc>
              <a:spcBef>
                <a:spcPts val="1000"/>
              </a:spcBef>
              <a:spcAft>
                <a:spcPts val="0"/>
              </a:spcAft>
              <a:buClr>
                <a:srgbClr val="0000A3"/>
              </a:buClr>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helps with reliability (checksum)</a:t>
            </a:r>
          </a:p>
          <a:p>
            <a:pPr marL="463550" marR="0" lvl="0" indent="-339725"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prstClr val="black"/>
                </a:solidFill>
                <a:effectLst/>
                <a:uLnTx/>
                <a:uFillTx/>
                <a:latin typeface="Calibri"/>
                <a:ea typeface="+mn-ea"/>
                <a:cs typeface="+mn-cs"/>
              </a:rPr>
              <a:t>build additional functionality on top of UDP in application layer (e.g., HTTP/3)</a:t>
            </a: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480245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28">
                                            <p:txEl>
                                              <p:pRg st="0" end="0"/>
                                            </p:txEl>
                                          </p:spTgt>
                                        </p:tgtEl>
                                        <p:attrNameLst>
                                          <p:attrName>style.visibility</p:attrName>
                                        </p:attrNameLst>
                                      </p:cBhvr>
                                      <p:to>
                                        <p:strVal val="visible"/>
                                      </p:to>
                                    </p:set>
                                    <p:animEffect transition="in" filter="dissolve">
                                      <p:cBhvr>
                                        <p:cTn id="7" dur="500"/>
                                        <p:tgtEl>
                                          <p:spTgt spid="128">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128">
                                            <p:txEl>
                                              <p:pRg st="1" end="1"/>
                                            </p:txEl>
                                          </p:spTgt>
                                        </p:tgtEl>
                                        <p:attrNameLst>
                                          <p:attrName>style.visibility</p:attrName>
                                        </p:attrNameLst>
                                      </p:cBhvr>
                                      <p:to>
                                        <p:strVal val="visible"/>
                                      </p:to>
                                    </p:set>
                                    <p:animEffect transition="in" filter="dissolve">
                                      <p:cBhvr>
                                        <p:cTn id="10" dur="500"/>
                                        <p:tgtEl>
                                          <p:spTgt spid="128">
                                            <p:txEl>
                                              <p:pRg st="1" end="1"/>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128">
                                            <p:txEl>
                                              <p:pRg st="2" end="2"/>
                                            </p:txEl>
                                          </p:spTgt>
                                        </p:tgtEl>
                                        <p:attrNameLst>
                                          <p:attrName>style.visibility</p:attrName>
                                        </p:attrNameLst>
                                      </p:cBhvr>
                                      <p:to>
                                        <p:strVal val="visible"/>
                                      </p:to>
                                    </p:set>
                                    <p:animEffect transition="in" filter="dissolve">
                                      <p:cBhvr>
                                        <p:cTn id="13" dur="500"/>
                                        <p:tgtEl>
                                          <p:spTgt spid="128">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128">
                                            <p:txEl>
                                              <p:pRg st="3" end="3"/>
                                            </p:txEl>
                                          </p:spTgt>
                                        </p:tgtEl>
                                        <p:attrNameLst>
                                          <p:attrName>style.visibility</p:attrName>
                                        </p:attrNameLst>
                                      </p:cBhvr>
                                      <p:to>
                                        <p:strVal val="visible"/>
                                      </p:to>
                                    </p:set>
                                    <p:animEffect transition="in" filter="dissolve">
                                      <p:cBhvr>
                                        <p:cTn id="18" dur="500"/>
                                        <p:tgtEl>
                                          <p:spTgt spid="128">
                                            <p:txEl>
                                              <p:pRg st="3" end="3"/>
                                            </p:txEl>
                                          </p:spTgt>
                                        </p:tgtEl>
                                      </p:cBhvr>
                                    </p:animEffect>
                                  </p:childTnLst>
                                </p:cTn>
                              </p:par>
                              <p:par>
                                <p:cTn id="19" presetID="9" presetClass="entr" presetSubtype="0" fill="hold" nodeType="withEffect">
                                  <p:stCondLst>
                                    <p:cond delay="0"/>
                                  </p:stCondLst>
                                  <p:childTnLst>
                                    <p:set>
                                      <p:cBhvr>
                                        <p:cTn id="20" dur="1" fill="hold">
                                          <p:stCondLst>
                                            <p:cond delay="0"/>
                                          </p:stCondLst>
                                        </p:cTn>
                                        <p:tgtEl>
                                          <p:spTgt spid="128">
                                            <p:txEl>
                                              <p:pRg st="4" end="4"/>
                                            </p:txEl>
                                          </p:spTgt>
                                        </p:tgtEl>
                                        <p:attrNameLst>
                                          <p:attrName>style.visibility</p:attrName>
                                        </p:attrNameLst>
                                      </p:cBhvr>
                                      <p:to>
                                        <p:strVal val="visible"/>
                                      </p:to>
                                    </p:set>
                                    <p:animEffect transition="in" filter="dissolve">
                                      <p:cBhvr>
                                        <p:cTn id="21" dur="500"/>
                                        <p:tgtEl>
                                          <p:spTgt spid="128">
                                            <p:txEl>
                                              <p:pRg st="4" end="4"/>
                                            </p:txEl>
                                          </p:spTgt>
                                        </p:tgtEl>
                                      </p:cBhvr>
                                    </p:animEffect>
                                  </p:childTnLst>
                                </p:cTn>
                              </p:par>
                              <p:par>
                                <p:cTn id="22" presetID="9" presetClass="entr" presetSubtype="0" fill="hold" nodeType="withEffect">
                                  <p:stCondLst>
                                    <p:cond delay="0"/>
                                  </p:stCondLst>
                                  <p:childTnLst>
                                    <p:set>
                                      <p:cBhvr>
                                        <p:cTn id="23" dur="1" fill="hold">
                                          <p:stCondLst>
                                            <p:cond delay="0"/>
                                          </p:stCondLst>
                                        </p:cTn>
                                        <p:tgtEl>
                                          <p:spTgt spid="128">
                                            <p:txEl>
                                              <p:pRg st="5" end="5"/>
                                            </p:txEl>
                                          </p:spTgt>
                                        </p:tgtEl>
                                        <p:attrNameLst>
                                          <p:attrName>style.visibility</p:attrName>
                                        </p:attrNameLst>
                                      </p:cBhvr>
                                      <p:to>
                                        <p:strVal val="visible"/>
                                      </p:to>
                                    </p:set>
                                    <p:animEffect transition="in" filter="dissolve">
                                      <p:cBhvr>
                                        <p:cTn id="24" dur="500"/>
                                        <p:tgtEl>
                                          <p:spTgt spid="128">
                                            <p:txEl>
                                              <p:pRg st="5" end="5"/>
                                            </p:txEl>
                                          </p:spTgt>
                                        </p:tgtEl>
                                      </p:cBhvr>
                                    </p:animEffect>
                                  </p:childTnLst>
                                </p:cTn>
                              </p:par>
                              <p:par>
                                <p:cTn id="25" presetID="9" presetClass="entr" presetSubtype="0" fill="hold" nodeType="withEffect">
                                  <p:stCondLst>
                                    <p:cond delay="0"/>
                                  </p:stCondLst>
                                  <p:childTnLst>
                                    <p:set>
                                      <p:cBhvr>
                                        <p:cTn id="26" dur="1" fill="hold">
                                          <p:stCondLst>
                                            <p:cond delay="0"/>
                                          </p:stCondLst>
                                        </p:cTn>
                                        <p:tgtEl>
                                          <p:spTgt spid="128">
                                            <p:txEl>
                                              <p:pRg st="6" end="6"/>
                                            </p:txEl>
                                          </p:spTgt>
                                        </p:tgtEl>
                                        <p:attrNameLst>
                                          <p:attrName>style.visibility</p:attrName>
                                        </p:attrNameLst>
                                      </p:cBhvr>
                                      <p:to>
                                        <p:strVal val="visible"/>
                                      </p:to>
                                    </p:set>
                                    <p:animEffect transition="in" filter="dissolve">
                                      <p:cBhvr>
                                        <p:cTn id="27" dur="500"/>
                                        <p:tgtEl>
                                          <p:spTgt spid="128">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28">
                                            <p:txEl>
                                              <p:pRg st="7" end="7"/>
                                            </p:txEl>
                                          </p:spTgt>
                                        </p:tgtEl>
                                        <p:attrNameLst>
                                          <p:attrName>style.visibility</p:attrName>
                                        </p:attrNameLst>
                                      </p:cBhvr>
                                      <p:to>
                                        <p:strVal val="visible"/>
                                      </p:to>
                                    </p:set>
                                    <p:animEffect transition="in" filter="dissolve">
                                      <p:cBhvr>
                                        <p:cTn id="32" dur="500"/>
                                        <p:tgtEl>
                                          <p:spTgt spid="12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B8CD900-19EC-824C-BF74-AADFBF5A172E}"/>
              </a:ext>
            </a:extLst>
          </p:cNvPr>
          <p:cNvSpPr>
            <a:spLocks noGrp="1"/>
          </p:cNvSpPr>
          <p:nvPr>
            <p:ph type="title"/>
          </p:nvPr>
        </p:nvSpPr>
        <p:spPr>
          <a:xfrm>
            <a:off x="798691" y="289325"/>
            <a:ext cx="10515600" cy="894622"/>
          </a:xfrm>
        </p:spPr>
        <p:txBody>
          <a:bodyPr/>
          <a:lstStyle/>
          <a:p>
            <a:r>
              <a:rPr lang="en-US" altLang="en-US" dirty="0">
                <a:cs typeface="Calibri" panose="020F0502020204030204" pitchFamily="34" charset="0"/>
              </a:rPr>
              <a:t>Chapter 3: roadmap</a:t>
            </a:r>
            <a:endParaRPr lang="en-US" dirty="0"/>
          </a:p>
        </p:txBody>
      </p:sp>
      <p:sp>
        <p:nvSpPr>
          <p:cNvPr id="9" name="Rectangle 4">
            <a:extLst>
              <a:ext uri="{FF2B5EF4-FFF2-40B4-BE49-F238E27FC236}">
                <a16:creationId xmlns="" xmlns:a16="http://schemas.microsoft.com/office/drawing/2014/main" id="{55AB9D8D-7F05-094B-8DA6-3095A7A7A096}"/>
              </a:ext>
            </a:extLst>
          </p:cNvPr>
          <p:cNvSpPr>
            <a:spLocks noGrp="1" noChangeArrowheads="1"/>
          </p:cNvSpPr>
          <p:nvPr>
            <p:ph sz="half" idx="2"/>
          </p:nvPr>
        </p:nvSpPr>
        <p:spPr>
          <a:xfrm>
            <a:off x="798690" y="1414011"/>
            <a:ext cx="6618109" cy="5029078"/>
          </a:xfrm>
        </p:spPr>
        <p:txBody>
          <a:bodyPr>
            <a:normAutofit/>
          </a:bodyPr>
          <a:lstStyle/>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Transport-layer services</a:t>
            </a:r>
          </a:p>
          <a:p>
            <a:pPr marL="403225" indent="-285750">
              <a:spcBef>
                <a:spcPts val="800"/>
              </a:spcBef>
              <a:buClr>
                <a:schemeClr val="bg1">
                  <a:lumMod val="75000"/>
                </a:schemeClr>
              </a:buClr>
            </a:pPr>
            <a:r>
              <a:rPr lang="en-US" altLang="en-US" sz="3200" dirty="0" smtClean="0">
                <a:solidFill>
                  <a:schemeClr val="bg1">
                    <a:lumMod val="75000"/>
                  </a:schemeClr>
                </a:solidFill>
                <a:cs typeface="Calibri" panose="020F0502020204030204" pitchFamily="34" charset="0"/>
              </a:rPr>
              <a:t>Connectionless </a:t>
            </a:r>
            <a:r>
              <a:rPr lang="en-US" altLang="en-US" sz="3200" dirty="0">
                <a:solidFill>
                  <a:schemeClr val="bg1">
                    <a:lumMod val="75000"/>
                  </a:schemeClr>
                </a:solidFill>
                <a:cs typeface="Calibri" panose="020F0502020204030204" pitchFamily="34" charset="0"/>
              </a:rPr>
              <a:t>transport: UDP</a:t>
            </a:r>
          </a:p>
          <a:p>
            <a:pPr marL="403225" indent="-285750">
              <a:spcBef>
                <a:spcPts val="800"/>
              </a:spcBef>
              <a:buClr>
                <a:srgbClr val="010086"/>
              </a:buClr>
            </a:pPr>
            <a:r>
              <a:rPr lang="en-US" altLang="en-US" sz="3200" dirty="0">
                <a:cs typeface="Calibri" panose="020F0502020204030204" pitchFamily="34" charset="0"/>
              </a:rPr>
              <a:t>Principles of reliable data transfer </a:t>
            </a:r>
          </a:p>
          <a:p>
            <a:pPr marL="403225" indent="-285750">
              <a:spcBef>
                <a:spcPts val="800"/>
              </a:spcBef>
              <a:buClr>
                <a:schemeClr val="bg1">
                  <a:lumMod val="75000"/>
                </a:schemeClr>
              </a:buClr>
            </a:pPr>
            <a:r>
              <a:rPr lang="en-US" sz="3200" dirty="0">
                <a:solidFill>
                  <a:schemeClr val="bg1">
                    <a:lumMod val="75000"/>
                  </a:schemeClr>
                </a:solidFill>
              </a:rPr>
              <a:t>Connection-oriented transport: TCP</a:t>
            </a:r>
          </a:p>
          <a:p>
            <a:pPr marL="403225" indent="-285750">
              <a:spcBef>
                <a:spcPts val="800"/>
              </a:spcBef>
              <a:buClr>
                <a:schemeClr val="bg1">
                  <a:lumMod val="75000"/>
                </a:schemeClr>
              </a:buClr>
            </a:pPr>
            <a:r>
              <a:rPr lang="en-US" sz="3200" dirty="0">
                <a:solidFill>
                  <a:schemeClr val="bg1">
                    <a:lumMod val="75000"/>
                  </a:schemeClr>
                </a:solidFill>
              </a:rPr>
              <a:t>Principles of congestion control</a:t>
            </a:r>
          </a:p>
          <a:p>
            <a:pPr marL="403225" indent="-285750">
              <a:spcBef>
                <a:spcPts val="800"/>
              </a:spcBef>
              <a:buClr>
                <a:schemeClr val="bg1">
                  <a:lumMod val="75000"/>
                </a:schemeClr>
              </a:buClr>
            </a:pPr>
            <a:r>
              <a:rPr lang="en-US" sz="3200" dirty="0">
                <a:solidFill>
                  <a:schemeClr val="bg1">
                    <a:lumMod val="75000"/>
                  </a:schemeClr>
                </a:solidFill>
              </a:rPr>
              <a:t>TCP congestion control</a:t>
            </a:r>
          </a:p>
          <a:p>
            <a:pPr marL="403225" indent="-285750">
              <a:spcBef>
                <a:spcPts val="800"/>
              </a:spcBef>
              <a:buClr>
                <a:schemeClr val="bg1">
                  <a:lumMod val="75000"/>
                </a:schemeClr>
              </a:buClr>
            </a:pPr>
            <a:r>
              <a:rPr lang="en-US" sz="3200" dirty="0">
                <a:solidFill>
                  <a:schemeClr val="bg1">
                    <a:lumMod val="75000"/>
                  </a:schemeClr>
                </a:solidFill>
              </a:rPr>
              <a:t>Evolution of transport-layer functionality</a:t>
            </a:r>
          </a:p>
          <a:p>
            <a:pPr eaLnBrk="1" hangingPunct="1">
              <a:buFont typeface="Wingdings" panose="05000000000000000000" pitchFamily="2" charset="2"/>
              <a:buNone/>
            </a:pPr>
            <a:endParaRPr lang="en-US" altLang="en-US" sz="2400" dirty="0"/>
          </a:p>
        </p:txBody>
      </p:sp>
      <p:sp>
        <p:nvSpPr>
          <p:cNvPr id="3" name="Slide Number Placeholder 2">
            <a:extLst>
              <a:ext uri="{FF2B5EF4-FFF2-40B4-BE49-F238E27FC236}">
                <a16:creationId xmlns="" xmlns:a16="http://schemas.microsoft.com/office/drawing/2014/main" id="{F6D691E7-EAAE-3346-9874-13E19E433554}"/>
              </a:ext>
            </a:extLst>
          </p:cNvPr>
          <p:cNvSpPr>
            <a:spLocks noGrp="1"/>
          </p:cNvSpPr>
          <p:nvPr>
            <p:ph type="sldNum" sz="quarter" idx="4"/>
          </p:nvPr>
        </p:nvSpPr>
        <p:spPr/>
        <p:txBody>
          <a:bodyPr/>
          <a:lstStyle/>
          <a:p>
            <a:r>
              <a:rPr lang="en-US" dirty="0"/>
              <a:t>Transport Layer: 3-</a:t>
            </a:r>
            <a:fld id="{C4204591-24BD-A542-B9D5-F8D8A88D2FEE}" type="slidenum">
              <a:rPr lang="en-US" smtClean="0"/>
              <a:pPr/>
              <a:t>26</a:t>
            </a:fld>
            <a:endParaRPr lang="en-US" dirty="0"/>
          </a:p>
        </p:txBody>
      </p:sp>
      <p:pic>
        <p:nvPicPr>
          <p:cNvPr id="6" name="Picture 5">
            <a:extLst>
              <a:ext uri="{FF2B5EF4-FFF2-40B4-BE49-F238E27FC236}">
                <a16:creationId xmlns="" xmlns:a16="http://schemas.microsoft.com/office/drawing/2014/main" id="{3DC958F9-547C-2644-99EE-6ECDE636E5F6}"/>
              </a:ext>
            </a:extLst>
          </p:cNvPr>
          <p:cNvPicPr>
            <a:picLocks noChangeAspect="1"/>
          </p:cNvPicPr>
          <p:nvPr/>
        </p:nvPicPr>
        <p:blipFill>
          <a:blip r:embed="rId3"/>
          <a:stretch>
            <a:fillRect/>
          </a:stretch>
        </p:blipFill>
        <p:spPr>
          <a:xfrm>
            <a:off x="7774329" y="1293471"/>
            <a:ext cx="3657600" cy="2743200"/>
          </a:xfrm>
          <a:prstGeom prst="rect">
            <a:avLst/>
          </a:prstGeom>
        </p:spPr>
      </p:pic>
    </p:spTree>
    <p:extLst>
      <p:ext uri="{BB962C8B-B14F-4D97-AF65-F5344CB8AC3E}">
        <p14:creationId xmlns:p14="http://schemas.microsoft.com/office/powerpoint/2010/main" val="8213245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Principles of reliable </a:t>
            </a:r>
            <a:r>
              <a:rPr lang="en-US" dirty="0"/>
              <a:t>d</a:t>
            </a:r>
            <a:r>
              <a:rPr lang="en-US" sz="4400" dirty="0"/>
              <a:t>ata </a:t>
            </a:r>
            <a:r>
              <a:rPr lang="en-US" dirty="0"/>
              <a:t>t</a:t>
            </a:r>
            <a:r>
              <a:rPr lang="en-US" sz="4400" dirty="0"/>
              <a:t>ransfer </a:t>
            </a:r>
          </a:p>
        </p:txBody>
      </p:sp>
      <p:grpSp>
        <p:nvGrpSpPr>
          <p:cNvPr id="160" name="Group 159">
            <a:extLst>
              <a:ext uri="{FF2B5EF4-FFF2-40B4-BE49-F238E27FC236}">
                <a16:creationId xmlns="" xmlns:a16="http://schemas.microsoft.com/office/drawing/2014/main" id="{AA406E8C-63BA-BB42-9548-F314CBF3CE0A}"/>
              </a:ext>
            </a:extLst>
          </p:cNvPr>
          <p:cNvGrpSpPr/>
          <p:nvPr/>
        </p:nvGrpSpPr>
        <p:grpSpPr>
          <a:xfrm>
            <a:off x="238849" y="1911780"/>
            <a:ext cx="5147343" cy="2073847"/>
            <a:chOff x="737513" y="2398718"/>
            <a:chExt cx="5595549" cy="2073847"/>
          </a:xfrm>
        </p:grpSpPr>
        <p:sp>
          <p:nvSpPr>
            <p:cNvPr id="161" name="Bent-Up Arrow 160">
              <a:extLst>
                <a:ext uri="{FF2B5EF4-FFF2-40B4-BE49-F238E27FC236}">
                  <a16:creationId xmlns="" xmlns:a16="http://schemas.microsoft.com/office/drawing/2014/main" id="{276E236E-C1A2-4743-B99F-615B0894757D}"/>
                </a:ext>
              </a:extLst>
            </p:cNvPr>
            <p:cNvSpPr/>
            <p:nvPr/>
          </p:nvSpPr>
          <p:spPr>
            <a:xfrm>
              <a:off x="4575391" y="3206649"/>
              <a:ext cx="929535" cy="419742"/>
            </a:xfrm>
            <a:prstGeom prst="bentUpArrow">
              <a:avLst>
                <a:gd name="adj1" fmla="val 7688"/>
                <a:gd name="adj2" fmla="val 18199"/>
                <a:gd name="adj3" fmla="val 20199"/>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62" name="Group 161">
              <a:extLst>
                <a:ext uri="{FF2B5EF4-FFF2-40B4-BE49-F238E27FC236}">
                  <a16:creationId xmlns="" xmlns:a16="http://schemas.microsoft.com/office/drawing/2014/main" id="{035F6EC9-F077-9A40-B80E-90308683035B}"/>
                </a:ext>
              </a:extLst>
            </p:cNvPr>
            <p:cNvGrpSpPr/>
            <p:nvPr/>
          </p:nvGrpSpPr>
          <p:grpSpPr>
            <a:xfrm>
              <a:off x="1442223" y="2551892"/>
              <a:ext cx="1245036" cy="593992"/>
              <a:chOff x="9852456" y="608434"/>
              <a:chExt cx="1245036" cy="593992"/>
            </a:xfrm>
          </p:grpSpPr>
          <p:sp>
            <p:nvSpPr>
              <p:cNvPr id="221" name="Oval 19">
                <a:extLst>
                  <a:ext uri="{FF2B5EF4-FFF2-40B4-BE49-F238E27FC236}">
                    <a16:creationId xmlns="" xmlns:a16="http://schemas.microsoft.com/office/drawing/2014/main" id="{883ACB49-E16A-9443-BF20-83102D0AC2E2}"/>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222" name="TextBox 221">
                <a:extLst>
                  <a:ext uri="{FF2B5EF4-FFF2-40B4-BE49-F238E27FC236}">
                    <a16:creationId xmlns="" xmlns:a16="http://schemas.microsoft.com/office/drawing/2014/main" id="{9B910D5B-F03E-EF4D-8AA8-F0CB2EF771DD}"/>
                  </a:ext>
                </a:extLst>
              </p:cNvPr>
              <p:cNvSpPr txBox="1"/>
              <p:nvPr/>
            </p:nvSpPr>
            <p:spPr>
              <a:xfrm>
                <a:off x="9935581" y="670265"/>
                <a:ext cx="1106492" cy="491225"/>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sending process</a:t>
                </a:r>
              </a:p>
            </p:txBody>
          </p:sp>
        </p:grpSp>
        <p:grpSp>
          <p:nvGrpSpPr>
            <p:cNvPr id="163" name="Group 162">
              <a:extLst>
                <a:ext uri="{FF2B5EF4-FFF2-40B4-BE49-F238E27FC236}">
                  <a16:creationId xmlns="" xmlns:a16="http://schemas.microsoft.com/office/drawing/2014/main" id="{4711F2A1-3F96-204B-8D76-CA73A72D0541}"/>
                </a:ext>
              </a:extLst>
            </p:cNvPr>
            <p:cNvGrpSpPr/>
            <p:nvPr/>
          </p:nvGrpSpPr>
          <p:grpSpPr>
            <a:xfrm>
              <a:off x="2038693" y="3003923"/>
              <a:ext cx="577241" cy="307777"/>
              <a:chOff x="9950444" y="999755"/>
              <a:chExt cx="577241" cy="307777"/>
            </a:xfrm>
          </p:grpSpPr>
          <p:sp>
            <p:nvSpPr>
              <p:cNvPr id="219" name="Rectangle 218">
                <a:extLst>
                  <a:ext uri="{FF2B5EF4-FFF2-40B4-BE49-F238E27FC236}">
                    <a16:creationId xmlns="" xmlns:a16="http://schemas.microsoft.com/office/drawing/2014/main" id="{22B6EF49-41A6-F849-9F5D-04A31D2F40EF}"/>
                  </a:ext>
                </a:extLst>
              </p:cNvPr>
              <p:cNvSpPr/>
              <p:nvPr/>
            </p:nvSpPr>
            <p:spPr>
              <a:xfrm>
                <a:off x="10010633" y="1066693"/>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0" name="TextBox 219">
                <a:extLst>
                  <a:ext uri="{FF2B5EF4-FFF2-40B4-BE49-F238E27FC236}">
                    <a16:creationId xmlns="" xmlns:a16="http://schemas.microsoft.com/office/drawing/2014/main" id="{159B749A-0FAF-ED4F-A42F-24ED3C9A2228}"/>
                  </a:ext>
                </a:extLst>
              </p:cNvPr>
              <p:cNvSpPr txBox="1"/>
              <p:nvPr/>
            </p:nvSpPr>
            <p:spPr>
              <a:xfrm>
                <a:off x="9950444" y="999755"/>
                <a:ext cx="577241"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64" name="Group 194">
              <a:extLst>
                <a:ext uri="{FF2B5EF4-FFF2-40B4-BE49-F238E27FC236}">
                  <a16:creationId xmlns="" xmlns:a16="http://schemas.microsoft.com/office/drawing/2014/main" id="{0941CA1D-7B43-3641-AB83-AF3FB0147DB1}"/>
                </a:ext>
              </a:extLst>
            </p:cNvPr>
            <p:cNvGrpSpPr>
              <a:grpSpLocks/>
            </p:cNvGrpSpPr>
            <p:nvPr/>
          </p:nvGrpSpPr>
          <p:grpSpPr bwMode="auto">
            <a:xfrm>
              <a:off x="1175476" y="2432423"/>
              <a:ext cx="545509" cy="512284"/>
              <a:chOff x="-44" y="1473"/>
              <a:chExt cx="981" cy="1105"/>
            </a:xfrm>
          </p:grpSpPr>
          <p:pic>
            <p:nvPicPr>
              <p:cNvPr id="217" name="Picture 195" descr="desktop_computer_stylized_medium">
                <a:extLst>
                  <a:ext uri="{FF2B5EF4-FFF2-40B4-BE49-F238E27FC236}">
                    <a16:creationId xmlns="" xmlns:a16="http://schemas.microsoft.com/office/drawing/2014/main" id="{C9BAD8A3-73FD-504F-969F-7C35A5C98C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8" name="Freeform 196">
                <a:extLst>
                  <a:ext uri="{FF2B5EF4-FFF2-40B4-BE49-F238E27FC236}">
                    <a16:creationId xmlns="" xmlns:a16="http://schemas.microsoft.com/office/drawing/2014/main" id="{2F736748-6A6F-4A40-841E-F7357D81FD5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65" name="Group 164">
              <a:extLst>
                <a:ext uri="{FF2B5EF4-FFF2-40B4-BE49-F238E27FC236}">
                  <a16:creationId xmlns="" xmlns:a16="http://schemas.microsoft.com/office/drawing/2014/main" id="{19DB2C22-7DC2-E741-9E31-4D336DBD41D8}"/>
                </a:ext>
              </a:extLst>
            </p:cNvPr>
            <p:cNvGrpSpPr/>
            <p:nvPr/>
          </p:nvGrpSpPr>
          <p:grpSpPr>
            <a:xfrm>
              <a:off x="4756576" y="2530702"/>
              <a:ext cx="1245036" cy="593992"/>
              <a:chOff x="9852456" y="608434"/>
              <a:chExt cx="1245036" cy="593992"/>
            </a:xfrm>
          </p:grpSpPr>
          <p:sp>
            <p:nvSpPr>
              <p:cNvPr id="215" name="Oval 19">
                <a:extLst>
                  <a:ext uri="{FF2B5EF4-FFF2-40B4-BE49-F238E27FC236}">
                    <a16:creationId xmlns="" xmlns:a16="http://schemas.microsoft.com/office/drawing/2014/main" id="{6000E806-F013-C443-8B87-D5DBEFEDF8C8}"/>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216" name="TextBox 215">
                <a:extLst>
                  <a:ext uri="{FF2B5EF4-FFF2-40B4-BE49-F238E27FC236}">
                    <a16:creationId xmlns="" xmlns:a16="http://schemas.microsoft.com/office/drawing/2014/main" id="{2D496D32-B730-8F41-BC5C-D46F18E3C27F}"/>
                  </a:ext>
                </a:extLst>
              </p:cNvPr>
              <p:cNvSpPr txBox="1"/>
              <p:nvPr/>
            </p:nvSpPr>
            <p:spPr>
              <a:xfrm>
                <a:off x="9921965" y="670265"/>
                <a:ext cx="1106492" cy="491225"/>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receiving process</a:t>
                </a:r>
              </a:p>
            </p:txBody>
          </p:sp>
        </p:grpSp>
        <p:grpSp>
          <p:nvGrpSpPr>
            <p:cNvPr id="166" name="Group 165">
              <a:extLst>
                <a:ext uri="{FF2B5EF4-FFF2-40B4-BE49-F238E27FC236}">
                  <a16:creationId xmlns="" xmlns:a16="http://schemas.microsoft.com/office/drawing/2014/main" id="{EA2AE3CE-CD18-494C-A00E-4B2C61F9903E}"/>
                </a:ext>
              </a:extLst>
            </p:cNvPr>
            <p:cNvGrpSpPr/>
            <p:nvPr/>
          </p:nvGrpSpPr>
          <p:grpSpPr>
            <a:xfrm>
              <a:off x="4815705" y="3003923"/>
              <a:ext cx="577241" cy="307777"/>
              <a:chOff x="9678159" y="981583"/>
              <a:chExt cx="577241" cy="307777"/>
            </a:xfrm>
          </p:grpSpPr>
          <p:sp>
            <p:nvSpPr>
              <p:cNvPr id="213" name="Rectangle 212">
                <a:extLst>
                  <a:ext uri="{FF2B5EF4-FFF2-40B4-BE49-F238E27FC236}">
                    <a16:creationId xmlns="" xmlns:a16="http://schemas.microsoft.com/office/drawing/2014/main" id="{68A38E56-F1F2-8D41-B556-9B4F130EE1C0}"/>
                  </a:ext>
                </a:extLst>
              </p:cNvPr>
              <p:cNvSpPr/>
              <p:nvPr/>
            </p:nvSpPr>
            <p:spPr>
              <a:xfrm>
                <a:off x="9744032" y="1048007"/>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4" name="TextBox 213">
                <a:extLst>
                  <a:ext uri="{FF2B5EF4-FFF2-40B4-BE49-F238E27FC236}">
                    <a16:creationId xmlns="" xmlns:a16="http://schemas.microsoft.com/office/drawing/2014/main" id="{B8FBC38B-338F-F747-943D-E7C01C7B97F9}"/>
                  </a:ext>
                </a:extLst>
              </p:cNvPr>
              <p:cNvSpPr txBox="1"/>
              <p:nvPr/>
            </p:nvSpPr>
            <p:spPr>
              <a:xfrm>
                <a:off x="9678159" y="981583"/>
                <a:ext cx="577241"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67" name="Group 161">
              <a:extLst>
                <a:ext uri="{FF2B5EF4-FFF2-40B4-BE49-F238E27FC236}">
                  <a16:creationId xmlns="" xmlns:a16="http://schemas.microsoft.com/office/drawing/2014/main" id="{77E8EF91-AF21-9340-AC44-97C2982F9039}"/>
                </a:ext>
              </a:extLst>
            </p:cNvPr>
            <p:cNvGrpSpPr>
              <a:grpSpLocks/>
            </p:cNvGrpSpPr>
            <p:nvPr/>
          </p:nvGrpSpPr>
          <p:grpSpPr bwMode="auto">
            <a:xfrm>
              <a:off x="5854223" y="2398718"/>
              <a:ext cx="230514" cy="466725"/>
              <a:chOff x="4140" y="429"/>
              <a:chExt cx="1425" cy="2396"/>
            </a:xfrm>
          </p:grpSpPr>
          <p:sp>
            <p:nvSpPr>
              <p:cNvPr id="181" name="Freeform 162">
                <a:extLst>
                  <a:ext uri="{FF2B5EF4-FFF2-40B4-BE49-F238E27FC236}">
                    <a16:creationId xmlns="" xmlns:a16="http://schemas.microsoft.com/office/drawing/2014/main" id="{9E28FBA5-541A-AC4F-AE71-5951515DCF0F}"/>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2" name="Rectangle 163">
                <a:extLst>
                  <a:ext uri="{FF2B5EF4-FFF2-40B4-BE49-F238E27FC236}">
                    <a16:creationId xmlns="" xmlns:a16="http://schemas.microsoft.com/office/drawing/2014/main" id="{CC415C09-33EA-A142-8461-9672CCFF0F16}"/>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83" name="Freeform 164">
                <a:extLst>
                  <a:ext uri="{FF2B5EF4-FFF2-40B4-BE49-F238E27FC236}">
                    <a16:creationId xmlns="" xmlns:a16="http://schemas.microsoft.com/office/drawing/2014/main" id="{2A5E6FB5-B778-F24C-A601-95339A953800}"/>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4" name="Freeform 165">
                <a:extLst>
                  <a:ext uri="{FF2B5EF4-FFF2-40B4-BE49-F238E27FC236}">
                    <a16:creationId xmlns="" xmlns:a16="http://schemas.microsoft.com/office/drawing/2014/main" id="{70415A3C-7C91-7E46-9BA5-D62360FC3F51}"/>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5" name="Rectangle 166">
                <a:extLst>
                  <a:ext uri="{FF2B5EF4-FFF2-40B4-BE49-F238E27FC236}">
                    <a16:creationId xmlns="" xmlns:a16="http://schemas.microsoft.com/office/drawing/2014/main" id="{4A157385-49EC-A345-8675-63A8A4717EE4}"/>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86" name="Group 167">
                <a:extLst>
                  <a:ext uri="{FF2B5EF4-FFF2-40B4-BE49-F238E27FC236}">
                    <a16:creationId xmlns="" xmlns:a16="http://schemas.microsoft.com/office/drawing/2014/main" id="{1DBB8188-6E4B-DB44-A618-1833910E6891}"/>
                  </a:ext>
                </a:extLst>
              </p:cNvPr>
              <p:cNvGrpSpPr>
                <a:grpSpLocks/>
              </p:cNvGrpSpPr>
              <p:nvPr/>
            </p:nvGrpSpPr>
            <p:grpSpPr bwMode="auto">
              <a:xfrm>
                <a:off x="4749" y="668"/>
                <a:ext cx="581" cy="145"/>
                <a:chOff x="614" y="2568"/>
                <a:chExt cx="725" cy="139"/>
              </a:xfrm>
            </p:grpSpPr>
            <p:sp>
              <p:nvSpPr>
                <p:cNvPr id="211" name="AutoShape 168">
                  <a:extLst>
                    <a:ext uri="{FF2B5EF4-FFF2-40B4-BE49-F238E27FC236}">
                      <a16:creationId xmlns="" xmlns:a16="http://schemas.microsoft.com/office/drawing/2014/main" id="{CE1ED7B1-4BA4-A84D-9114-C8CBB4BC5149}"/>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12" name="AutoShape 169">
                  <a:extLst>
                    <a:ext uri="{FF2B5EF4-FFF2-40B4-BE49-F238E27FC236}">
                      <a16:creationId xmlns="" xmlns:a16="http://schemas.microsoft.com/office/drawing/2014/main" id="{B7844D79-0009-B94B-8989-919CDF6A9788}"/>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87" name="Rectangle 170">
                <a:extLst>
                  <a:ext uri="{FF2B5EF4-FFF2-40B4-BE49-F238E27FC236}">
                    <a16:creationId xmlns="" xmlns:a16="http://schemas.microsoft.com/office/drawing/2014/main" id="{51286867-B08D-0C40-A917-0F4029DD6072}"/>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88" name="Group 171">
                <a:extLst>
                  <a:ext uri="{FF2B5EF4-FFF2-40B4-BE49-F238E27FC236}">
                    <a16:creationId xmlns="" xmlns:a16="http://schemas.microsoft.com/office/drawing/2014/main" id="{D9A8F55B-F86B-6649-A1E4-8F24F95BCCED}"/>
                  </a:ext>
                </a:extLst>
              </p:cNvPr>
              <p:cNvGrpSpPr>
                <a:grpSpLocks/>
              </p:cNvGrpSpPr>
              <p:nvPr/>
            </p:nvGrpSpPr>
            <p:grpSpPr bwMode="auto">
              <a:xfrm>
                <a:off x="4747" y="994"/>
                <a:ext cx="581" cy="134"/>
                <a:chOff x="614" y="2568"/>
                <a:chExt cx="725" cy="139"/>
              </a:xfrm>
            </p:grpSpPr>
            <p:sp>
              <p:nvSpPr>
                <p:cNvPr id="209" name="AutoShape 172">
                  <a:extLst>
                    <a:ext uri="{FF2B5EF4-FFF2-40B4-BE49-F238E27FC236}">
                      <a16:creationId xmlns="" xmlns:a16="http://schemas.microsoft.com/office/drawing/2014/main" id="{16943728-8B67-F648-BF99-75B1A2EB8B65}"/>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10" name="AutoShape 173">
                  <a:extLst>
                    <a:ext uri="{FF2B5EF4-FFF2-40B4-BE49-F238E27FC236}">
                      <a16:creationId xmlns="" xmlns:a16="http://schemas.microsoft.com/office/drawing/2014/main" id="{E5C59DE8-B381-7841-BEF2-A71119B6CD8F}"/>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89" name="Rectangle 174">
                <a:extLst>
                  <a:ext uri="{FF2B5EF4-FFF2-40B4-BE49-F238E27FC236}">
                    <a16:creationId xmlns="" xmlns:a16="http://schemas.microsoft.com/office/drawing/2014/main" id="{E2A441E4-4B95-2D4B-8D2B-A39444E730C9}"/>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0" name="Rectangle 175">
                <a:extLst>
                  <a:ext uri="{FF2B5EF4-FFF2-40B4-BE49-F238E27FC236}">
                    <a16:creationId xmlns="" xmlns:a16="http://schemas.microsoft.com/office/drawing/2014/main" id="{4C56D3D2-1E9D-9A4E-A8E6-C02F387A41EB}"/>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91" name="Group 176">
                <a:extLst>
                  <a:ext uri="{FF2B5EF4-FFF2-40B4-BE49-F238E27FC236}">
                    <a16:creationId xmlns="" xmlns:a16="http://schemas.microsoft.com/office/drawing/2014/main" id="{4DEFC4BF-D38C-4E4F-8FF6-784D2ECC1D20}"/>
                  </a:ext>
                </a:extLst>
              </p:cNvPr>
              <p:cNvGrpSpPr>
                <a:grpSpLocks/>
              </p:cNvGrpSpPr>
              <p:nvPr/>
            </p:nvGrpSpPr>
            <p:grpSpPr bwMode="auto">
              <a:xfrm>
                <a:off x="4735" y="1627"/>
                <a:ext cx="582" cy="151"/>
                <a:chOff x="614" y="2568"/>
                <a:chExt cx="725" cy="139"/>
              </a:xfrm>
            </p:grpSpPr>
            <p:sp>
              <p:nvSpPr>
                <p:cNvPr id="207" name="AutoShape 177">
                  <a:extLst>
                    <a:ext uri="{FF2B5EF4-FFF2-40B4-BE49-F238E27FC236}">
                      <a16:creationId xmlns="" xmlns:a16="http://schemas.microsoft.com/office/drawing/2014/main" id="{1E6EF7BF-0973-4748-B890-B3787B883BAA}"/>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8" name="AutoShape 178">
                  <a:extLst>
                    <a:ext uri="{FF2B5EF4-FFF2-40B4-BE49-F238E27FC236}">
                      <a16:creationId xmlns="" xmlns:a16="http://schemas.microsoft.com/office/drawing/2014/main" id="{E5D7BCD8-55E5-614E-8991-523BADFCB547}"/>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92" name="Freeform 179">
                <a:extLst>
                  <a:ext uri="{FF2B5EF4-FFF2-40B4-BE49-F238E27FC236}">
                    <a16:creationId xmlns="" xmlns:a16="http://schemas.microsoft.com/office/drawing/2014/main" id="{9D08C936-65B2-7540-81A7-902915A9F68D}"/>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93" name="Group 180">
                <a:extLst>
                  <a:ext uri="{FF2B5EF4-FFF2-40B4-BE49-F238E27FC236}">
                    <a16:creationId xmlns="" xmlns:a16="http://schemas.microsoft.com/office/drawing/2014/main" id="{E99B1C69-E2B6-2944-ADFF-75BD1E5CCF82}"/>
                  </a:ext>
                </a:extLst>
              </p:cNvPr>
              <p:cNvGrpSpPr>
                <a:grpSpLocks/>
              </p:cNvGrpSpPr>
              <p:nvPr/>
            </p:nvGrpSpPr>
            <p:grpSpPr bwMode="auto">
              <a:xfrm>
                <a:off x="4739" y="1327"/>
                <a:ext cx="582" cy="139"/>
                <a:chOff x="614" y="2568"/>
                <a:chExt cx="725" cy="139"/>
              </a:xfrm>
            </p:grpSpPr>
            <p:sp>
              <p:nvSpPr>
                <p:cNvPr id="205" name="AutoShape 181">
                  <a:extLst>
                    <a:ext uri="{FF2B5EF4-FFF2-40B4-BE49-F238E27FC236}">
                      <a16:creationId xmlns="" xmlns:a16="http://schemas.microsoft.com/office/drawing/2014/main" id="{40AB9F71-EF2B-814B-9AA0-68CABE04DD9B}"/>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6" name="AutoShape 182">
                  <a:extLst>
                    <a:ext uri="{FF2B5EF4-FFF2-40B4-BE49-F238E27FC236}">
                      <a16:creationId xmlns="" xmlns:a16="http://schemas.microsoft.com/office/drawing/2014/main" id="{61BBD585-034C-FE44-8C4C-5732B02C9B93}"/>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94" name="Rectangle 183">
                <a:extLst>
                  <a:ext uri="{FF2B5EF4-FFF2-40B4-BE49-F238E27FC236}">
                    <a16:creationId xmlns="" xmlns:a16="http://schemas.microsoft.com/office/drawing/2014/main" id="{3003C525-2BE0-154F-83E7-C0B0EEC1A63C}"/>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5" name="Freeform 184">
                <a:extLst>
                  <a:ext uri="{FF2B5EF4-FFF2-40B4-BE49-F238E27FC236}">
                    <a16:creationId xmlns="" xmlns:a16="http://schemas.microsoft.com/office/drawing/2014/main" id="{87688AC3-3CC5-0947-8699-28651834F6FC}"/>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6" name="Freeform 185">
                <a:extLst>
                  <a:ext uri="{FF2B5EF4-FFF2-40B4-BE49-F238E27FC236}">
                    <a16:creationId xmlns="" xmlns:a16="http://schemas.microsoft.com/office/drawing/2014/main" id="{3B30373F-530B-FF4A-A69C-611E391F9885}"/>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7" name="Oval 186">
                <a:extLst>
                  <a:ext uri="{FF2B5EF4-FFF2-40B4-BE49-F238E27FC236}">
                    <a16:creationId xmlns="" xmlns:a16="http://schemas.microsoft.com/office/drawing/2014/main" id="{BE74818C-974F-C344-AF1C-A571C38F7674}"/>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8" name="Freeform 187">
                <a:extLst>
                  <a:ext uri="{FF2B5EF4-FFF2-40B4-BE49-F238E27FC236}">
                    <a16:creationId xmlns="" xmlns:a16="http://schemas.microsoft.com/office/drawing/2014/main" id="{C9128504-5E1F-1F4A-BF9E-EFE7472C0309}"/>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9" name="AutoShape 188">
                <a:extLst>
                  <a:ext uri="{FF2B5EF4-FFF2-40B4-BE49-F238E27FC236}">
                    <a16:creationId xmlns="" xmlns:a16="http://schemas.microsoft.com/office/drawing/2014/main" id="{E1404165-9D6F-1942-BB52-FCC831E9A239}"/>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0" name="AutoShape 189">
                <a:extLst>
                  <a:ext uri="{FF2B5EF4-FFF2-40B4-BE49-F238E27FC236}">
                    <a16:creationId xmlns="" xmlns:a16="http://schemas.microsoft.com/office/drawing/2014/main" id="{7F94C469-5406-364A-84E2-47B5F8B49B4C}"/>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1" name="Oval 190">
                <a:extLst>
                  <a:ext uri="{FF2B5EF4-FFF2-40B4-BE49-F238E27FC236}">
                    <a16:creationId xmlns="" xmlns:a16="http://schemas.microsoft.com/office/drawing/2014/main" id="{A0E8CAFD-652A-E647-BA6D-055C853C8A16}"/>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2" name="Oval 191">
                <a:extLst>
                  <a:ext uri="{FF2B5EF4-FFF2-40B4-BE49-F238E27FC236}">
                    <a16:creationId xmlns="" xmlns:a16="http://schemas.microsoft.com/office/drawing/2014/main" id="{1A58DA79-10F0-C94E-9A96-4E39E4332121}"/>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203" name="Oval 192">
                <a:extLst>
                  <a:ext uri="{FF2B5EF4-FFF2-40B4-BE49-F238E27FC236}">
                    <a16:creationId xmlns="" xmlns:a16="http://schemas.microsoft.com/office/drawing/2014/main" id="{E5153F60-CA4E-AD46-AA61-51967FAF6727}"/>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4" name="Rectangle 193">
                <a:extLst>
                  <a:ext uri="{FF2B5EF4-FFF2-40B4-BE49-F238E27FC236}">
                    <a16:creationId xmlns="" xmlns:a16="http://schemas.microsoft.com/office/drawing/2014/main" id="{FDB88677-8689-BF48-AD1F-09182168736F}"/>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168" name="Group 167">
              <a:extLst>
                <a:ext uri="{FF2B5EF4-FFF2-40B4-BE49-F238E27FC236}">
                  <a16:creationId xmlns="" xmlns:a16="http://schemas.microsoft.com/office/drawing/2014/main" id="{EAFBA5EB-DA0C-3243-87AB-B89E8E79E894}"/>
                </a:ext>
              </a:extLst>
            </p:cNvPr>
            <p:cNvGrpSpPr/>
            <p:nvPr/>
          </p:nvGrpSpPr>
          <p:grpSpPr>
            <a:xfrm>
              <a:off x="2669417" y="3423937"/>
              <a:ext cx="2003932" cy="369332"/>
              <a:chOff x="7504363" y="3141846"/>
              <a:chExt cx="2003932" cy="369332"/>
            </a:xfrm>
          </p:grpSpPr>
          <p:grpSp>
            <p:nvGrpSpPr>
              <p:cNvPr id="175" name="Group 174">
                <a:extLst>
                  <a:ext uri="{FF2B5EF4-FFF2-40B4-BE49-F238E27FC236}">
                    <a16:creationId xmlns="" xmlns:a16="http://schemas.microsoft.com/office/drawing/2014/main" id="{11FC8479-D121-CF45-BE67-D2FC95EAF7B9}"/>
                  </a:ext>
                </a:extLst>
              </p:cNvPr>
              <p:cNvGrpSpPr/>
              <p:nvPr/>
            </p:nvGrpSpPr>
            <p:grpSpPr>
              <a:xfrm>
                <a:off x="7504363" y="3183676"/>
                <a:ext cx="2003932" cy="306163"/>
                <a:chOff x="1616358" y="2551230"/>
                <a:chExt cx="2141698" cy="218510"/>
              </a:xfrm>
            </p:grpSpPr>
            <p:sp>
              <p:nvSpPr>
                <p:cNvPr id="177" name="Rectangle 176">
                  <a:extLst>
                    <a:ext uri="{FF2B5EF4-FFF2-40B4-BE49-F238E27FC236}">
                      <a16:creationId xmlns="" xmlns:a16="http://schemas.microsoft.com/office/drawing/2014/main" id="{553693F6-B250-A94A-973B-A2B9E24D52C4}"/>
                    </a:ext>
                  </a:extLst>
                </p:cNvPr>
                <p:cNvSpPr/>
                <p:nvPr/>
              </p:nvSpPr>
              <p:spPr>
                <a:xfrm>
                  <a:off x="1673508" y="2551230"/>
                  <a:ext cx="2027398"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8" name="Oval 177">
                  <a:extLst>
                    <a:ext uri="{FF2B5EF4-FFF2-40B4-BE49-F238E27FC236}">
                      <a16:creationId xmlns="" xmlns:a16="http://schemas.microsoft.com/office/drawing/2014/main" id="{90731F76-7DB6-864C-9B95-2487D9D7B8DE}"/>
                    </a:ext>
                  </a:extLst>
                </p:cNvPr>
                <p:cNvSpPr/>
                <p:nvPr/>
              </p:nvSpPr>
              <p:spPr>
                <a:xfrm>
                  <a:off x="1616358" y="2551230"/>
                  <a:ext cx="114300" cy="218510"/>
                </a:xfrm>
                <a:prstGeom prst="ellipse">
                  <a:avLst/>
                </a:prstGeom>
                <a:solidFill>
                  <a:srgbClr val="7ACCF4"/>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9" name="Oval 178">
                  <a:extLst>
                    <a:ext uri="{FF2B5EF4-FFF2-40B4-BE49-F238E27FC236}">
                      <a16:creationId xmlns="" xmlns:a16="http://schemas.microsoft.com/office/drawing/2014/main" id="{31CDAEAB-9168-0E4F-9A8E-E906655A076D}"/>
                    </a:ext>
                  </a:extLst>
                </p:cNvPr>
                <p:cNvSpPr/>
                <p:nvPr/>
              </p:nvSpPr>
              <p:spPr>
                <a:xfrm>
                  <a:off x="3643756" y="2551230"/>
                  <a:ext cx="114300" cy="218510"/>
                </a:xfrm>
                <a:prstGeom prst="ellipse">
                  <a:avLst/>
                </a:prstGeom>
                <a:gradFill flip="none" rotWithShape="1">
                  <a:gsLst>
                    <a:gs pos="0">
                      <a:schemeClr val="accent5">
                        <a:lumMod val="75000"/>
                      </a:schemeClr>
                    </a:gs>
                    <a:gs pos="100000">
                      <a:schemeClr val="accent5">
                        <a:lumMod val="75000"/>
                      </a:schemeClr>
                    </a:gs>
                    <a:gs pos="50000">
                      <a:srgbClr val="7ACCF4"/>
                    </a:gs>
                  </a:gsLst>
                  <a:lin ang="16200000" scaled="0"/>
                  <a:tileRect/>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0" name="Rectangle 179">
                  <a:extLst>
                    <a:ext uri="{FF2B5EF4-FFF2-40B4-BE49-F238E27FC236}">
                      <a16:creationId xmlns="" xmlns:a16="http://schemas.microsoft.com/office/drawing/2014/main" id="{34315B0F-7173-EA4C-98E3-3F4A8474AFE9}"/>
                    </a:ext>
                  </a:extLst>
                </p:cNvPr>
                <p:cNvSpPr/>
                <p:nvPr/>
              </p:nvSpPr>
              <p:spPr>
                <a:xfrm>
                  <a:off x="3491356" y="2551230"/>
                  <a:ext cx="209550"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76" name="TextBox 175">
                <a:extLst>
                  <a:ext uri="{FF2B5EF4-FFF2-40B4-BE49-F238E27FC236}">
                    <a16:creationId xmlns="" xmlns:a16="http://schemas.microsoft.com/office/drawing/2014/main" id="{997FB701-F3E4-214A-918C-4E8D192B2BB3}"/>
                  </a:ext>
                </a:extLst>
              </p:cNvPr>
              <p:cNvSpPr txBox="1"/>
              <p:nvPr/>
            </p:nvSpPr>
            <p:spPr>
              <a:xfrm>
                <a:off x="7695752" y="3141846"/>
                <a:ext cx="167885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reliable channel</a:t>
                </a:r>
              </a:p>
            </p:txBody>
          </p:sp>
        </p:grpSp>
        <p:cxnSp>
          <p:nvCxnSpPr>
            <p:cNvPr id="169" name="Straight Connector 168">
              <a:extLst>
                <a:ext uri="{FF2B5EF4-FFF2-40B4-BE49-F238E27FC236}">
                  <a16:creationId xmlns="" xmlns:a16="http://schemas.microsoft.com/office/drawing/2014/main" id="{82CF18A5-E8B1-C44A-855D-BC2E13F5D131}"/>
                </a:ext>
              </a:extLst>
            </p:cNvPr>
            <p:cNvCxnSpPr>
              <a:cxnSpLocks/>
            </p:cNvCxnSpPr>
            <p:nvPr/>
          </p:nvCxnSpPr>
          <p:spPr>
            <a:xfrm>
              <a:off x="1082232" y="3325543"/>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sp>
          <p:nvSpPr>
            <p:cNvPr id="170" name="Bent-Up Arrow 169">
              <a:extLst>
                <a:ext uri="{FF2B5EF4-FFF2-40B4-BE49-F238E27FC236}">
                  <a16:creationId xmlns="" xmlns:a16="http://schemas.microsoft.com/office/drawing/2014/main" id="{35B9DBBD-4E46-054F-AF2A-3048455F5FA1}"/>
                </a:ext>
              </a:extLst>
            </p:cNvPr>
            <p:cNvSpPr/>
            <p:nvPr/>
          </p:nvSpPr>
          <p:spPr>
            <a:xfrm rot="5400000">
              <a:off x="2152182" y="3067004"/>
              <a:ext cx="462111" cy="773811"/>
            </a:xfrm>
            <a:prstGeom prst="bentUpArrow">
              <a:avLst>
                <a:gd name="adj1" fmla="val 7999"/>
                <a:gd name="adj2" fmla="val 16334"/>
                <a:gd name="adj3" fmla="val 21389"/>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71" name="Straight Connector 170">
              <a:extLst>
                <a:ext uri="{FF2B5EF4-FFF2-40B4-BE49-F238E27FC236}">
                  <a16:creationId xmlns="" xmlns:a16="http://schemas.microsoft.com/office/drawing/2014/main" id="{CFAA8010-49E9-EB46-BD2B-D57E00E6F5CD}"/>
                </a:ext>
              </a:extLst>
            </p:cNvPr>
            <p:cNvCxnSpPr>
              <a:cxnSpLocks/>
            </p:cNvCxnSpPr>
            <p:nvPr/>
          </p:nvCxnSpPr>
          <p:spPr>
            <a:xfrm>
              <a:off x="4645151" y="3325543"/>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sp>
          <p:nvSpPr>
            <p:cNvPr id="172" name="TextBox 171">
              <a:extLst>
                <a:ext uri="{FF2B5EF4-FFF2-40B4-BE49-F238E27FC236}">
                  <a16:creationId xmlns="" xmlns:a16="http://schemas.microsoft.com/office/drawing/2014/main" id="{F1100341-F7A9-1D41-8489-9128E671B607}"/>
                </a:ext>
              </a:extLst>
            </p:cNvPr>
            <p:cNvSpPr txBox="1"/>
            <p:nvPr/>
          </p:nvSpPr>
          <p:spPr>
            <a:xfrm>
              <a:off x="737513" y="3044385"/>
              <a:ext cx="994247"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application</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3" name="TextBox 172">
              <a:extLst>
                <a:ext uri="{FF2B5EF4-FFF2-40B4-BE49-F238E27FC236}">
                  <a16:creationId xmlns="" xmlns:a16="http://schemas.microsoft.com/office/drawing/2014/main" id="{30DCEE24-EC49-B244-B451-278656DCCEBE}"/>
                </a:ext>
              </a:extLst>
            </p:cNvPr>
            <p:cNvSpPr txBox="1"/>
            <p:nvPr/>
          </p:nvSpPr>
          <p:spPr>
            <a:xfrm>
              <a:off x="828116" y="3272133"/>
              <a:ext cx="86869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transport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4" name="TextBox 173">
              <a:extLst>
                <a:ext uri="{FF2B5EF4-FFF2-40B4-BE49-F238E27FC236}">
                  <a16:creationId xmlns="" xmlns:a16="http://schemas.microsoft.com/office/drawing/2014/main" id="{15EB50A4-0F12-A743-8A7B-907E5EE4A2F5}"/>
                </a:ext>
              </a:extLst>
            </p:cNvPr>
            <p:cNvSpPr txBox="1"/>
            <p:nvPr/>
          </p:nvSpPr>
          <p:spPr>
            <a:xfrm flipH="1">
              <a:off x="1817207" y="4010900"/>
              <a:ext cx="402565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reliable service </a:t>
              </a:r>
              <a:r>
                <a:rPr kumimoji="0" lang="en-US" sz="2400" b="0" i="1" u="none" strike="noStrike" kern="1200" cap="none" spc="0" normalizeH="0" baseline="0" noProof="0" dirty="0">
                  <a:ln>
                    <a:noFill/>
                  </a:ln>
                  <a:solidFill>
                    <a:srgbClr val="C00000"/>
                  </a:solidFill>
                  <a:effectLst/>
                  <a:uLnTx/>
                  <a:uFillTx/>
                  <a:latin typeface="Calibri" panose="020F0502020204030204"/>
                  <a:ea typeface="+mn-ea"/>
                  <a:cs typeface="+mn-cs"/>
                </a:rPr>
                <a:t>abstraction</a:t>
              </a:r>
            </a:p>
          </p:txBody>
        </p:sp>
      </p:grpSp>
      <p:sp>
        <p:nvSpPr>
          <p:cNvPr id="66" name="Slide Number Placeholder 2">
            <a:extLst>
              <a:ext uri="{FF2B5EF4-FFF2-40B4-BE49-F238E27FC236}">
                <a16:creationId xmlns="" xmlns:a16="http://schemas.microsoft.com/office/drawing/2014/main" id="{F496148B-2840-6E48-8844-F185577E4A6A}"/>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27</a:t>
            </a:fld>
            <a:endParaRPr lang="en-US" dirty="0"/>
          </a:p>
        </p:txBody>
      </p:sp>
    </p:spTree>
    <p:extLst>
      <p:ext uri="{BB962C8B-B14F-4D97-AF65-F5344CB8AC3E}">
        <p14:creationId xmlns:p14="http://schemas.microsoft.com/office/powerpoint/2010/main" val="31772380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Principles of reliable </a:t>
            </a:r>
            <a:r>
              <a:rPr lang="en-US" dirty="0"/>
              <a:t>d</a:t>
            </a:r>
            <a:r>
              <a:rPr lang="en-US" sz="4400" dirty="0"/>
              <a:t>ata </a:t>
            </a:r>
            <a:r>
              <a:rPr lang="en-US" dirty="0"/>
              <a:t>t</a:t>
            </a:r>
            <a:r>
              <a:rPr lang="en-US" sz="4400" dirty="0"/>
              <a:t>ransfer </a:t>
            </a:r>
          </a:p>
        </p:txBody>
      </p:sp>
      <p:grpSp>
        <p:nvGrpSpPr>
          <p:cNvPr id="9" name="Group 8">
            <a:extLst>
              <a:ext uri="{FF2B5EF4-FFF2-40B4-BE49-F238E27FC236}">
                <a16:creationId xmlns="" xmlns:a16="http://schemas.microsoft.com/office/drawing/2014/main" id="{C7D89CDE-A98B-A64B-A840-9A38508B9B43}"/>
              </a:ext>
            </a:extLst>
          </p:cNvPr>
          <p:cNvGrpSpPr/>
          <p:nvPr/>
        </p:nvGrpSpPr>
        <p:grpSpPr>
          <a:xfrm>
            <a:off x="6226081" y="1900904"/>
            <a:ext cx="5598584" cy="4095684"/>
            <a:chOff x="6226081" y="2364366"/>
            <a:chExt cx="5598584" cy="4095684"/>
          </a:xfrm>
        </p:grpSpPr>
        <p:grpSp>
          <p:nvGrpSpPr>
            <p:cNvPr id="98" name="Group 97">
              <a:extLst>
                <a:ext uri="{FF2B5EF4-FFF2-40B4-BE49-F238E27FC236}">
                  <a16:creationId xmlns="" xmlns:a16="http://schemas.microsoft.com/office/drawing/2014/main" id="{6F69B15D-5882-BD4E-83B7-5C85A253A430}"/>
                </a:ext>
              </a:extLst>
            </p:cNvPr>
            <p:cNvGrpSpPr/>
            <p:nvPr/>
          </p:nvGrpSpPr>
          <p:grpSpPr>
            <a:xfrm>
              <a:off x="6944646" y="2545250"/>
              <a:ext cx="1245036" cy="593992"/>
              <a:chOff x="9852456" y="608434"/>
              <a:chExt cx="1245036" cy="593992"/>
            </a:xfrm>
          </p:grpSpPr>
          <p:sp>
            <p:nvSpPr>
              <p:cNvPr id="157" name="Oval 19">
                <a:extLst>
                  <a:ext uri="{FF2B5EF4-FFF2-40B4-BE49-F238E27FC236}">
                    <a16:creationId xmlns="" xmlns:a16="http://schemas.microsoft.com/office/drawing/2014/main" id="{056D9101-B295-BE4A-9002-B9C75319D4B3}"/>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58" name="TextBox 157">
                <a:extLst>
                  <a:ext uri="{FF2B5EF4-FFF2-40B4-BE49-F238E27FC236}">
                    <a16:creationId xmlns="" xmlns:a16="http://schemas.microsoft.com/office/drawing/2014/main" id="{B98075D5-1094-EA42-8C93-9C2D954BC121}"/>
                  </a:ext>
                </a:extLst>
              </p:cNvPr>
              <p:cNvSpPr txBox="1"/>
              <p:nvPr/>
            </p:nvSpPr>
            <p:spPr>
              <a:xfrm>
                <a:off x="9935581" y="645213"/>
                <a:ext cx="1106491" cy="54104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sending process</a:t>
                </a:r>
              </a:p>
            </p:txBody>
          </p:sp>
        </p:grpSp>
        <p:grpSp>
          <p:nvGrpSpPr>
            <p:cNvPr id="99" name="Group 98">
              <a:extLst>
                <a:ext uri="{FF2B5EF4-FFF2-40B4-BE49-F238E27FC236}">
                  <a16:creationId xmlns="" xmlns:a16="http://schemas.microsoft.com/office/drawing/2014/main" id="{5402A96E-C536-5E4C-BB36-5F57DDFFE613}"/>
                </a:ext>
              </a:extLst>
            </p:cNvPr>
            <p:cNvGrpSpPr/>
            <p:nvPr/>
          </p:nvGrpSpPr>
          <p:grpSpPr>
            <a:xfrm>
              <a:off x="7541116" y="2997281"/>
              <a:ext cx="577241" cy="338554"/>
              <a:chOff x="9950444" y="999755"/>
              <a:chExt cx="577241" cy="338554"/>
            </a:xfrm>
          </p:grpSpPr>
          <p:sp>
            <p:nvSpPr>
              <p:cNvPr id="155" name="Rectangle 154">
                <a:extLst>
                  <a:ext uri="{FF2B5EF4-FFF2-40B4-BE49-F238E27FC236}">
                    <a16:creationId xmlns="" xmlns:a16="http://schemas.microsoft.com/office/drawing/2014/main" id="{0D3BE65A-11E7-ED41-B532-DDED3A87485C}"/>
                  </a:ext>
                </a:extLst>
              </p:cNvPr>
              <p:cNvSpPr/>
              <p:nvPr/>
            </p:nvSpPr>
            <p:spPr>
              <a:xfrm>
                <a:off x="10010633" y="1066693"/>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6" name="TextBox 155">
                <a:extLst>
                  <a:ext uri="{FF2B5EF4-FFF2-40B4-BE49-F238E27FC236}">
                    <a16:creationId xmlns="" xmlns:a16="http://schemas.microsoft.com/office/drawing/2014/main" id="{05315891-C43B-4E47-AA7C-98881DCEDB55}"/>
                  </a:ext>
                </a:extLst>
              </p:cNvPr>
              <p:cNvSpPr txBox="1"/>
              <p:nvPr/>
            </p:nvSpPr>
            <p:spPr>
              <a:xfrm>
                <a:off x="9950444" y="999755"/>
                <a:ext cx="57724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00" name="Group 194">
              <a:extLst>
                <a:ext uri="{FF2B5EF4-FFF2-40B4-BE49-F238E27FC236}">
                  <a16:creationId xmlns="" xmlns:a16="http://schemas.microsoft.com/office/drawing/2014/main" id="{54168ABB-31DA-FD4E-B361-85C3C0971BE8}"/>
                </a:ext>
              </a:extLst>
            </p:cNvPr>
            <p:cNvGrpSpPr>
              <a:grpSpLocks/>
            </p:cNvGrpSpPr>
            <p:nvPr/>
          </p:nvGrpSpPr>
          <p:grpSpPr bwMode="auto">
            <a:xfrm>
              <a:off x="6677899" y="2425781"/>
              <a:ext cx="545509" cy="512284"/>
              <a:chOff x="-44" y="1473"/>
              <a:chExt cx="981" cy="1105"/>
            </a:xfrm>
          </p:grpSpPr>
          <p:pic>
            <p:nvPicPr>
              <p:cNvPr id="153" name="Picture 195" descr="desktop_computer_stylized_medium">
                <a:extLst>
                  <a:ext uri="{FF2B5EF4-FFF2-40B4-BE49-F238E27FC236}">
                    <a16:creationId xmlns="" xmlns:a16="http://schemas.microsoft.com/office/drawing/2014/main" id="{272E925C-57A6-144C-A625-180C395BBE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 name="Freeform 196">
                <a:extLst>
                  <a:ext uri="{FF2B5EF4-FFF2-40B4-BE49-F238E27FC236}">
                    <a16:creationId xmlns="" xmlns:a16="http://schemas.microsoft.com/office/drawing/2014/main" id="{5E936CF8-605C-F948-973D-474011FE90E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01" name="Group 100">
              <a:extLst>
                <a:ext uri="{FF2B5EF4-FFF2-40B4-BE49-F238E27FC236}">
                  <a16:creationId xmlns="" xmlns:a16="http://schemas.microsoft.com/office/drawing/2014/main" id="{94E6CD2B-9DBD-9847-AE43-1F20A9F4B7A7}"/>
                </a:ext>
              </a:extLst>
            </p:cNvPr>
            <p:cNvGrpSpPr/>
            <p:nvPr/>
          </p:nvGrpSpPr>
          <p:grpSpPr>
            <a:xfrm>
              <a:off x="10189724" y="2496350"/>
              <a:ext cx="1245036" cy="593992"/>
              <a:chOff x="9852456" y="608434"/>
              <a:chExt cx="1245036" cy="593992"/>
            </a:xfrm>
          </p:grpSpPr>
          <p:sp>
            <p:nvSpPr>
              <p:cNvPr id="151" name="Oval 19">
                <a:extLst>
                  <a:ext uri="{FF2B5EF4-FFF2-40B4-BE49-F238E27FC236}">
                    <a16:creationId xmlns="" xmlns:a16="http://schemas.microsoft.com/office/drawing/2014/main" id="{65C8DA48-6ECB-6D4D-80B9-2E7231D021E7}"/>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52" name="TextBox 151">
                <a:extLst>
                  <a:ext uri="{FF2B5EF4-FFF2-40B4-BE49-F238E27FC236}">
                    <a16:creationId xmlns="" xmlns:a16="http://schemas.microsoft.com/office/drawing/2014/main" id="{F98362D2-A31F-1547-A061-D0BD0AD53B62}"/>
                  </a:ext>
                </a:extLst>
              </p:cNvPr>
              <p:cNvSpPr txBox="1"/>
              <p:nvPr/>
            </p:nvSpPr>
            <p:spPr>
              <a:xfrm>
                <a:off x="9935581" y="645213"/>
                <a:ext cx="1106491" cy="54104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receiving process</a:t>
                </a:r>
              </a:p>
            </p:txBody>
          </p:sp>
        </p:grpSp>
        <p:grpSp>
          <p:nvGrpSpPr>
            <p:cNvPr id="102" name="Group 101">
              <a:extLst>
                <a:ext uri="{FF2B5EF4-FFF2-40B4-BE49-F238E27FC236}">
                  <a16:creationId xmlns="" xmlns:a16="http://schemas.microsoft.com/office/drawing/2014/main" id="{E2053A92-714B-3A4D-BA72-E2002B5EB226}"/>
                </a:ext>
              </a:extLst>
            </p:cNvPr>
            <p:cNvGrpSpPr/>
            <p:nvPr/>
          </p:nvGrpSpPr>
          <p:grpSpPr>
            <a:xfrm>
              <a:off x="10248853" y="2969571"/>
              <a:ext cx="577241" cy="338554"/>
              <a:chOff x="9678159" y="981583"/>
              <a:chExt cx="577241" cy="338554"/>
            </a:xfrm>
          </p:grpSpPr>
          <p:sp>
            <p:nvSpPr>
              <p:cNvPr id="149" name="Rectangle 148">
                <a:extLst>
                  <a:ext uri="{FF2B5EF4-FFF2-40B4-BE49-F238E27FC236}">
                    <a16:creationId xmlns="" xmlns:a16="http://schemas.microsoft.com/office/drawing/2014/main" id="{87AF5445-F895-274D-B4CA-4B559C14920A}"/>
                  </a:ext>
                </a:extLst>
              </p:cNvPr>
              <p:cNvSpPr/>
              <p:nvPr/>
            </p:nvSpPr>
            <p:spPr>
              <a:xfrm>
                <a:off x="9744032" y="1048007"/>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0" name="TextBox 149">
                <a:extLst>
                  <a:ext uri="{FF2B5EF4-FFF2-40B4-BE49-F238E27FC236}">
                    <a16:creationId xmlns="" xmlns:a16="http://schemas.microsoft.com/office/drawing/2014/main" id="{405D7A89-0963-7D45-9872-8A6C26AFF4EB}"/>
                  </a:ext>
                </a:extLst>
              </p:cNvPr>
              <p:cNvSpPr txBox="1"/>
              <p:nvPr/>
            </p:nvSpPr>
            <p:spPr>
              <a:xfrm>
                <a:off x="9678159" y="981583"/>
                <a:ext cx="57724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03" name="Group 161">
              <a:extLst>
                <a:ext uri="{FF2B5EF4-FFF2-40B4-BE49-F238E27FC236}">
                  <a16:creationId xmlns="" xmlns:a16="http://schemas.microsoft.com/office/drawing/2014/main" id="{72242579-6133-6C4E-BF67-26CF5BCBECC7}"/>
                </a:ext>
              </a:extLst>
            </p:cNvPr>
            <p:cNvGrpSpPr>
              <a:grpSpLocks/>
            </p:cNvGrpSpPr>
            <p:nvPr/>
          </p:nvGrpSpPr>
          <p:grpSpPr bwMode="auto">
            <a:xfrm>
              <a:off x="11287371" y="2364366"/>
              <a:ext cx="230514" cy="466725"/>
              <a:chOff x="4140" y="429"/>
              <a:chExt cx="1425" cy="2396"/>
            </a:xfrm>
          </p:grpSpPr>
          <p:sp>
            <p:nvSpPr>
              <p:cNvPr id="117" name="Freeform 162">
                <a:extLst>
                  <a:ext uri="{FF2B5EF4-FFF2-40B4-BE49-F238E27FC236}">
                    <a16:creationId xmlns="" xmlns:a16="http://schemas.microsoft.com/office/drawing/2014/main" id="{508C64E2-5C75-8B42-912F-0F4DAB5E11F5}"/>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18" name="Rectangle 163">
                <a:extLst>
                  <a:ext uri="{FF2B5EF4-FFF2-40B4-BE49-F238E27FC236}">
                    <a16:creationId xmlns="" xmlns:a16="http://schemas.microsoft.com/office/drawing/2014/main" id="{1F2031F6-89EC-AD4C-B442-1E0A3C270EA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19" name="Freeform 164">
                <a:extLst>
                  <a:ext uri="{FF2B5EF4-FFF2-40B4-BE49-F238E27FC236}">
                    <a16:creationId xmlns="" xmlns:a16="http://schemas.microsoft.com/office/drawing/2014/main" id="{0BA0DD87-2FD6-244B-82C8-88C2D0A5833C}"/>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20" name="Freeform 165">
                <a:extLst>
                  <a:ext uri="{FF2B5EF4-FFF2-40B4-BE49-F238E27FC236}">
                    <a16:creationId xmlns="" xmlns:a16="http://schemas.microsoft.com/office/drawing/2014/main" id="{7207167F-9D03-3F47-8166-127D9E26F058}"/>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21" name="Rectangle 166">
                <a:extLst>
                  <a:ext uri="{FF2B5EF4-FFF2-40B4-BE49-F238E27FC236}">
                    <a16:creationId xmlns="" xmlns:a16="http://schemas.microsoft.com/office/drawing/2014/main" id="{D8ACE697-B009-5441-8959-DAC8BF3B1CB8}"/>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22" name="Group 167">
                <a:extLst>
                  <a:ext uri="{FF2B5EF4-FFF2-40B4-BE49-F238E27FC236}">
                    <a16:creationId xmlns="" xmlns:a16="http://schemas.microsoft.com/office/drawing/2014/main" id="{AFAFE92F-768B-0E40-8189-F135D4962862}"/>
                  </a:ext>
                </a:extLst>
              </p:cNvPr>
              <p:cNvGrpSpPr>
                <a:grpSpLocks/>
              </p:cNvGrpSpPr>
              <p:nvPr/>
            </p:nvGrpSpPr>
            <p:grpSpPr bwMode="auto">
              <a:xfrm>
                <a:off x="4749" y="668"/>
                <a:ext cx="581" cy="145"/>
                <a:chOff x="614" y="2568"/>
                <a:chExt cx="725" cy="139"/>
              </a:xfrm>
            </p:grpSpPr>
            <p:sp>
              <p:nvSpPr>
                <p:cNvPr id="147" name="AutoShape 168">
                  <a:extLst>
                    <a:ext uri="{FF2B5EF4-FFF2-40B4-BE49-F238E27FC236}">
                      <a16:creationId xmlns="" xmlns:a16="http://schemas.microsoft.com/office/drawing/2014/main" id="{6617210C-BFB6-0D4D-B38A-5E9106661AF0}"/>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8" name="AutoShape 169">
                  <a:extLst>
                    <a:ext uri="{FF2B5EF4-FFF2-40B4-BE49-F238E27FC236}">
                      <a16:creationId xmlns="" xmlns:a16="http://schemas.microsoft.com/office/drawing/2014/main" id="{5EE6018A-C9AA-184F-B7ED-42AFC16D772E}"/>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23" name="Rectangle 170">
                <a:extLst>
                  <a:ext uri="{FF2B5EF4-FFF2-40B4-BE49-F238E27FC236}">
                    <a16:creationId xmlns="" xmlns:a16="http://schemas.microsoft.com/office/drawing/2014/main" id="{F82DB15E-18D1-4A4D-80D4-EAB41BA5033C}"/>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24" name="Group 171">
                <a:extLst>
                  <a:ext uri="{FF2B5EF4-FFF2-40B4-BE49-F238E27FC236}">
                    <a16:creationId xmlns="" xmlns:a16="http://schemas.microsoft.com/office/drawing/2014/main" id="{52997F44-9E26-5F46-914A-DD4ADC8770B4}"/>
                  </a:ext>
                </a:extLst>
              </p:cNvPr>
              <p:cNvGrpSpPr>
                <a:grpSpLocks/>
              </p:cNvGrpSpPr>
              <p:nvPr/>
            </p:nvGrpSpPr>
            <p:grpSpPr bwMode="auto">
              <a:xfrm>
                <a:off x="4747" y="994"/>
                <a:ext cx="581" cy="134"/>
                <a:chOff x="614" y="2568"/>
                <a:chExt cx="725" cy="139"/>
              </a:xfrm>
            </p:grpSpPr>
            <p:sp>
              <p:nvSpPr>
                <p:cNvPr id="145" name="AutoShape 172">
                  <a:extLst>
                    <a:ext uri="{FF2B5EF4-FFF2-40B4-BE49-F238E27FC236}">
                      <a16:creationId xmlns="" xmlns:a16="http://schemas.microsoft.com/office/drawing/2014/main" id="{7DD2F60B-01B7-A848-9111-DBA2C17DC6C0}"/>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6" name="AutoShape 173">
                  <a:extLst>
                    <a:ext uri="{FF2B5EF4-FFF2-40B4-BE49-F238E27FC236}">
                      <a16:creationId xmlns="" xmlns:a16="http://schemas.microsoft.com/office/drawing/2014/main" id="{399E173F-3471-434E-8657-60AF028897C5}"/>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25" name="Rectangle 174">
                <a:extLst>
                  <a:ext uri="{FF2B5EF4-FFF2-40B4-BE49-F238E27FC236}">
                    <a16:creationId xmlns="" xmlns:a16="http://schemas.microsoft.com/office/drawing/2014/main" id="{CC1F5612-3C85-EF42-8C7F-34C5C7ED07E7}"/>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26" name="Rectangle 175">
                <a:extLst>
                  <a:ext uri="{FF2B5EF4-FFF2-40B4-BE49-F238E27FC236}">
                    <a16:creationId xmlns="" xmlns:a16="http://schemas.microsoft.com/office/drawing/2014/main" id="{608F68F9-0FC6-8540-8955-44F7FC3BA2D3}"/>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27" name="Group 176">
                <a:extLst>
                  <a:ext uri="{FF2B5EF4-FFF2-40B4-BE49-F238E27FC236}">
                    <a16:creationId xmlns="" xmlns:a16="http://schemas.microsoft.com/office/drawing/2014/main" id="{ECCEFB02-32C8-8940-8A0B-AB56D987ACE8}"/>
                  </a:ext>
                </a:extLst>
              </p:cNvPr>
              <p:cNvGrpSpPr>
                <a:grpSpLocks/>
              </p:cNvGrpSpPr>
              <p:nvPr/>
            </p:nvGrpSpPr>
            <p:grpSpPr bwMode="auto">
              <a:xfrm>
                <a:off x="4735" y="1627"/>
                <a:ext cx="582" cy="151"/>
                <a:chOff x="614" y="2568"/>
                <a:chExt cx="725" cy="139"/>
              </a:xfrm>
            </p:grpSpPr>
            <p:sp>
              <p:nvSpPr>
                <p:cNvPr id="143" name="AutoShape 177">
                  <a:extLst>
                    <a:ext uri="{FF2B5EF4-FFF2-40B4-BE49-F238E27FC236}">
                      <a16:creationId xmlns="" xmlns:a16="http://schemas.microsoft.com/office/drawing/2014/main" id="{9748E381-A81E-B241-A522-B9A17C2A8B39}"/>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4" name="AutoShape 178">
                  <a:extLst>
                    <a:ext uri="{FF2B5EF4-FFF2-40B4-BE49-F238E27FC236}">
                      <a16:creationId xmlns="" xmlns:a16="http://schemas.microsoft.com/office/drawing/2014/main" id="{3E8CC9C2-8373-D54C-873D-9F47F61D751A}"/>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28" name="Freeform 179">
                <a:extLst>
                  <a:ext uri="{FF2B5EF4-FFF2-40B4-BE49-F238E27FC236}">
                    <a16:creationId xmlns="" xmlns:a16="http://schemas.microsoft.com/office/drawing/2014/main" id="{3AFA0A16-38BD-F347-95DC-13669F1BC291}"/>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29" name="Group 180">
                <a:extLst>
                  <a:ext uri="{FF2B5EF4-FFF2-40B4-BE49-F238E27FC236}">
                    <a16:creationId xmlns="" xmlns:a16="http://schemas.microsoft.com/office/drawing/2014/main" id="{3CE589A0-5A73-794D-ABC2-A1B10BB78C09}"/>
                  </a:ext>
                </a:extLst>
              </p:cNvPr>
              <p:cNvGrpSpPr>
                <a:grpSpLocks/>
              </p:cNvGrpSpPr>
              <p:nvPr/>
            </p:nvGrpSpPr>
            <p:grpSpPr bwMode="auto">
              <a:xfrm>
                <a:off x="4739" y="1327"/>
                <a:ext cx="582" cy="139"/>
                <a:chOff x="614" y="2568"/>
                <a:chExt cx="725" cy="139"/>
              </a:xfrm>
            </p:grpSpPr>
            <p:sp>
              <p:nvSpPr>
                <p:cNvPr id="141" name="AutoShape 181">
                  <a:extLst>
                    <a:ext uri="{FF2B5EF4-FFF2-40B4-BE49-F238E27FC236}">
                      <a16:creationId xmlns="" xmlns:a16="http://schemas.microsoft.com/office/drawing/2014/main" id="{89FB1F6B-6C98-F24F-A895-DC97628788D2}"/>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2" name="AutoShape 182">
                  <a:extLst>
                    <a:ext uri="{FF2B5EF4-FFF2-40B4-BE49-F238E27FC236}">
                      <a16:creationId xmlns="" xmlns:a16="http://schemas.microsoft.com/office/drawing/2014/main" id="{A55EACC1-1331-7842-9049-9FB02F3B1F27}"/>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30" name="Rectangle 183">
                <a:extLst>
                  <a:ext uri="{FF2B5EF4-FFF2-40B4-BE49-F238E27FC236}">
                    <a16:creationId xmlns="" xmlns:a16="http://schemas.microsoft.com/office/drawing/2014/main" id="{46F63067-A332-D94A-A7BC-02C7CEAE0C38}"/>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1" name="Freeform 184">
                <a:extLst>
                  <a:ext uri="{FF2B5EF4-FFF2-40B4-BE49-F238E27FC236}">
                    <a16:creationId xmlns="" xmlns:a16="http://schemas.microsoft.com/office/drawing/2014/main" id="{359C02C4-AE3C-424E-88A6-A84CCF30229C}"/>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2" name="Freeform 185">
                <a:extLst>
                  <a:ext uri="{FF2B5EF4-FFF2-40B4-BE49-F238E27FC236}">
                    <a16:creationId xmlns="" xmlns:a16="http://schemas.microsoft.com/office/drawing/2014/main" id="{1CC2B8AD-B212-0745-A970-E79786EB0CD2}"/>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3" name="Oval 186">
                <a:extLst>
                  <a:ext uri="{FF2B5EF4-FFF2-40B4-BE49-F238E27FC236}">
                    <a16:creationId xmlns="" xmlns:a16="http://schemas.microsoft.com/office/drawing/2014/main" id="{5D94AEF0-68E4-7046-B0ED-DCCE63C2396F}"/>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4" name="Freeform 187">
                <a:extLst>
                  <a:ext uri="{FF2B5EF4-FFF2-40B4-BE49-F238E27FC236}">
                    <a16:creationId xmlns="" xmlns:a16="http://schemas.microsoft.com/office/drawing/2014/main" id="{C6292415-0292-8D4A-AB56-DF120D9C1935}"/>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5" name="AutoShape 188">
                <a:extLst>
                  <a:ext uri="{FF2B5EF4-FFF2-40B4-BE49-F238E27FC236}">
                    <a16:creationId xmlns="" xmlns:a16="http://schemas.microsoft.com/office/drawing/2014/main" id="{412209D6-3554-F94F-B517-9F6DB7F4931D}"/>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6" name="AutoShape 189">
                <a:extLst>
                  <a:ext uri="{FF2B5EF4-FFF2-40B4-BE49-F238E27FC236}">
                    <a16:creationId xmlns="" xmlns:a16="http://schemas.microsoft.com/office/drawing/2014/main" id="{C870F13A-A9EC-F445-8D64-37F050C0AC07}"/>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7" name="Oval 190">
                <a:extLst>
                  <a:ext uri="{FF2B5EF4-FFF2-40B4-BE49-F238E27FC236}">
                    <a16:creationId xmlns="" xmlns:a16="http://schemas.microsoft.com/office/drawing/2014/main" id="{A39E8A5C-F61E-744E-836D-41A7361D6DC4}"/>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8" name="Oval 191">
                <a:extLst>
                  <a:ext uri="{FF2B5EF4-FFF2-40B4-BE49-F238E27FC236}">
                    <a16:creationId xmlns="" xmlns:a16="http://schemas.microsoft.com/office/drawing/2014/main" id="{9B90C8D9-94E0-5945-8363-EDFE59BB315C}"/>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139" name="Oval 192">
                <a:extLst>
                  <a:ext uri="{FF2B5EF4-FFF2-40B4-BE49-F238E27FC236}">
                    <a16:creationId xmlns="" xmlns:a16="http://schemas.microsoft.com/office/drawing/2014/main" id="{DE44202E-E28C-0E4D-8741-6A031871E8E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0" name="Rectangle 193">
                <a:extLst>
                  <a:ext uri="{FF2B5EF4-FFF2-40B4-BE49-F238E27FC236}">
                    <a16:creationId xmlns="" xmlns:a16="http://schemas.microsoft.com/office/drawing/2014/main" id="{D8BFBA71-4557-6B46-A05C-92CAEC49ECC1}"/>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cxnSp>
          <p:nvCxnSpPr>
            <p:cNvPr id="105" name="Straight Connector 104">
              <a:extLst>
                <a:ext uri="{FF2B5EF4-FFF2-40B4-BE49-F238E27FC236}">
                  <a16:creationId xmlns="" xmlns:a16="http://schemas.microsoft.com/office/drawing/2014/main" id="{11F9B693-3039-7842-B826-C79453DC74BC}"/>
                </a:ext>
              </a:extLst>
            </p:cNvPr>
            <p:cNvCxnSpPr>
              <a:cxnSpLocks/>
            </p:cNvCxnSpPr>
            <p:nvPr/>
          </p:nvCxnSpPr>
          <p:spPr>
            <a:xfrm>
              <a:off x="6584655" y="33189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 xmlns:a16="http://schemas.microsoft.com/office/drawing/2014/main" id="{82E3D64B-7462-DF45-A72D-0EEE887E1FC6}"/>
                </a:ext>
              </a:extLst>
            </p:cNvPr>
            <p:cNvCxnSpPr>
              <a:cxnSpLocks/>
            </p:cNvCxnSpPr>
            <p:nvPr/>
          </p:nvCxnSpPr>
          <p:spPr>
            <a:xfrm>
              <a:off x="10078299" y="329119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sp>
          <p:nvSpPr>
            <p:cNvPr id="108" name="TextBox 107">
              <a:extLst>
                <a:ext uri="{FF2B5EF4-FFF2-40B4-BE49-F238E27FC236}">
                  <a16:creationId xmlns="" xmlns:a16="http://schemas.microsoft.com/office/drawing/2014/main" id="{E0A94F7F-9401-4C4F-80C6-4F0C25C18F5C}"/>
                </a:ext>
              </a:extLst>
            </p:cNvPr>
            <p:cNvSpPr txBox="1"/>
            <p:nvPr/>
          </p:nvSpPr>
          <p:spPr>
            <a:xfrm>
              <a:off x="6226081" y="3037743"/>
              <a:ext cx="994247"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application</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9" name="TextBox 108">
              <a:extLst>
                <a:ext uri="{FF2B5EF4-FFF2-40B4-BE49-F238E27FC236}">
                  <a16:creationId xmlns="" xmlns:a16="http://schemas.microsoft.com/office/drawing/2014/main" id="{28F3F5F7-78A1-3C45-AC73-9F2A188FD37C}"/>
                </a:ext>
              </a:extLst>
            </p:cNvPr>
            <p:cNvSpPr txBox="1"/>
            <p:nvPr/>
          </p:nvSpPr>
          <p:spPr>
            <a:xfrm>
              <a:off x="6344394" y="3265491"/>
              <a:ext cx="86869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transport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0" name="TextBox 109">
              <a:extLst>
                <a:ext uri="{FF2B5EF4-FFF2-40B4-BE49-F238E27FC236}">
                  <a16:creationId xmlns="" xmlns:a16="http://schemas.microsoft.com/office/drawing/2014/main" id="{3D73C66D-8F36-5E4B-BBC6-B804471BAAF5}"/>
                </a:ext>
              </a:extLst>
            </p:cNvPr>
            <p:cNvSpPr txBox="1"/>
            <p:nvPr/>
          </p:nvSpPr>
          <p:spPr>
            <a:xfrm flipH="1">
              <a:off x="7109034" y="5998385"/>
              <a:ext cx="46571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reliable service </a:t>
              </a:r>
              <a:r>
                <a:rPr kumimoji="0" lang="en-US" sz="2400" b="0" i="1" u="none" strike="noStrike" kern="1200" cap="none" spc="0" normalizeH="0" baseline="0" noProof="0" dirty="0">
                  <a:ln>
                    <a:noFill/>
                  </a:ln>
                  <a:solidFill>
                    <a:srgbClr val="C00000"/>
                  </a:solidFill>
                  <a:effectLst/>
                  <a:uLnTx/>
                  <a:uFillTx/>
                  <a:latin typeface="Calibri" panose="020F0502020204030204"/>
                  <a:ea typeface="+mn-ea"/>
                  <a:cs typeface="+mn-cs"/>
                </a:rPr>
                <a:t>implementation</a:t>
              </a:r>
            </a:p>
          </p:txBody>
        </p:sp>
        <p:grpSp>
          <p:nvGrpSpPr>
            <p:cNvPr id="233" name="Group 232">
              <a:extLst>
                <a:ext uri="{FF2B5EF4-FFF2-40B4-BE49-F238E27FC236}">
                  <a16:creationId xmlns="" xmlns:a16="http://schemas.microsoft.com/office/drawing/2014/main" id="{0D04F411-4AAF-BC49-BC7A-363692477E93}"/>
                </a:ext>
              </a:extLst>
            </p:cNvPr>
            <p:cNvGrpSpPr/>
            <p:nvPr/>
          </p:nvGrpSpPr>
          <p:grpSpPr>
            <a:xfrm>
              <a:off x="6573835" y="5301907"/>
              <a:ext cx="5250830" cy="481581"/>
              <a:chOff x="6737055" y="3471301"/>
              <a:chExt cx="5250830" cy="481581"/>
            </a:xfrm>
          </p:grpSpPr>
          <p:grpSp>
            <p:nvGrpSpPr>
              <p:cNvPr id="223" name="Group 222">
                <a:extLst>
                  <a:ext uri="{FF2B5EF4-FFF2-40B4-BE49-F238E27FC236}">
                    <a16:creationId xmlns="" xmlns:a16="http://schemas.microsoft.com/office/drawing/2014/main" id="{C5146927-C3B8-DF48-9CFC-4B18E58EBBED}"/>
                  </a:ext>
                </a:extLst>
              </p:cNvPr>
              <p:cNvGrpSpPr/>
              <p:nvPr/>
            </p:nvGrpSpPr>
            <p:grpSpPr>
              <a:xfrm>
                <a:off x="8324240" y="3583550"/>
                <a:ext cx="2044628" cy="369332"/>
                <a:chOff x="7504363" y="3155701"/>
                <a:chExt cx="2044628" cy="369332"/>
              </a:xfrm>
            </p:grpSpPr>
            <p:grpSp>
              <p:nvGrpSpPr>
                <p:cNvPr id="224" name="Group 223">
                  <a:extLst>
                    <a:ext uri="{FF2B5EF4-FFF2-40B4-BE49-F238E27FC236}">
                      <a16:creationId xmlns="" xmlns:a16="http://schemas.microsoft.com/office/drawing/2014/main" id="{36331F64-A8EF-C84E-B30D-A7547D452764}"/>
                    </a:ext>
                  </a:extLst>
                </p:cNvPr>
                <p:cNvGrpSpPr/>
                <p:nvPr/>
              </p:nvGrpSpPr>
              <p:grpSpPr>
                <a:xfrm>
                  <a:off x="7504363" y="3183676"/>
                  <a:ext cx="2003932" cy="306163"/>
                  <a:chOff x="1616358" y="2551230"/>
                  <a:chExt cx="2141698" cy="218510"/>
                </a:xfrm>
              </p:grpSpPr>
              <p:sp>
                <p:nvSpPr>
                  <p:cNvPr id="226" name="Rectangle 225">
                    <a:extLst>
                      <a:ext uri="{FF2B5EF4-FFF2-40B4-BE49-F238E27FC236}">
                        <a16:creationId xmlns="" xmlns:a16="http://schemas.microsoft.com/office/drawing/2014/main" id="{A58BC41B-0FE4-7548-8B41-7D58F1B562DA}"/>
                      </a:ext>
                    </a:extLst>
                  </p:cNvPr>
                  <p:cNvSpPr/>
                  <p:nvPr/>
                </p:nvSpPr>
                <p:spPr>
                  <a:xfrm>
                    <a:off x="1673508" y="2551230"/>
                    <a:ext cx="2027398"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7" name="Oval 226">
                    <a:extLst>
                      <a:ext uri="{FF2B5EF4-FFF2-40B4-BE49-F238E27FC236}">
                        <a16:creationId xmlns="" xmlns:a16="http://schemas.microsoft.com/office/drawing/2014/main" id="{02FB0512-C154-9E47-9EBA-D924E2099BE6}"/>
                      </a:ext>
                    </a:extLst>
                  </p:cNvPr>
                  <p:cNvSpPr/>
                  <p:nvPr/>
                </p:nvSpPr>
                <p:spPr>
                  <a:xfrm>
                    <a:off x="1616358" y="2551230"/>
                    <a:ext cx="114300" cy="218510"/>
                  </a:xfrm>
                  <a:prstGeom prst="ellipse">
                    <a:avLst/>
                  </a:prstGeom>
                  <a:solidFill>
                    <a:srgbClr val="7ACCF4"/>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8" name="Oval 227">
                    <a:extLst>
                      <a:ext uri="{FF2B5EF4-FFF2-40B4-BE49-F238E27FC236}">
                        <a16:creationId xmlns="" xmlns:a16="http://schemas.microsoft.com/office/drawing/2014/main" id="{C63F6E63-7445-F243-9368-2132BE86292D}"/>
                      </a:ext>
                    </a:extLst>
                  </p:cNvPr>
                  <p:cNvSpPr/>
                  <p:nvPr/>
                </p:nvSpPr>
                <p:spPr>
                  <a:xfrm>
                    <a:off x="3643756" y="2551230"/>
                    <a:ext cx="114300" cy="218510"/>
                  </a:xfrm>
                  <a:prstGeom prst="ellipse">
                    <a:avLst/>
                  </a:prstGeom>
                  <a:gradFill flip="none" rotWithShape="1">
                    <a:gsLst>
                      <a:gs pos="0">
                        <a:schemeClr val="accent5">
                          <a:lumMod val="75000"/>
                        </a:schemeClr>
                      </a:gs>
                      <a:gs pos="100000">
                        <a:schemeClr val="accent5">
                          <a:lumMod val="75000"/>
                        </a:schemeClr>
                      </a:gs>
                      <a:gs pos="50000">
                        <a:srgbClr val="7ACCF4"/>
                      </a:gs>
                    </a:gsLst>
                    <a:lin ang="16200000" scaled="0"/>
                    <a:tileRect/>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9" name="Rectangle 228">
                    <a:extLst>
                      <a:ext uri="{FF2B5EF4-FFF2-40B4-BE49-F238E27FC236}">
                        <a16:creationId xmlns="" xmlns:a16="http://schemas.microsoft.com/office/drawing/2014/main" id="{EE8FCEBF-7EAA-0647-A2EA-4FF2A92ADD8C}"/>
                      </a:ext>
                    </a:extLst>
                  </p:cNvPr>
                  <p:cNvSpPr/>
                  <p:nvPr/>
                </p:nvSpPr>
                <p:spPr>
                  <a:xfrm>
                    <a:off x="3491356" y="2551230"/>
                    <a:ext cx="209550"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25" name="TextBox 224">
                  <a:extLst>
                    <a:ext uri="{FF2B5EF4-FFF2-40B4-BE49-F238E27FC236}">
                      <a16:creationId xmlns="" xmlns:a16="http://schemas.microsoft.com/office/drawing/2014/main" id="{68623763-0736-1640-9198-34E20A0A0952}"/>
                    </a:ext>
                  </a:extLst>
                </p:cNvPr>
                <p:cNvSpPr txBox="1"/>
                <p:nvPr/>
              </p:nvSpPr>
              <p:spPr>
                <a:xfrm>
                  <a:off x="7626477" y="3155701"/>
                  <a:ext cx="192251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unreliable channel</a:t>
                  </a:r>
                </a:p>
              </p:txBody>
            </p:sp>
          </p:grpSp>
          <p:cxnSp>
            <p:nvCxnSpPr>
              <p:cNvPr id="230" name="Straight Connector 229">
                <a:extLst>
                  <a:ext uri="{FF2B5EF4-FFF2-40B4-BE49-F238E27FC236}">
                    <a16:creationId xmlns="" xmlns:a16="http://schemas.microsoft.com/office/drawing/2014/main" id="{DBEEB1A6-0E73-AB48-B495-F487B566C625}"/>
                  </a:ext>
                </a:extLst>
              </p:cNvPr>
              <p:cNvCxnSpPr>
                <a:cxnSpLocks/>
              </p:cNvCxnSpPr>
              <p:nvPr/>
            </p:nvCxnSpPr>
            <p:spPr>
              <a:xfrm>
                <a:off x="6737055" y="34713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 xmlns:a16="http://schemas.microsoft.com/office/drawing/2014/main" id="{B7BF7B94-FA7B-2246-B803-641BA21FAD78}"/>
                  </a:ext>
                </a:extLst>
              </p:cNvPr>
              <p:cNvCxnSpPr>
                <a:cxnSpLocks/>
              </p:cNvCxnSpPr>
              <p:nvPr/>
            </p:nvCxnSpPr>
            <p:spPr>
              <a:xfrm>
                <a:off x="10299974" y="34713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34" name="TextBox 233">
              <a:extLst>
                <a:ext uri="{FF2B5EF4-FFF2-40B4-BE49-F238E27FC236}">
                  <a16:creationId xmlns="" xmlns:a16="http://schemas.microsoft.com/office/drawing/2014/main" id="{AEB73EE5-0075-EE47-B5CC-61EAD4F66FC9}"/>
                </a:ext>
              </a:extLst>
            </p:cNvPr>
            <p:cNvSpPr txBox="1"/>
            <p:nvPr/>
          </p:nvSpPr>
          <p:spPr>
            <a:xfrm>
              <a:off x="6413644" y="5279980"/>
              <a:ext cx="794385"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network</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5" name="TextBox 234">
              <a:extLst>
                <a:ext uri="{FF2B5EF4-FFF2-40B4-BE49-F238E27FC236}">
                  <a16:creationId xmlns="" xmlns:a16="http://schemas.microsoft.com/office/drawing/2014/main" id="{6021091A-40C7-3E48-A368-62B168C379FE}"/>
                </a:ext>
              </a:extLst>
            </p:cNvPr>
            <p:cNvSpPr txBox="1"/>
            <p:nvPr/>
          </p:nvSpPr>
          <p:spPr>
            <a:xfrm>
              <a:off x="6358993" y="5023850"/>
              <a:ext cx="86869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transport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37" name="Straight Arrow Connector 236">
              <a:extLst>
                <a:ext uri="{FF2B5EF4-FFF2-40B4-BE49-F238E27FC236}">
                  <a16:creationId xmlns="" xmlns:a16="http://schemas.microsoft.com/office/drawing/2014/main" id="{05D4C2CD-9395-C64F-91D1-D32BF3685F81}"/>
                </a:ext>
              </a:extLst>
            </p:cNvPr>
            <p:cNvCxnSpPr>
              <a:cxnSpLocks/>
            </p:cNvCxnSpPr>
            <p:nvPr/>
          </p:nvCxnSpPr>
          <p:spPr>
            <a:xfrm>
              <a:off x="7532988" y="3216212"/>
              <a:ext cx="0" cy="403537"/>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cxnSp>
          <p:nvCxnSpPr>
            <p:cNvPr id="240" name="Straight Arrow Connector 239">
              <a:extLst>
                <a:ext uri="{FF2B5EF4-FFF2-40B4-BE49-F238E27FC236}">
                  <a16:creationId xmlns="" xmlns:a16="http://schemas.microsoft.com/office/drawing/2014/main" id="{A7F37CC4-8A14-554D-96BA-B69174DD341C}"/>
                </a:ext>
              </a:extLst>
            </p:cNvPr>
            <p:cNvCxnSpPr>
              <a:cxnSpLocks/>
            </p:cNvCxnSpPr>
            <p:nvPr/>
          </p:nvCxnSpPr>
          <p:spPr>
            <a:xfrm flipV="1">
              <a:off x="10867079" y="3152635"/>
              <a:ext cx="0" cy="439404"/>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sp>
          <p:nvSpPr>
            <p:cNvPr id="243" name="TextBox 242">
              <a:extLst>
                <a:ext uri="{FF2B5EF4-FFF2-40B4-BE49-F238E27FC236}">
                  <a16:creationId xmlns="" xmlns:a16="http://schemas.microsoft.com/office/drawing/2014/main" id="{414248C8-665E-0640-BFD4-2689CB960EDD}"/>
                </a:ext>
              </a:extLst>
            </p:cNvPr>
            <p:cNvSpPr txBox="1"/>
            <p:nvPr/>
          </p:nvSpPr>
          <p:spPr>
            <a:xfrm>
              <a:off x="6584496" y="3824138"/>
              <a:ext cx="1896984" cy="840230"/>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sender-side of</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reliable data transfer protocol</a:t>
              </a:r>
            </a:p>
          </p:txBody>
        </p:sp>
        <p:sp>
          <p:nvSpPr>
            <p:cNvPr id="244" name="TextBox 243">
              <a:extLst>
                <a:ext uri="{FF2B5EF4-FFF2-40B4-BE49-F238E27FC236}">
                  <a16:creationId xmlns="" xmlns:a16="http://schemas.microsoft.com/office/drawing/2014/main" id="{026C4778-F96F-564F-92C4-81A147260836}"/>
                </a:ext>
              </a:extLst>
            </p:cNvPr>
            <p:cNvSpPr txBox="1"/>
            <p:nvPr/>
          </p:nvSpPr>
          <p:spPr>
            <a:xfrm>
              <a:off x="9914975" y="3826493"/>
              <a:ext cx="1896984" cy="840230"/>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receiver-side</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of reliable data transfer protocol</a:t>
              </a:r>
            </a:p>
          </p:txBody>
        </p:sp>
        <p:grpSp>
          <p:nvGrpSpPr>
            <p:cNvPr id="250" name="Group 249">
              <a:extLst>
                <a:ext uri="{FF2B5EF4-FFF2-40B4-BE49-F238E27FC236}">
                  <a16:creationId xmlns="" xmlns:a16="http://schemas.microsoft.com/office/drawing/2014/main" id="{3A5444DE-2616-4949-A343-9AB06B194D91}"/>
                </a:ext>
              </a:extLst>
            </p:cNvPr>
            <p:cNvGrpSpPr/>
            <p:nvPr/>
          </p:nvGrpSpPr>
          <p:grpSpPr>
            <a:xfrm>
              <a:off x="7535360" y="5023850"/>
              <a:ext cx="632009" cy="632009"/>
              <a:chOff x="7408198" y="4955748"/>
              <a:chExt cx="632009" cy="632009"/>
            </a:xfrm>
          </p:grpSpPr>
          <p:cxnSp>
            <p:nvCxnSpPr>
              <p:cNvPr id="247" name="Straight Connector 246">
                <a:extLst>
                  <a:ext uri="{FF2B5EF4-FFF2-40B4-BE49-F238E27FC236}">
                    <a16:creationId xmlns="" xmlns:a16="http://schemas.microsoft.com/office/drawing/2014/main" id="{3C799D3A-CE2A-E048-B2D1-4A59AF4A4487}"/>
                  </a:ext>
                </a:extLst>
              </p:cNvPr>
              <p:cNvCxnSpPr>
                <a:cxnSpLocks/>
              </p:cNvCxnSpPr>
              <p:nvPr/>
            </p:nvCxnSpPr>
            <p:spPr>
              <a:xfrm>
                <a:off x="7417790" y="4955748"/>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 xmlns:a16="http://schemas.microsoft.com/office/drawing/2014/main" id="{594AB361-99B5-124A-BC74-926DDD1383FA}"/>
                  </a:ext>
                </a:extLst>
              </p:cNvPr>
              <p:cNvCxnSpPr>
                <a:cxnSpLocks/>
              </p:cNvCxnSpPr>
              <p:nvPr/>
            </p:nvCxnSpPr>
            <p:spPr>
              <a:xfrm rot="5400000">
                <a:off x="7724203" y="5247906"/>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grpSp>
        <p:grpSp>
          <p:nvGrpSpPr>
            <p:cNvPr id="251" name="Group 250">
              <a:extLst>
                <a:ext uri="{FF2B5EF4-FFF2-40B4-BE49-F238E27FC236}">
                  <a16:creationId xmlns="" xmlns:a16="http://schemas.microsoft.com/office/drawing/2014/main" id="{BA49793A-2EFA-244E-B721-948595E86530}"/>
                </a:ext>
              </a:extLst>
            </p:cNvPr>
            <p:cNvGrpSpPr/>
            <p:nvPr/>
          </p:nvGrpSpPr>
          <p:grpSpPr>
            <a:xfrm rot="16200000">
              <a:off x="10248530" y="5019009"/>
              <a:ext cx="632009" cy="632009"/>
              <a:chOff x="7408198" y="4948974"/>
              <a:chExt cx="632009" cy="632009"/>
            </a:xfrm>
          </p:grpSpPr>
          <p:cxnSp>
            <p:nvCxnSpPr>
              <p:cNvPr id="252" name="Straight Connector 251">
                <a:extLst>
                  <a:ext uri="{FF2B5EF4-FFF2-40B4-BE49-F238E27FC236}">
                    <a16:creationId xmlns="" xmlns:a16="http://schemas.microsoft.com/office/drawing/2014/main" id="{E0252BA6-E2F4-EA40-A719-21D09BB00749}"/>
                  </a:ext>
                </a:extLst>
              </p:cNvPr>
              <p:cNvCxnSpPr>
                <a:cxnSpLocks/>
              </p:cNvCxnSpPr>
              <p:nvPr/>
            </p:nvCxnSpPr>
            <p:spPr>
              <a:xfrm>
                <a:off x="7427960" y="4948974"/>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 xmlns:a16="http://schemas.microsoft.com/office/drawing/2014/main" id="{42B1015B-F6E9-1049-9672-7C7605BFFCB3}"/>
                  </a:ext>
                </a:extLst>
              </p:cNvPr>
              <p:cNvCxnSpPr>
                <a:cxnSpLocks/>
              </p:cNvCxnSpPr>
              <p:nvPr/>
            </p:nvCxnSpPr>
            <p:spPr>
              <a:xfrm rot="5400000">
                <a:off x="7724203" y="5247906"/>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grpSp>
      </p:grpSp>
      <p:grpSp>
        <p:nvGrpSpPr>
          <p:cNvPr id="160" name="Group 159">
            <a:extLst>
              <a:ext uri="{FF2B5EF4-FFF2-40B4-BE49-F238E27FC236}">
                <a16:creationId xmlns="" xmlns:a16="http://schemas.microsoft.com/office/drawing/2014/main" id="{AA406E8C-63BA-BB42-9548-F314CBF3CE0A}"/>
              </a:ext>
            </a:extLst>
          </p:cNvPr>
          <p:cNvGrpSpPr/>
          <p:nvPr/>
        </p:nvGrpSpPr>
        <p:grpSpPr>
          <a:xfrm>
            <a:off x="238849" y="1911780"/>
            <a:ext cx="5147343" cy="2073847"/>
            <a:chOff x="737513" y="2398718"/>
            <a:chExt cx="5595549" cy="2073847"/>
          </a:xfrm>
        </p:grpSpPr>
        <p:sp>
          <p:nvSpPr>
            <p:cNvPr id="161" name="Bent-Up Arrow 160">
              <a:extLst>
                <a:ext uri="{FF2B5EF4-FFF2-40B4-BE49-F238E27FC236}">
                  <a16:creationId xmlns="" xmlns:a16="http://schemas.microsoft.com/office/drawing/2014/main" id="{276E236E-C1A2-4743-B99F-615B0894757D}"/>
                </a:ext>
              </a:extLst>
            </p:cNvPr>
            <p:cNvSpPr/>
            <p:nvPr/>
          </p:nvSpPr>
          <p:spPr>
            <a:xfrm>
              <a:off x="4575391" y="3206649"/>
              <a:ext cx="929535" cy="419742"/>
            </a:xfrm>
            <a:prstGeom prst="bentUpArrow">
              <a:avLst>
                <a:gd name="adj1" fmla="val 7688"/>
                <a:gd name="adj2" fmla="val 18199"/>
                <a:gd name="adj3" fmla="val 20199"/>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62" name="Group 161">
              <a:extLst>
                <a:ext uri="{FF2B5EF4-FFF2-40B4-BE49-F238E27FC236}">
                  <a16:creationId xmlns="" xmlns:a16="http://schemas.microsoft.com/office/drawing/2014/main" id="{035F6EC9-F077-9A40-B80E-90308683035B}"/>
                </a:ext>
              </a:extLst>
            </p:cNvPr>
            <p:cNvGrpSpPr/>
            <p:nvPr/>
          </p:nvGrpSpPr>
          <p:grpSpPr>
            <a:xfrm>
              <a:off x="1442223" y="2551892"/>
              <a:ext cx="1245036" cy="593992"/>
              <a:chOff x="9852456" y="608434"/>
              <a:chExt cx="1245036" cy="593992"/>
            </a:xfrm>
          </p:grpSpPr>
          <p:sp>
            <p:nvSpPr>
              <p:cNvPr id="221" name="Oval 19">
                <a:extLst>
                  <a:ext uri="{FF2B5EF4-FFF2-40B4-BE49-F238E27FC236}">
                    <a16:creationId xmlns="" xmlns:a16="http://schemas.microsoft.com/office/drawing/2014/main" id="{883ACB49-E16A-9443-BF20-83102D0AC2E2}"/>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222" name="TextBox 221">
                <a:extLst>
                  <a:ext uri="{FF2B5EF4-FFF2-40B4-BE49-F238E27FC236}">
                    <a16:creationId xmlns="" xmlns:a16="http://schemas.microsoft.com/office/drawing/2014/main" id="{9B910D5B-F03E-EF4D-8AA8-F0CB2EF771DD}"/>
                  </a:ext>
                </a:extLst>
              </p:cNvPr>
              <p:cNvSpPr txBox="1"/>
              <p:nvPr/>
            </p:nvSpPr>
            <p:spPr>
              <a:xfrm>
                <a:off x="9935581" y="670265"/>
                <a:ext cx="1106492" cy="491225"/>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sending process</a:t>
                </a:r>
              </a:p>
            </p:txBody>
          </p:sp>
        </p:grpSp>
        <p:grpSp>
          <p:nvGrpSpPr>
            <p:cNvPr id="163" name="Group 162">
              <a:extLst>
                <a:ext uri="{FF2B5EF4-FFF2-40B4-BE49-F238E27FC236}">
                  <a16:creationId xmlns="" xmlns:a16="http://schemas.microsoft.com/office/drawing/2014/main" id="{4711F2A1-3F96-204B-8D76-CA73A72D0541}"/>
                </a:ext>
              </a:extLst>
            </p:cNvPr>
            <p:cNvGrpSpPr/>
            <p:nvPr/>
          </p:nvGrpSpPr>
          <p:grpSpPr>
            <a:xfrm>
              <a:off x="2038693" y="3003923"/>
              <a:ext cx="577241" cy="307777"/>
              <a:chOff x="9950444" y="999755"/>
              <a:chExt cx="577241" cy="307777"/>
            </a:xfrm>
          </p:grpSpPr>
          <p:sp>
            <p:nvSpPr>
              <p:cNvPr id="219" name="Rectangle 218">
                <a:extLst>
                  <a:ext uri="{FF2B5EF4-FFF2-40B4-BE49-F238E27FC236}">
                    <a16:creationId xmlns="" xmlns:a16="http://schemas.microsoft.com/office/drawing/2014/main" id="{22B6EF49-41A6-F849-9F5D-04A31D2F40EF}"/>
                  </a:ext>
                </a:extLst>
              </p:cNvPr>
              <p:cNvSpPr/>
              <p:nvPr/>
            </p:nvSpPr>
            <p:spPr>
              <a:xfrm>
                <a:off x="10010633" y="1066693"/>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0" name="TextBox 219">
                <a:extLst>
                  <a:ext uri="{FF2B5EF4-FFF2-40B4-BE49-F238E27FC236}">
                    <a16:creationId xmlns="" xmlns:a16="http://schemas.microsoft.com/office/drawing/2014/main" id="{159B749A-0FAF-ED4F-A42F-24ED3C9A2228}"/>
                  </a:ext>
                </a:extLst>
              </p:cNvPr>
              <p:cNvSpPr txBox="1"/>
              <p:nvPr/>
            </p:nvSpPr>
            <p:spPr>
              <a:xfrm>
                <a:off x="9950444" y="999755"/>
                <a:ext cx="577241"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64" name="Group 194">
              <a:extLst>
                <a:ext uri="{FF2B5EF4-FFF2-40B4-BE49-F238E27FC236}">
                  <a16:creationId xmlns="" xmlns:a16="http://schemas.microsoft.com/office/drawing/2014/main" id="{0941CA1D-7B43-3641-AB83-AF3FB0147DB1}"/>
                </a:ext>
              </a:extLst>
            </p:cNvPr>
            <p:cNvGrpSpPr>
              <a:grpSpLocks/>
            </p:cNvGrpSpPr>
            <p:nvPr/>
          </p:nvGrpSpPr>
          <p:grpSpPr bwMode="auto">
            <a:xfrm>
              <a:off x="1175476" y="2432423"/>
              <a:ext cx="545509" cy="512284"/>
              <a:chOff x="-44" y="1473"/>
              <a:chExt cx="981" cy="1105"/>
            </a:xfrm>
          </p:grpSpPr>
          <p:pic>
            <p:nvPicPr>
              <p:cNvPr id="217" name="Picture 195" descr="desktop_computer_stylized_medium">
                <a:extLst>
                  <a:ext uri="{FF2B5EF4-FFF2-40B4-BE49-F238E27FC236}">
                    <a16:creationId xmlns="" xmlns:a16="http://schemas.microsoft.com/office/drawing/2014/main" id="{C9BAD8A3-73FD-504F-969F-7C35A5C98C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8" name="Freeform 196">
                <a:extLst>
                  <a:ext uri="{FF2B5EF4-FFF2-40B4-BE49-F238E27FC236}">
                    <a16:creationId xmlns="" xmlns:a16="http://schemas.microsoft.com/office/drawing/2014/main" id="{2F736748-6A6F-4A40-841E-F7357D81FD5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65" name="Group 164">
              <a:extLst>
                <a:ext uri="{FF2B5EF4-FFF2-40B4-BE49-F238E27FC236}">
                  <a16:creationId xmlns="" xmlns:a16="http://schemas.microsoft.com/office/drawing/2014/main" id="{19DB2C22-7DC2-E741-9E31-4D336DBD41D8}"/>
                </a:ext>
              </a:extLst>
            </p:cNvPr>
            <p:cNvGrpSpPr/>
            <p:nvPr/>
          </p:nvGrpSpPr>
          <p:grpSpPr>
            <a:xfrm>
              <a:off x="4756576" y="2530702"/>
              <a:ext cx="1245036" cy="593992"/>
              <a:chOff x="9852456" y="608434"/>
              <a:chExt cx="1245036" cy="593992"/>
            </a:xfrm>
          </p:grpSpPr>
          <p:sp>
            <p:nvSpPr>
              <p:cNvPr id="215" name="Oval 19">
                <a:extLst>
                  <a:ext uri="{FF2B5EF4-FFF2-40B4-BE49-F238E27FC236}">
                    <a16:creationId xmlns="" xmlns:a16="http://schemas.microsoft.com/office/drawing/2014/main" id="{6000E806-F013-C443-8B87-D5DBEFEDF8C8}"/>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216" name="TextBox 215">
                <a:extLst>
                  <a:ext uri="{FF2B5EF4-FFF2-40B4-BE49-F238E27FC236}">
                    <a16:creationId xmlns="" xmlns:a16="http://schemas.microsoft.com/office/drawing/2014/main" id="{2D496D32-B730-8F41-BC5C-D46F18E3C27F}"/>
                  </a:ext>
                </a:extLst>
              </p:cNvPr>
              <p:cNvSpPr txBox="1"/>
              <p:nvPr/>
            </p:nvSpPr>
            <p:spPr>
              <a:xfrm>
                <a:off x="9921965" y="670265"/>
                <a:ext cx="1106492" cy="491225"/>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receiving process</a:t>
                </a:r>
              </a:p>
            </p:txBody>
          </p:sp>
        </p:grpSp>
        <p:grpSp>
          <p:nvGrpSpPr>
            <p:cNvPr id="166" name="Group 165">
              <a:extLst>
                <a:ext uri="{FF2B5EF4-FFF2-40B4-BE49-F238E27FC236}">
                  <a16:creationId xmlns="" xmlns:a16="http://schemas.microsoft.com/office/drawing/2014/main" id="{EA2AE3CE-CD18-494C-A00E-4B2C61F9903E}"/>
                </a:ext>
              </a:extLst>
            </p:cNvPr>
            <p:cNvGrpSpPr/>
            <p:nvPr/>
          </p:nvGrpSpPr>
          <p:grpSpPr>
            <a:xfrm>
              <a:off x="4815705" y="3003923"/>
              <a:ext cx="577241" cy="307777"/>
              <a:chOff x="9678159" y="981583"/>
              <a:chExt cx="577241" cy="307777"/>
            </a:xfrm>
          </p:grpSpPr>
          <p:sp>
            <p:nvSpPr>
              <p:cNvPr id="213" name="Rectangle 212">
                <a:extLst>
                  <a:ext uri="{FF2B5EF4-FFF2-40B4-BE49-F238E27FC236}">
                    <a16:creationId xmlns="" xmlns:a16="http://schemas.microsoft.com/office/drawing/2014/main" id="{68A38E56-F1F2-8D41-B556-9B4F130EE1C0}"/>
                  </a:ext>
                </a:extLst>
              </p:cNvPr>
              <p:cNvSpPr/>
              <p:nvPr/>
            </p:nvSpPr>
            <p:spPr>
              <a:xfrm>
                <a:off x="9744032" y="1048007"/>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4" name="TextBox 213">
                <a:extLst>
                  <a:ext uri="{FF2B5EF4-FFF2-40B4-BE49-F238E27FC236}">
                    <a16:creationId xmlns="" xmlns:a16="http://schemas.microsoft.com/office/drawing/2014/main" id="{B8FBC38B-338F-F747-943D-E7C01C7B97F9}"/>
                  </a:ext>
                </a:extLst>
              </p:cNvPr>
              <p:cNvSpPr txBox="1"/>
              <p:nvPr/>
            </p:nvSpPr>
            <p:spPr>
              <a:xfrm>
                <a:off x="9678159" y="981583"/>
                <a:ext cx="577241"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67" name="Group 161">
              <a:extLst>
                <a:ext uri="{FF2B5EF4-FFF2-40B4-BE49-F238E27FC236}">
                  <a16:creationId xmlns="" xmlns:a16="http://schemas.microsoft.com/office/drawing/2014/main" id="{77E8EF91-AF21-9340-AC44-97C2982F9039}"/>
                </a:ext>
              </a:extLst>
            </p:cNvPr>
            <p:cNvGrpSpPr>
              <a:grpSpLocks/>
            </p:cNvGrpSpPr>
            <p:nvPr/>
          </p:nvGrpSpPr>
          <p:grpSpPr bwMode="auto">
            <a:xfrm>
              <a:off x="5854223" y="2398718"/>
              <a:ext cx="230514" cy="466725"/>
              <a:chOff x="4140" y="429"/>
              <a:chExt cx="1425" cy="2396"/>
            </a:xfrm>
          </p:grpSpPr>
          <p:sp>
            <p:nvSpPr>
              <p:cNvPr id="181" name="Freeform 162">
                <a:extLst>
                  <a:ext uri="{FF2B5EF4-FFF2-40B4-BE49-F238E27FC236}">
                    <a16:creationId xmlns="" xmlns:a16="http://schemas.microsoft.com/office/drawing/2014/main" id="{9E28FBA5-541A-AC4F-AE71-5951515DCF0F}"/>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2" name="Rectangle 163">
                <a:extLst>
                  <a:ext uri="{FF2B5EF4-FFF2-40B4-BE49-F238E27FC236}">
                    <a16:creationId xmlns="" xmlns:a16="http://schemas.microsoft.com/office/drawing/2014/main" id="{CC415C09-33EA-A142-8461-9672CCFF0F16}"/>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83" name="Freeform 164">
                <a:extLst>
                  <a:ext uri="{FF2B5EF4-FFF2-40B4-BE49-F238E27FC236}">
                    <a16:creationId xmlns="" xmlns:a16="http://schemas.microsoft.com/office/drawing/2014/main" id="{2A5E6FB5-B778-F24C-A601-95339A953800}"/>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4" name="Freeform 165">
                <a:extLst>
                  <a:ext uri="{FF2B5EF4-FFF2-40B4-BE49-F238E27FC236}">
                    <a16:creationId xmlns="" xmlns:a16="http://schemas.microsoft.com/office/drawing/2014/main" id="{70415A3C-7C91-7E46-9BA5-D62360FC3F51}"/>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5" name="Rectangle 166">
                <a:extLst>
                  <a:ext uri="{FF2B5EF4-FFF2-40B4-BE49-F238E27FC236}">
                    <a16:creationId xmlns="" xmlns:a16="http://schemas.microsoft.com/office/drawing/2014/main" id="{4A157385-49EC-A345-8675-63A8A4717EE4}"/>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86" name="Group 167">
                <a:extLst>
                  <a:ext uri="{FF2B5EF4-FFF2-40B4-BE49-F238E27FC236}">
                    <a16:creationId xmlns="" xmlns:a16="http://schemas.microsoft.com/office/drawing/2014/main" id="{1DBB8188-6E4B-DB44-A618-1833910E6891}"/>
                  </a:ext>
                </a:extLst>
              </p:cNvPr>
              <p:cNvGrpSpPr>
                <a:grpSpLocks/>
              </p:cNvGrpSpPr>
              <p:nvPr/>
            </p:nvGrpSpPr>
            <p:grpSpPr bwMode="auto">
              <a:xfrm>
                <a:off x="4749" y="668"/>
                <a:ext cx="581" cy="145"/>
                <a:chOff x="614" y="2568"/>
                <a:chExt cx="725" cy="139"/>
              </a:xfrm>
            </p:grpSpPr>
            <p:sp>
              <p:nvSpPr>
                <p:cNvPr id="211" name="AutoShape 168">
                  <a:extLst>
                    <a:ext uri="{FF2B5EF4-FFF2-40B4-BE49-F238E27FC236}">
                      <a16:creationId xmlns="" xmlns:a16="http://schemas.microsoft.com/office/drawing/2014/main" id="{CE1ED7B1-4BA4-A84D-9114-C8CBB4BC5149}"/>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12" name="AutoShape 169">
                  <a:extLst>
                    <a:ext uri="{FF2B5EF4-FFF2-40B4-BE49-F238E27FC236}">
                      <a16:creationId xmlns="" xmlns:a16="http://schemas.microsoft.com/office/drawing/2014/main" id="{B7844D79-0009-B94B-8989-919CDF6A9788}"/>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87" name="Rectangle 170">
                <a:extLst>
                  <a:ext uri="{FF2B5EF4-FFF2-40B4-BE49-F238E27FC236}">
                    <a16:creationId xmlns="" xmlns:a16="http://schemas.microsoft.com/office/drawing/2014/main" id="{51286867-B08D-0C40-A917-0F4029DD6072}"/>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88" name="Group 171">
                <a:extLst>
                  <a:ext uri="{FF2B5EF4-FFF2-40B4-BE49-F238E27FC236}">
                    <a16:creationId xmlns="" xmlns:a16="http://schemas.microsoft.com/office/drawing/2014/main" id="{D9A8F55B-F86B-6649-A1E4-8F24F95BCCED}"/>
                  </a:ext>
                </a:extLst>
              </p:cNvPr>
              <p:cNvGrpSpPr>
                <a:grpSpLocks/>
              </p:cNvGrpSpPr>
              <p:nvPr/>
            </p:nvGrpSpPr>
            <p:grpSpPr bwMode="auto">
              <a:xfrm>
                <a:off x="4747" y="994"/>
                <a:ext cx="581" cy="134"/>
                <a:chOff x="614" y="2568"/>
                <a:chExt cx="725" cy="139"/>
              </a:xfrm>
            </p:grpSpPr>
            <p:sp>
              <p:nvSpPr>
                <p:cNvPr id="209" name="AutoShape 172">
                  <a:extLst>
                    <a:ext uri="{FF2B5EF4-FFF2-40B4-BE49-F238E27FC236}">
                      <a16:creationId xmlns="" xmlns:a16="http://schemas.microsoft.com/office/drawing/2014/main" id="{16943728-8B67-F648-BF99-75B1A2EB8B65}"/>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10" name="AutoShape 173">
                  <a:extLst>
                    <a:ext uri="{FF2B5EF4-FFF2-40B4-BE49-F238E27FC236}">
                      <a16:creationId xmlns="" xmlns:a16="http://schemas.microsoft.com/office/drawing/2014/main" id="{E5C59DE8-B381-7841-BEF2-A71119B6CD8F}"/>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89" name="Rectangle 174">
                <a:extLst>
                  <a:ext uri="{FF2B5EF4-FFF2-40B4-BE49-F238E27FC236}">
                    <a16:creationId xmlns="" xmlns:a16="http://schemas.microsoft.com/office/drawing/2014/main" id="{E2A441E4-4B95-2D4B-8D2B-A39444E730C9}"/>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0" name="Rectangle 175">
                <a:extLst>
                  <a:ext uri="{FF2B5EF4-FFF2-40B4-BE49-F238E27FC236}">
                    <a16:creationId xmlns="" xmlns:a16="http://schemas.microsoft.com/office/drawing/2014/main" id="{4C56D3D2-1E9D-9A4E-A8E6-C02F387A41EB}"/>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91" name="Group 176">
                <a:extLst>
                  <a:ext uri="{FF2B5EF4-FFF2-40B4-BE49-F238E27FC236}">
                    <a16:creationId xmlns="" xmlns:a16="http://schemas.microsoft.com/office/drawing/2014/main" id="{4DEFC4BF-D38C-4E4F-8FF6-784D2ECC1D20}"/>
                  </a:ext>
                </a:extLst>
              </p:cNvPr>
              <p:cNvGrpSpPr>
                <a:grpSpLocks/>
              </p:cNvGrpSpPr>
              <p:nvPr/>
            </p:nvGrpSpPr>
            <p:grpSpPr bwMode="auto">
              <a:xfrm>
                <a:off x="4735" y="1627"/>
                <a:ext cx="582" cy="151"/>
                <a:chOff x="614" y="2568"/>
                <a:chExt cx="725" cy="139"/>
              </a:xfrm>
            </p:grpSpPr>
            <p:sp>
              <p:nvSpPr>
                <p:cNvPr id="207" name="AutoShape 177">
                  <a:extLst>
                    <a:ext uri="{FF2B5EF4-FFF2-40B4-BE49-F238E27FC236}">
                      <a16:creationId xmlns="" xmlns:a16="http://schemas.microsoft.com/office/drawing/2014/main" id="{1E6EF7BF-0973-4748-B890-B3787B883BAA}"/>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8" name="AutoShape 178">
                  <a:extLst>
                    <a:ext uri="{FF2B5EF4-FFF2-40B4-BE49-F238E27FC236}">
                      <a16:creationId xmlns="" xmlns:a16="http://schemas.microsoft.com/office/drawing/2014/main" id="{E5D7BCD8-55E5-614E-8991-523BADFCB547}"/>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92" name="Freeform 179">
                <a:extLst>
                  <a:ext uri="{FF2B5EF4-FFF2-40B4-BE49-F238E27FC236}">
                    <a16:creationId xmlns="" xmlns:a16="http://schemas.microsoft.com/office/drawing/2014/main" id="{9D08C936-65B2-7540-81A7-902915A9F68D}"/>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93" name="Group 180">
                <a:extLst>
                  <a:ext uri="{FF2B5EF4-FFF2-40B4-BE49-F238E27FC236}">
                    <a16:creationId xmlns="" xmlns:a16="http://schemas.microsoft.com/office/drawing/2014/main" id="{E99B1C69-E2B6-2944-ADFF-75BD1E5CCF82}"/>
                  </a:ext>
                </a:extLst>
              </p:cNvPr>
              <p:cNvGrpSpPr>
                <a:grpSpLocks/>
              </p:cNvGrpSpPr>
              <p:nvPr/>
            </p:nvGrpSpPr>
            <p:grpSpPr bwMode="auto">
              <a:xfrm>
                <a:off x="4739" y="1327"/>
                <a:ext cx="582" cy="139"/>
                <a:chOff x="614" y="2568"/>
                <a:chExt cx="725" cy="139"/>
              </a:xfrm>
            </p:grpSpPr>
            <p:sp>
              <p:nvSpPr>
                <p:cNvPr id="205" name="AutoShape 181">
                  <a:extLst>
                    <a:ext uri="{FF2B5EF4-FFF2-40B4-BE49-F238E27FC236}">
                      <a16:creationId xmlns="" xmlns:a16="http://schemas.microsoft.com/office/drawing/2014/main" id="{40AB9F71-EF2B-814B-9AA0-68CABE04DD9B}"/>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6" name="AutoShape 182">
                  <a:extLst>
                    <a:ext uri="{FF2B5EF4-FFF2-40B4-BE49-F238E27FC236}">
                      <a16:creationId xmlns="" xmlns:a16="http://schemas.microsoft.com/office/drawing/2014/main" id="{61BBD585-034C-FE44-8C4C-5732B02C9B93}"/>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94" name="Rectangle 183">
                <a:extLst>
                  <a:ext uri="{FF2B5EF4-FFF2-40B4-BE49-F238E27FC236}">
                    <a16:creationId xmlns="" xmlns:a16="http://schemas.microsoft.com/office/drawing/2014/main" id="{3003C525-2BE0-154F-83E7-C0B0EEC1A63C}"/>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5" name="Freeform 184">
                <a:extLst>
                  <a:ext uri="{FF2B5EF4-FFF2-40B4-BE49-F238E27FC236}">
                    <a16:creationId xmlns="" xmlns:a16="http://schemas.microsoft.com/office/drawing/2014/main" id="{87688AC3-3CC5-0947-8699-28651834F6FC}"/>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6" name="Freeform 185">
                <a:extLst>
                  <a:ext uri="{FF2B5EF4-FFF2-40B4-BE49-F238E27FC236}">
                    <a16:creationId xmlns="" xmlns:a16="http://schemas.microsoft.com/office/drawing/2014/main" id="{3B30373F-530B-FF4A-A69C-611E391F9885}"/>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7" name="Oval 186">
                <a:extLst>
                  <a:ext uri="{FF2B5EF4-FFF2-40B4-BE49-F238E27FC236}">
                    <a16:creationId xmlns="" xmlns:a16="http://schemas.microsoft.com/office/drawing/2014/main" id="{BE74818C-974F-C344-AF1C-A571C38F7674}"/>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8" name="Freeform 187">
                <a:extLst>
                  <a:ext uri="{FF2B5EF4-FFF2-40B4-BE49-F238E27FC236}">
                    <a16:creationId xmlns="" xmlns:a16="http://schemas.microsoft.com/office/drawing/2014/main" id="{C9128504-5E1F-1F4A-BF9E-EFE7472C0309}"/>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9" name="AutoShape 188">
                <a:extLst>
                  <a:ext uri="{FF2B5EF4-FFF2-40B4-BE49-F238E27FC236}">
                    <a16:creationId xmlns="" xmlns:a16="http://schemas.microsoft.com/office/drawing/2014/main" id="{E1404165-9D6F-1942-BB52-FCC831E9A239}"/>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0" name="AutoShape 189">
                <a:extLst>
                  <a:ext uri="{FF2B5EF4-FFF2-40B4-BE49-F238E27FC236}">
                    <a16:creationId xmlns="" xmlns:a16="http://schemas.microsoft.com/office/drawing/2014/main" id="{7F94C469-5406-364A-84E2-47B5F8B49B4C}"/>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1" name="Oval 190">
                <a:extLst>
                  <a:ext uri="{FF2B5EF4-FFF2-40B4-BE49-F238E27FC236}">
                    <a16:creationId xmlns="" xmlns:a16="http://schemas.microsoft.com/office/drawing/2014/main" id="{A0E8CAFD-652A-E647-BA6D-055C853C8A16}"/>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2" name="Oval 191">
                <a:extLst>
                  <a:ext uri="{FF2B5EF4-FFF2-40B4-BE49-F238E27FC236}">
                    <a16:creationId xmlns="" xmlns:a16="http://schemas.microsoft.com/office/drawing/2014/main" id="{1A58DA79-10F0-C94E-9A96-4E39E4332121}"/>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203" name="Oval 192">
                <a:extLst>
                  <a:ext uri="{FF2B5EF4-FFF2-40B4-BE49-F238E27FC236}">
                    <a16:creationId xmlns="" xmlns:a16="http://schemas.microsoft.com/office/drawing/2014/main" id="{E5153F60-CA4E-AD46-AA61-51967FAF6727}"/>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4" name="Rectangle 193">
                <a:extLst>
                  <a:ext uri="{FF2B5EF4-FFF2-40B4-BE49-F238E27FC236}">
                    <a16:creationId xmlns="" xmlns:a16="http://schemas.microsoft.com/office/drawing/2014/main" id="{FDB88677-8689-BF48-AD1F-09182168736F}"/>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168" name="Group 167">
              <a:extLst>
                <a:ext uri="{FF2B5EF4-FFF2-40B4-BE49-F238E27FC236}">
                  <a16:creationId xmlns="" xmlns:a16="http://schemas.microsoft.com/office/drawing/2014/main" id="{EAFBA5EB-DA0C-3243-87AB-B89E8E79E894}"/>
                </a:ext>
              </a:extLst>
            </p:cNvPr>
            <p:cNvGrpSpPr/>
            <p:nvPr/>
          </p:nvGrpSpPr>
          <p:grpSpPr>
            <a:xfrm>
              <a:off x="2669417" y="3423937"/>
              <a:ext cx="2003932" cy="369332"/>
              <a:chOff x="7504363" y="3141846"/>
              <a:chExt cx="2003932" cy="369332"/>
            </a:xfrm>
          </p:grpSpPr>
          <p:grpSp>
            <p:nvGrpSpPr>
              <p:cNvPr id="175" name="Group 174">
                <a:extLst>
                  <a:ext uri="{FF2B5EF4-FFF2-40B4-BE49-F238E27FC236}">
                    <a16:creationId xmlns="" xmlns:a16="http://schemas.microsoft.com/office/drawing/2014/main" id="{11FC8479-D121-CF45-BE67-D2FC95EAF7B9}"/>
                  </a:ext>
                </a:extLst>
              </p:cNvPr>
              <p:cNvGrpSpPr/>
              <p:nvPr/>
            </p:nvGrpSpPr>
            <p:grpSpPr>
              <a:xfrm>
                <a:off x="7504363" y="3183676"/>
                <a:ext cx="2003932" cy="306163"/>
                <a:chOff x="1616358" y="2551230"/>
                <a:chExt cx="2141698" cy="218510"/>
              </a:xfrm>
            </p:grpSpPr>
            <p:sp>
              <p:nvSpPr>
                <p:cNvPr id="177" name="Rectangle 176">
                  <a:extLst>
                    <a:ext uri="{FF2B5EF4-FFF2-40B4-BE49-F238E27FC236}">
                      <a16:creationId xmlns="" xmlns:a16="http://schemas.microsoft.com/office/drawing/2014/main" id="{553693F6-B250-A94A-973B-A2B9E24D52C4}"/>
                    </a:ext>
                  </a:extLst>
                </p:cNvPr>
                <p:cNvSpPr/>
                <p:nvPr/>
              </p:nvSpPr>
              <p:spPr>
                <a:xfrm>
                  <a:off x="1673508" y="2551230"/>
                  <a:ext cx="2027398"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8" name="Oval 177">
                  <a:extLst>
                    <a:ext uri="{FF2B5EF4-FFF2-40B4-BE49-F238E27FC236}">
                      <a16:creationId xmlns="" xmlns:a16="http://schemas.microsoft.com/office/drawing/2014/main" id="{90731F76-7DB6-864C-9B95-2487D9D7B8DE}"/>
                    </a:ext>
                  </a:extLst>
                </p:cNvPr>
                <p:cNvSpPr/>
                <p:nvPr/>
              </p:nvSpPr>
              <p:spPr>
                <a:xfrm>
                  <a:off x="1616358" y="2551230"/>
                  <a:ext cx="114300" cy="218510"/>
                </a:xfrm>
                <a:prstGeom prst="ellipse">
                  <a:avLst/>
                </a:prstGeom>
                <a:solidFill>
                  <a:srgbClr val="7ACCF4"/>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9" name="Oval 178">
                  <a:extLst>
                    <a:ext uri="{FF2B5EF4-FFF2-40B4-BE49-F238E27FC236}">
                      <a16:creationId xmlns="" xmlns:a16="http://schemas.microsoft.com/office/drawing/2014/main" id="{31CDAEAB-9168-0E4F-9A8E-E906655A076D}"/>
                    </a:ext>
                  </a:extLst>
                </p:cNvPr>
                <p:cNvSpPr/>
                <p:nvPr/>
              </p:nvSpPr>
              <p:spPr>
                <a:xfrm>
                  <a:off x="3643756" y="2551230"/>
                  <a:ext cx="114300" cy="218510"/>
                </a:xfrm>
                <a:prstGeom prst="ellipse">
                  <a:avLst/>
                </a:prstGeom>
                <a:gradFill flip="none" rotWithShape="1">
                  <a:gsLst>
                    <a:gs pos="0">
                      <a:schemeClr val="accent5">
                        <a:lumMod val="75000"/>
                      </a:schemeClr>
                    </a:gs>
                    <a:gs pos="100000">
                      <a:schemeClr val="accent5">
                        <a:lumMod val="75000"/>
                      </a:schemeClr>
                    </a:gs>
                    <a:gs pos="50000">
                      <a:srgbClr val="7ACCF4"/>
                    </a:gs>
                  </a:gsLst>
                  <a:lin ang="16200000" scaled="0"/>
                  <a:tileRect/>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0" name="Rectangle 179">
                  <a:extLst>
                    <a:ext uri="{FF2B5EF4-FFF2-40B4-BE49-F238E27FC236}">
                      <a16:creationId xmlns="" xmlns:a16="http://schemas.microsoft.com/office/drawing/2014/main" id="{34315B0F-7173-EA4C-98E3-3F4A8474AFE9}"/>
                    </a:ext>
                  </a:extLst>
                </p:cNvPr>
                <p:cNvSpPr/>
                <p:nvPr/>
              </p:nvSpPr>
              <p:spPr>
                <a:xfrm>
                  <a:off x="3491356" y="2551230"/>
                  <a:ext cx="209550"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76" name="TextBox 175">
                <a:extLst>
                  <a:ext uri="{FF2B5EF4-FFF2-40B4-BE49-F238E27FC236}">
                    <a16:creationId xmlns="" xmlns:a16="http://schemas.microsoft.com/office/drawing/2014/main" id="{997FB701-F3E4-214A-918C-4E8D192B2BB3}"/>
                  </a:ext>
                </a:extLst>
              </p:cNvPr>
              <p:cNvSpPr txBox="1"/>
              <p:nvPr/>
            </p:nvSpPr>
            <p:spPr>
              <a:xfrm>
                <a:off x="7695752" y="3141846"/>
                <a:ext cx="167885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reliable channel</a:t>
                </a:r>
              </a:p>
            </p:txBody>
          </p:sp>
        </p:grpSp>
        <p:cxnSp>
          <p:nvCxnSpPr>
            <p:cNvPr id="169" name="Straight Connector 168">
              <a:extLst>
                <a:ext uri="{FF2B5EF4-FFF2-40B4-BE49-F238E27FC236}">
                  <a16:creationId xmlns="" xmlns:a16="http://schemas.microsoft.com/office/drawing/2014/main" id="{82CF18A5-E8B1-C44A-855D-BC2E13F5D131}"/>
                </a:ext>
              </a:extLst>
            </p:cNvPr>
            <p:cNvCxnSpPr>
              <a:cxnSpLocks/>
            </p:cNvCxnSpPr>
            <p:nvPr/>
          </p:nvCxnSpPr>
          <p:spPr>
            <a:xfrm>
              <a:off x="1082232" y="3325543"/>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sp>
          <p:nvSpPr>
            <p:cNvPr id="170" name="Bent-Up Arrow 169">
              <a:extLst>
                <a:ext uri="{FF2B5EF4-FFF2-40B4-BE49-F238E27FC236}">
                  <a16:creationId xmlns="" xmlns:a16="http://schemas.microsoft.com/office/drawing/2014/main" id="{35B9DBBD-4E46-054F-AF2A-3048455F5FA1}"/>
                </a:ext>
              </a:extLst>
            </p:cNvPr>
            <p:cNvSpPr/>
            <p:nvPr/>
          </p:nvSpPr>
          <p:spPr>
            <a:xfrm rot="5400000">
              <a:off x="2152182" y="3067004"/>
              <a:ext cx="462111" cy="773811"/>
            </a:xfrm>
            <a:prstGeom prst="bentUpArrow">
              <a:avLst>
                <a:gd name="adj1" fmla="val 7999"/>
                <a:gd name="adj2" fmla="val 16334"/>
                <a:gd name="adj3" fmla="val 21389"/>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71" name="Straight Connector 170">
              <a:extLst>
                <a:ext uri="{FF2B5EF4-FFF2-40B4-BE49-F238E27FC236}">
                  <a16:creationId xmlns="" xmlns:a16="http://schemas.microsoft.com/office/drawing/2014/main" id="{CFAA8010-49E9-EB46-BD2B-D57E00E6F5CD}"/>
                </a:ext>
              </a:extLst>
            </p:cNvPr>
            <p:cNvCxnSpPr>
              <a:cxnSpLocks/>
            </p:cNvCxnSpPr>
            <p:nvPr/>
          </p:nvCxnSpPr>
          <p:spPr>
            <a:xfrm>
              <a:off x="4645151" y="3325543"/>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sp>
          <p:nvSpPr>
            <p:cNvPr id="172" name="TextBox 171">
              <a:extLst>
                <a:ext uri="{FF2B5EF4-FFF2-40B4-BE49-F238E27FC236}">
                  <a16:creationId xmlns="" xmlns:a16="http://schemas.microsoft.com/office/drawing/2014/main" id="{F1100341-F7A9-1D41-8489-9128E671B607}"/>
                </a:ext>
              </a:extLst>
            </p:cNvPr>
            <p:cNvSpPr txBox="1"/>
            <p:nvPr/>
          </p:nvSpPr>
          <p:spPr>
            <a:xfrm>
              <a:off x="737513" y="3044385"/>
              <a:ext cx="994247"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application</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3" name="TextBox 172">
              <a:extLst>
                <a:ext uri="{FF2B5EF4-FFF2-40B4-BE49-F238E27FC236}">
                  <a16:creationId xmlns="" xmlns:a16="http://schemas.microsoft.com/office/drawing/2014/main" id="{30DCEE24-EC49-B244-B451-278656DCCEBE}"/>
                </a:ext>
              </a:extLst>
            </p:cNvPr>
            <p:cNvSpPr txBox="1"/>
            <p:nvPr/>
          </p:nvSpPr>
          <p:spPr>
            <a:xfrm>
              <a:off x="828116" y="3272133"/>
              <a:ext cx="86869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transport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4" name="TextBox 173">
              <a:extLst>
                <a:ext uri="{FF2B5EF4-FFF2-40B4-BE49-F238E27FC236}">
                  <a16:creationId xmlns="" xmlns:a16="http://schemas.microsoft.com/office/drawing/2014/main" id="{15EB50A4-0F12-A743-8A7B-907E5EE4A2F5}"/>
                </a:ext>
              </a:extLst>
            </p:cNvPr>
            <p:cNvSpPr txBox="1"/>
            <p:nvPr/>
          </p:nvSpPr>
          <p:spPr>
            <a:xfrm flipH="1">
              <a:off x="1817207" y="4010900"/>
              <a:ext cx="402565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reliable service </a:t>
              </a:r>
              <a:r>
                <a:rPr kumimoji="0" lang="en-US" sz="2400" b="0" i="1" u="none" strike="noStrike" kern="1200" cap="none" spc="0" normalizeH="0" baseline="0" noProof="0" dirty="0">
                  <a:ln>
                    <a:noFill/>
                  </a:ln>
                  <a:solidFill>
                    <a:prstClr val="black"/>
                  </a:solidFill>
                  <a:effectLst/>
                  <a:uLnTx/>
                  <a:uFillTx/>
                  <a:latin typeface="Calibri" panose="020F0502020204030204"/>
                  <a:ea typeface="+mn-ea"/>
                  <a:cs typeface="+mn-cs"/>
                </a:rPr>
                <a:t>abstraction</a:t>
              </a:r>
            </a:p>
          </p:txBody>
        </p:sp>
      </p:grpSp>
      <p:sp>
        <p:nvSpPr>
          <p:cNvPr id="8" name="Rectangle 7">
            <a:extLst>
              <a:ext uri="{FF2B5EF4-FFF2-40B4-BE49-F238E27FC236}">
                <a16:creationId xmlns="" xmlns:a16="http://schemas.microsoft.com/office/drawing/2014/main" id="{7A8CA74F-CA34-FE4D-BBA8-48490B128E60}"/>
              </a:ext>
            </a:extLst>
          </p:cNvPr>
          <p:cNvSpPr/>
          <p:nvPr/>
        </p:nvSpPr>
        <p:spPr>
          <a:xfrm>
            <a:off x="295893" y="1816276"/>
            <a:ext cx="5265664" cy="2394608"/>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ight Arrow 13">
            <a:extLst>
              <a:ext uri="{FF2B5EF4-FFF2-40B4-BE49-F238E27FC236}">
                <a16:creationId xmlns="" xmlns:a16="http://schemas.microsoft.com/office/drawing/2014/main" id="{801B4EA5-1C05-1743-AB9A-0E0C38CDA1C5}"/>
              </a:ext>
            </a:extLst>
          </p:cNvPr>
          <p:cNvSpPr/>
          <p:nvPr/>
        </p:nvSpPr>
        <p:spPr>
          <a:xfrm>
            <a:off x="5448822" y="3106456"/>
            <a:ext cx="638827" cy="1014608"/>
          </a:xfrm>
          <a:prstGeom prst="rightArrow">
            <a:avLst/>
          </a:prstGeom>
          <a:gradFill>
            <a:gsLst>
              <a:gs pos="0">
                <a:schemeClr val="accent1">
                  <a:lumMod val="5000"/>
                  <a:lumOff val="95000"/>
                </a:schemeClr>
              </a:gs>
              <a:gs pos="56000">
                <a:srgbClr val="C000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Oval 2">
            <a:extLst>
              <a:ext uri="{FF2B5EF4-FFF2-40B4-BE49-F238E27FC236}">
                <a16:creationId xmlns="" xmlns:a16="http://schemas.microsoft.com/office/drawing/2014/main" id="{5B614158-9985-B744-A5F2-706D5EF5D7E9}"/>
              </a:ext>
            </a:extLst>
          </p:cNvPr>
          <p:cNvSpPr/>
          <p:nvPr/>
        </p:nvSpPr>
        <p:spPr>
          <a:xfrm>
            <a:off x="6586778" y="3177152"/>
            <a:ext cx="1952787" cy="1239865"/>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1" name="Oval 230">
            <a:extLst>
              <a:ext uri="{FF2B5EF4-FFF2-40B4-BE49-F238E27FC236}">
                <a16:creationId xmlns="" xmlns:a16="http://schemas.microsoft.com/office/drawing/2014/main" id="{4368BA48-D0C1-5949-880D-4FFAA26CCECD}"/>
              </a:ext>
            </a:extLst>
          </p:cNvPr>
          <p:cNvSpPr/>
          <p:nvPr/>
        </p:nvSpPr>
        <p:spPr>
          <a:xfrm>
            <a:off x="9885335" y="3174569"/>
            <a:ext cx="1952787" cy="1239865"/>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9" name="Slide Number Placeholder 2">
            <a:extLst>
              <a:ext uri="{FF2B5EF4-FFF2-40B4-BE49-F238E27FC236}">
                <a16:creationId xmlns="" xmlns:a16="http://schemas.microsoft.com/office/drawing/2014/main" id="{F8B5D732-7735-9D4B-9D7A-0E2219A426F1}"/>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28</a:t>
            </a:fld>
            <a:endParaRPr lang="en-US" dirty="0"/>
          </a:p>
        </p:txBody>
      </p:sp>
    </p:spTree>
    <p:extLst>
      <p:ext uri="{BB962C8B-B14F-4D97-AF65-F5344CB8AC3E}">
        <p14:creationId xmlns:p14="http://schemas.microsoft.com/office/powerpoint/2010/main" val="3275589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1000"/>
                                        <p:tgtEl>
                                          <p:spTgt spid="9"/>
                                        </p:tgtEl>
                                      </p:cBhvr>
                                    </p:animEffect>
                                  </p:childTnLst>
                                </p:cTn>
                              </p:par>
                            </p:childTnLst>
                          </p:cTn>
                        </p:par>
                        <p:par>
                          <p:cTn id="12" fill="hold">
                            <p:stCondLst>
                              <p:cond delay="1500"/>
                            </p:stCondLst>
                            <p:childTnLst>
                              <p:par>
                                <p:cTn id="13" presetID="9" presetClass="exit" presetSubtype="0" fill="hold" grpId="1" nodeType="afterEffect">
                                  <p:stCondLst>
                                    <p:cond delay="0"/>
                                  </p:stCondLst>
                                  <p:childTnLst>
                                    <p:animEffect transition="out" filter="dissolve">
                                      <p:cBhvr>
                                        <p:cTn id="14" dur="500"/>
                                        <p:tgtEl>
                                          <p:spTgt spid="14"/>
                                        </p:tgtEl>
                                      </p:cBhvr>
                                    </p:animEffect>
                                    <p:set>
                                      <p:cBhvr>
                                        <p:cTn id="15" dur="1" fill="hold">
                                          <p:stCondLst>
                                            <p:cond delay="499"/>
                                          </p:stCondLst>
                                        </p:cTn>
                                        <p:tgtEl>
                                          <p:spTgt spid="14"/>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dissolve">
                                      <p:cBhvr>
                                        <p:cTn id="20" dur="500"/>
                                        <p:tgtEl>
                                          <p:spTgt spid="3"/>
                                        </p:tgtEl>
                                      </p:cBhvr>
                                    </p:animEffect>
                                  </p:childTnLst>
                                </p:cTn>
                              </p:par>
                            </p:childTnLst>
                          </p:cTn>
                        </p:par>
                        <p:par>
                          <p:cTn id="21" fill="hold">
                            <p:stCondLst>
                              <p:cond delay="500"/>
                            </p:stCondLst>
                            <p:childTnLst>
                              <p:par>
                                <p:cTn id="22" presetID="9" presetClass="entr" presetSubtype="0" fill="hold" grpId="0" nodeType="afterEffect">
                                  <p:stCondLst>
                                    <p:cond delay="1000"/>
                                  </p:stCondLst>
                                  <p:childTnLst>
                                    <p:set>
                                      <p:cBhvr>
                                        <p:cTn id="23" dur="1" fill="hold">
                                          <p:stCondLst>
                                            <p:cond delay="0"/>
                                          </p:stCondLst>
                                        </p:cTn>
                                        <p:tgtEl>
                                          <p:spTgt spid="231"/>
                                        </p:tgtEl>
                                        <p:attrNameLst>
                                          <p:attrName>style.visibility</p:attrName>
                                        </p:attrNameLst>
                                      </p:cBhvr>
                                      <p:to>
                                        <p:strVal val="visible"/>
                                      </p:to>
                                    </p:set>
                                    <p:animEffect transition="in" filter="dissolve">
                                      <p:cBhvr>
                                        <p:cTn id="24" dur="500"/>
                                        <p:tgtEl>
                                          <p:spTgt spid="2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4" grpId="1" animBg="1"/>
      <p:bldP spid="3" grpId="0" animBg="1"/>
      <p:bldP spid="231"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Principles of reliable </a:t>
            </a:r>
            <a:r>
              <a:rPr lang="en-US" dirty="0"/>
              <a:t>d</a:t>
            </a:r>
            <a:r>
              <a:rPr lang="en-US" sz="4400" dirty="0"/>
              <a:t>ata </a:t>
            </a:r>
            <a:r>
              <a:rPr lang="en-US" dirty="0"/>
              <a:t>t</a:t>
            </a:r>
            <a:r>
              <a:rPr lang="en-US" sz="4400" dirty="0"/>
              <a:t>ransfer </a:t>
            </a:r>
          </a:p>
        </p:txBody>
      </p:sp>
      <p:grpSp>
        <p:nvGrpSpPr>
          <p:cNvPr id="9" name="Group 8">
            <a:extLst>
              <a:ext uri="{FF2B5EF4-FFF2-40B4-BE49-F238E27FC236}">
                <a16:creationId xmlns="" xmlns:a16="http://schemas.microsoft.com/office/drawing/2014/main" id="{C7D89CDE-A98B-A64B-A840-9A38508B9B43}"/>
              </a:ext>
            </a:extLst>
          </p:cNvPr>
          <p:cNvGrpSpPr/>
          <p:nvPr/>
        </p:nvGrpSpPr>
        <p:grpSpPr>
          <a:xfrm>
            <a:off x="6226081" y="1900904"/>
            <a:ext cx="5598584" cy="4095684"/>
            <a:chOff x="6226081" y="2364366"/>
            <a:chExt cx="5598584" cy="4095684"/>
          </a:xfrm>
        </p:grpSpPr>
        <p:grpSp>
          <p:nvGrpSpPr>
            <p:cNvPr id="98" name="Group 97">
              <a:extLst>
                <a:ext uri="{FF2B5EF4-FFF2-40B4-BE49-F238E27FC236}">
                  <a16:creationId xmlns="" xmlns:a16="http://schemas.microsoft.com/office/drawing/2014/main" id="{6F69B15D-5882-BD4E-83B7-5C85A253A430}"/>
                </a:ext>
              </a:extLst>
            </p:cNvPr>
            <p:cNvGrpSpPr/>
            <p:nvPr/>
          </p:nvGrpSpPr>
          <p:grpSpPr>
            <a:xfrm>
              <a:off x="6944646" y="2545250"/>
              <a:ext cx="1245036" cy="593992"/>
              <a:chOff x="9852456" y="608434"/>
              <a:chExt cx="1245036" cy="593992"/>
            </a:xfrm>
          </p:grpSpPr>
          <p:sp>
            <p:nvSpPr>
              <p:cNvPr id="157" name="Oval 19">
                <a:extLst>
                  <a:ext uri="{FF2B5EF4-FFF2-40B4-BE49-F238E27FC236}">
                    <a16:creationId xmlns="" xmlns:a16="http://schemas.microsoft.com/office/drawing/2014/main" id="{056D9101-B295-BE4A-9002-B9C75319D4B3}"/>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58" name="TextBox 157">
                <a:extLst>
                  <a:ext uri="{FF2B5EF4-FFF2-40B4-BE49-F238E27FC236}">
                    <a16:creationId xmlns="" xmlns:a16="http://schemas.microsoft.com/office/drawing/2014/main" id="{B98075D5-1094-EA42-8C93-9C2D954BC121}"/>
                  </a:ext>
                </a:extLst>
              </p:cNvPr>
              <p:cNvSpPr txBox="1"/>
              <p:nvPr/>
            </p:nvSpPr>
            <p:spPr>
              <a:xfrm>
                <a:off x="9935581" y="645213"/>
                <a:ext cx="1106491" cy="54104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sending process</a:t>
                </a:r>
              </a:p>
            </p:txBody>
          </p:sp>
        </p:grpSp>
        <p:grpSp>
          <p:nvGrpSpPr>
            <p:cNvPr id="99" name="Group 98">
              <a:extLst>
                <a:ext uri="{FF2B5EF4-FFF2-40B4-BE49-F238E27FC236}">
                  <a16:creationId xmlns="" xmlns:a16="http://schemas.microsoft.com/office/drawing/2014/main" id="{5402A96E-C536-5E4C-BB36-5F57DDFFE613}"/>
                </a:ext>
              </a:extLst>
            </p:cNvPr>
            <p:cNvGrpSpPr/>
            <p:nvPr/>
          </p:nvGrpSpPr>
          <p:grpSpPr>
            <a:xfrm>
              <a:off x="7541116" y="2997281"/>
              <a:ext cx="577241" cy="338554"/>
              <a:chOff x="9950444" y="999755"/>
              <a:chExt cx="577241" cy="338554"/>
            </a:xfrm>
          </p:grpSpPr>
          <p:sp>
            <p:nvSpPr>
              <p:cNvPr id="155" name="Rectangle 154">
                <a:extLst>
                  <a:ext uri="{FF2B5EF4-FFF2-40B4-BE49-F238E27FC236}">
                    <a16:creationId xmlns="" xmlns:a16="http://schemas.microsoft.com/office/drawing/2014/main" id="{0D3BE65A-11E7-ED41-B532-DDED3A87485C}"/>
                  </a:ext>
                </a:extLst>
              </p:cNvPr>
              <p:cNvSpPr/>
              <p:nvPr/>
            </p:nvSpPr>
            <p:spPr>
              <a:xfrm>
                <a:off x="10010633" y="1066693"/>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6" name="TextBox 155">
                <a:extLst>
                  <a:ext uri="{FF2B5EF4-FFF2-40B4-BE49-F238E27FC236}">
                    <a16:creationId xmlns="" xmlns:a16="http://schemas.microsoft.com/office/drawing/2014/main" id="{05315891-C43B-4E47-AA7C-98881DCEDB55}"/>
                  </a:ext>
                </a:extLst>
              </p:cNvPr>
              <p:cNvSpPr txBox="1"/>
              <p:nvPr/>
            </p:nvSpPr>
            <p:spPr>
              <a:xfrm>
                <a:off x="9950444" y="999755"/>
                <a:ext cx="57724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00" name="Group 194">
              <a:extLst>
                <a:ext uri="{FF2B5EF4-FFF2-40B4-BE49-F238E27FC236}">
                  <a16:creationId xmlns="" xmlns:a16="http://schemas.microsoft.com/office/drawing/2014/main" id="{54168ABB-31DA-FD4E-B361-85C3C0971BE8}"/>
                </a:ext>
              </a:extLst>
            </p:cNvPr>
            <p:cNvGrpSpPr>
              <a:grpSpLocks/>
            </p:cNvGrpSpPr>
            <p:nvPr/>
          </p:nvGrpSpPr>
          <p:grpSpPr bwMode="auto">
            <a:xfrm>
              <a:off x="6677899" y="2425781"/>
              <a:ext cx="545509" cy="512284"/>
              <a:chOff x="-44" y="1473"/>
              <a:chExt cx="981" cy="1105"/>
            </a:xfrm>
          </p:grpSpPr>
          <p:pic>
            <p:nvPicPr>
              <p:cNvPr id="153" name="Picture 195" descr="desktop_computer_stylized_medium">
                <a:extLst>
                  <a:ext uri="{FF2B5EF4-FFF2-40B4-BE49-F238E27FC236}">
                    <a16:creationId xmlns="" xmlns:a16="http://schemas.microsoft.com/office/drawing/2014/main" id="{272E925C-57A6-144C-A625-180C395BBE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 name="Freeform 196">
                <a:extLst>
                  <a:ext uri="{FF2B5EF4-FFF2-40B4-BE49-F238E27FC236}">
                    <a16:creationId xmlns="" xmlns:a16="http://schemas.microsoft.com/office/drawing/2014/main" id="{5E936CF8-605C-F948-973D-474011FE90E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01" name="Group 100">
              <a:extLst>
                <a:ext uri="{FF2B5EF4-FFF2-40B4-BE49-F238E27FC236}">
                  <a16:creationId xmlns="" xmlns:a16="http://schemas.microsoft.com/office/drawing/2014/main" id="{94E6CD2B-9DBD-9847-AE43-1F20A9F4B7A7}"/>
                </a:ext>
              </a:extLst>
            </p:cNvPr>
            <p:cNvGrpSpPr/>
            <p:nvPr/>
          </p:nvGrpSpPr>
          <p:grpSpPr>
            <a:xfrm>
              <a:off x="10189724" y="2496350"/>
              <a:ext cx="1245036" cy="593992"/>
              <a:chOff x="9852456" y="608434"/>
              <a:chExt cx="1245036" cy="593992"/>
            </a:xfrm>
          </p:grpSpPr>
          <p:sp>
            <p:nvSpPr>
              <p:cNvPr id="151" name="Oval 19">
                <a:extLst>
                  <a:ext uri="{FF2B5EF4-FFF2-40B4-BE49-F238E27FC236}">
                    <a16:creationId xmlns="" xmlns:a16="http://schemas.microsoft.com/office/drawing/2014/main" id="{65C8DA48-6ECB-6D4D-80B9-2E7231D021E7}"/>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52" name="TextBox 151">
                <a:extLst>
                  <a:ext uri="{FF2B5EF4-FFF2-40B4-BE49-F238E27FC236}">
                    <a16:creationId xmlns="" xmlns:a16="http://schemas.microsoft.com/office/drawing/2014/main" id="{F98362D2-A31F-1547-A061-D0BD0AD53B62}"/>
                  </a:ext>
                </a:extLst>
              </p:cNvPr>
              <p:cNvSpPr txBox="1"/>
              <p:nvPr/>
            </p:nvSpPr>
            <p:spPr>
              <a:xfrm>
                <a:off x="9935581" y="645213"/>
                <a:ext cx="1106491" cy="54104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receiving process</a:t>
                </a:r>
              </a:p>
            </p:txBody>
          </p:sp>
        </p:grpSp>
        <p:grpSp>
          <p:nvGrpSpPr>
            <p:cNvPr id="102" name="Group 101">
              <a:extLst>
                <a:ext uri="{FF2B5EF4-FFF2-40B4-BE49-F238E27FC236}">
                  <a16:creationId xmlns="" xmlns:a16="http://schemas.microsoft.com/office/drawing/2014/main" id="{E2053A92-714B-3A4D-BA72-E2002B5EB226}"/>
                </a:ext>
              </a:extLst>
            </p:cNvPr>
            <p:cNvGrpSpPr/>
            <p:nvPr/>
          </p:nvGrpSpPr>
          <p:grpSpPr>
            <a:xfrm>
              <a:off x="10248853" y="2969571"/>
              <a:ext cx="577241" cy="338554"/>
              <a:chOff x="9678159" y="981583"/>
              <a:chExt cx="577241" cy="338554"/>
            </a:xfrm>
          </p:grpSpPr>
          <p:sp>
            <p:nvSpPr>
              <p:cNvPr id="149" name="Rectangle 148">
                <a:extLst>
                  <a:ext uri="{FF2B5EF4-FFF2-40B4-BE49-F238E27FC236}">
                    <a16:creationId xmlns="" xmlns:a16="http://schemas.microsoft.com/office/drawing/2014/main" id="{87AF5445-F895-274D-B4CA-4B559C14920A}"/>
                  </a:ext>
                </a:extLst>
              </p:cNvPr>
              <p:cNvSpPr/>
              <p:nvPr/>
            </p:nvSpPr>
            <p:spPr>
              <a:xfrm>
                <a:off x="9744032" y="1048007"/>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0" name="TextBox 149">
                <a:extLst>
                  <a:ext uri="{FF2B5EF4-FFF2-40B4-BE49-F238E27FC236}">
                    <a16:creationId xmlns="" xmlns:a16="http://schemas.microsoft.com/office/drawing/2014/main" id="{405D7A89-0963-7D45-9872-8A6C26AFF4EB}"/>
                  </a:ext>
                </a:extLst>
              </p:cNvPr>
              <p:cNvSpPr txBox="1"/>
              <p:nvPr/>
            </p:nvSpPr>
            <p:spPr>
              <a:xfrm>
                <a:off x="9678159" y="981583"/>
                <a:ext cx="57724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03" name="Group 161">
              <a:extLst>
                <a:ext uri="{FF2B5EF4-FFF2-40B4-BE49-F238E27FC236}">
                  <a16:creationId xmlns="" xmlns:a16="http://schemas.microsoft.com/office/drawing/2014/main" id="{72242579-6133-6C4E-BF67-26CF5BCBECC7}"/>
                </a:ext>
              </a:extLst>
            </p:cNvPr>
            <p:cNvGrpSpPr>
              <a:grpSpLocks/>
            </p:cNvGrpSpPr>
            <p:nvPr/>
          </p:nvGrpSpPr>
          <p:grpSpPr bwMode="auto">
            <a:xfrm>
              <a:off x="11287371" y="2364366"/>
              <a:ext cx="230514" cy="466725"/>
              <a:chOff x="4140" y="429"/>
              <a:chExt cx="1425" cy="2396"/>
            </a:xfrm>
          </p:grpSpPr>
          <p:sp>
            <p:nvSpPr>
              <p:cNvPr id="117" name="Freeform 162">
                <a:extLst>
                  <a:ext uri="{FF2B5EF4-FFF2-40B4-BE49-F238E27FC236}">
                    <a16:creationId xmlns="" xmlns:a16="http://schemas.microsoft.com/office/drawing/2014/main" id="{508C64E2-5C75-8B42-912F-0F4DAB5E11F5}"/>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18" name="Rectangle 163">
                <a:extLst>
                  <a:ext uri="{FF2B5EF4-FFF2-40B4-BE49-F238E27FC236}">
                    <a16:creationId xmlns="" xmlns:a16="http://schemas.microsoft.com/office/drawing/2014/main" id="{1F2031F6-89EC-AD4C-B442-1E0A3C270EA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19" name="Freeform 164">
                <a:extLst>
                  <a:ext uri="{FF2B5EF4-FFF2-40B4-BE49-F238E27FC236}">
                    <a16:creationId xmlns="" xmlns:a16="http://schemas.microsoft.com/office/drawing/2014/main" id="{0BA0DD87-2FD6-244B-82C8-88C2D0A5833C}"/>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20" name="Freeform 165">
                <a:extLst>
                  <a:ext uri="{FF2B5EF4-FFF2-40B4-BE49-F238E27FC236}">
                    <a16:creationId xmlns="" xmlns:a16="http://schemas.microsoft.com/office/drawing/2014/main" id="{7207167F-9D03-3F47-8166-127D9E26F058}"/>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21" name="Rectangle 166">
                <a:extLst>
                  <a:ext uri="{FF2B5EF4-FFF2-40B4-BE49-F238E27FC236}">
                    <a16:creationId xmlns="" xmlns:a16="http://schemas.microsoft.com/office/drawing/2014/main" id="{D8ACE697-B009-5441-8959-DAC8BF3B1CB8}"/>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22" name="Group 167">
                <a:extLst>
                  <a:ext uri="{FF2B5EF4-FFF2-40B4-BE49-F238E27FC236}">
                    <a16:creationId xmlns="" xmlns:a16="http://schemas.microsoft.com/office/drawing/2014/main" id="{AFAFE92F-768B-0E40-8189-F135D4962862}"/>
                  </a:ext>
                </a:extLst>
              </p:cNvPr>
              <p:cNvGrpSpPr>
                <a:grpSpLocks/>
              </p:cNvGrpSpPr>
              <p:nvPr/>
            </p:nvGrpSpPr>
            <p:grpSpPr bwMode="auto">
              <a:xfrm>
                <a:off x="4749" y="668"/>
                <a:ext cx="581" cy="145"/>
                <a:chOff x="614" y="2568"/>
                <a:chExt cx="725" cy="139"/>
              </a:xfrm>
            </p:grpSpPr>
            <p:sp>
              <p:nvSpPr>
                <p:cNvPr id="147" name="AutoShape 168">
                  <a:extLst>
                    <a:ext uri="{FF2B5EF4-FFF2-40B4-BE49-F238E27FC236}">
                      <a16:creationId xmlns="" xmlns:a16="http://schemas.microsoft.com/office/drawing/2014/main" id="{6617210C-BFB6-0D4D-B38A-5E9106661AF0}"/>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8" name="AutoShape 169">
                  <a:extLst>
                    <a:ext uri="{FF2B5EF4-FFF2-40B4-BE49-F238E27FC236}">
                      <a16:creationId xmlns="" xmlns:a16="http://schemas.microsoft.com/office/drawing/2014/main" id="{5EE6018A-C9AA-184F-B7ED-42AFC16D772E}"/>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23" name="Rectangle 170">
                <a:extLst>
                  <a:ext uri="{FF2B5EF4-FFF2-40B4-BE49-F238E27FC236}">
                    <a16:creationId xmlns="" xmlns:a16="http://schemas.microsoft.com/office/drawing/2014/main" id="{F82DB15E-18D1-4A4D-80D4-EAB41BA5033C}"/>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24" name="Group 171">
                <a:extLst>
                  <a:ext uri="{FF2B5EF4-FFF2-40B4-BE49-F238E27FC236}">
                    <a16:creationId xmlns="" xmlns:a16="http://schemas.microsoft.com/office/drawing/2014/main" id="{52997F44-9E26-5F46-914A-DD4ADC8770B4}"/>
                  </a:ext>
                </a:extLst>
              </p:cNvPr>
              <p:cNvGrpSpPr>
                <a:grpSpLocks/>
              </p:cNvGrpSpPr>
              <p:nvPr/>
            </p:nvGrpSpPr>
            <p:grpSpPr bwMode="auto">
              <a:xfrm>
                <a:off x="4747" y="994"/>
                <a:ext cx="581" cy="134"/>
                <a:chOff x="614" y="2568"/>
                <a:chExt cx="725" cy="139"/>
              </a:xfrm>
            </p:grpSpPr>
            <p:sp>
              <p:nvSpPr>
                <p:cNvPr id="145" name="AutoShape 172">
                  <a:extLst>
                    <a:ext uri="{FF2B5EF4-FFF2-40B4-BE49-F238E27FC236}">
                      <a16:creationId xmlns="" xmlns:a16="http://schemas.microsoft.com/office/drawing/2014/main" id="{7DD2F60B-01B7-A848-9111-DBA2C17DC6C0}"/>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6" name="AutoShape 173">
                  <a:extLst>
                    <a:ext uri="{FF2B5EF4-FFF2-40B4-BE49-F238E27FC236}">
                      <a16:creationId xmlns="" xmlns:a16="http://schemas.microsoft.com/office/drawing/2014/main" id="{399E173F-3471-434E-8657-60AF028897C5}"/>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25" name="Rectangle 174">
                <a:extLst>
                  <a:ext uri="{FF2B5EF4-FFF2-40B4-BE49-F238E27FC236}">
                    <a16:creationId xmlns="" xmlns:a16="http://schemas.microsoft.com/office/drawing/2014/main" id="{CC1F5612-3C85-EF42-8C7F-34C5C7ED07E7}"/>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26" name="Rectangle 175">
                <a:extLst>
                  <a:ext uri="{FF2B5EF4-FFF2-40B4-BE49-F238E27FC236}">
                    <a16:creationId xmlns="" xmlns:a16="http://schemas.microsoft.com/office/drawing/2014/main" id="{608F68F9-0FC6-8540-8955-44F7FC3BA2D3}"/>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27" name="Group 176">
                <a:extLst>
                  <a:ext uri="{FF2B5EF4-FFF2-40B4-BE49-F238E27FC236}">
                    <a16:creationId xmlns="" xmlns:a16="http://schemas.microsoft.com/office/drawing/2014/main" id="{ECCEFB02-32C8-8940-8A0B-AB56D987ACE8}"/>
                  </a:ext>
                </a:extLst>
              </p:cNvPr>
              <p:cNvGrpSpPr>
                <a:grpSpLocks/>
              </p:cNvGrpSpPr>
              <p:nvPr/>
            </p:nvGrpSpPr>
            <p:grpSpPr bwMode="auto">
              <a:xfrm>
                <a:off x="4735" y="1627"/>
                <a:ext cx="582" cy="151"/>
                <a:chOff x="614" y="2568"/>
                <a:chExt cx="725" cy="139"/>
              </a:xfrm>
            </p:grpSpPr>
            <p:sp>
              <p:nvSpPr>
                <p:cNvPr id="143" name="AutoShape 177">
                  <a:extLst>
                    <a:ext uri="{FF2B5EF4-FFF2-40B4-BE49-F238E27FC236}">
                      <a16:creationId xmlns="" xmlns:a16="http://schemas.microsoft.com/office/drawing/2014/main" id="{9748E381-A81E-B241-A522-B9A17C2A8B39}"/>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4" name="AutoShape 178">
                  <a:extLst>
                    <a:ext uri="{FF2B5EF4-FFF2-40B4-BE49-F238E27FC236}">
                      <a16:creationId xmlns="" xmlns:a16="http://schemas.microsoft.com/office/drawing/2014/main" id="{3E8CC9C2-8373-D54C-873D-9F47F61D751A}"/>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28" name="Freeform 179">
                <a:extLst>
                  <a:ext uri="{FF2B5EF4-FFF2-40B4-BE49-F238E27FC236}">
                    <a16:creationId xmlns="" xmlns:a16="http://schemas.microsoft.com/office/drawing/2014/main" id="{3AFA0A16-38BD-F347-95DC-13669F1BC291}"/>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29" name="Group 180">
                <a:extLst>
                  <a:ext uri="{FF2B5EF4-FFF2-40B4-BE49-F238E27FC236}">
                    <a16:creationId xmlns="" xmlns:a16="http://schemas.microsoft.com/office/drawing/2014/main" id="{3CE589A0-5A73-794D-ABC2-A1B10BB78C09}"/>
                  </a:ext>
                </a:extLst>
              </p:cNvPr>
              <p:cNvGrpSpPr>
                <a:grpSpLocks/>
              </p:cNvGrpSpPr>
              <p:nvPr/>
            </p:nvGrpSpPr>
            <p:grpSpPr bwMode="auto">
              <a:xfrm>
                <a:off x="4739" y="1327"/>
                <a:ext cx="582" cy="139"/>
                <a:chOff x="614" y="2568"/>
                <a:chExt cx="725" cy="139"/>
              </a:xfrm>
            </p:grpSpPr>
            <p:sp>
              <p:nvSpPr>
                <p:cNvPr id="141" name="AutoShape 181">
                  <a:extLst>
                    <a:ext uri="{FF2B5EF4-FFF2-40B4-BE49-F238E27FC236}">
                      <a16:creationId xmlns="" xmlns:a16="http://schemas.microsoft.com/office/drawing/2014/main" id="{89FB1F6B-6C98-F24F-A895-DC97628788D2}"/>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2" name="AutoShape 182">
                  <a:extLst>
                    <a:ext uri="{FF2B5EF4-FFF2-40B4-BE49-F238E27FC236}">
                      <a16:creationId xmlns="" xmlns:a16="http://schemas.microsoft.com/office/drawing/2014/main" id="{A55EACC1-1331-7842-9049-9FB02F3B1F27}"/>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30" name="Rectangle 183">
                <a:extLst>
                  <a:ext uri="{FF2B5EF4-FFF2-40B4-BE49-F238E27FC236}">
                    <a16:creationId xmlns="" xmlns:a16="http://schemas.microsoft.com/office/drawing/2014/main" id="{46F63067-A332-D94A-A7BC-02C7CEAE0C38}"/>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1" name="Freeform 184">
                <a:extLst>
                  <a:ext uri="{FF2B5EF4-FFF2-40B4-BE49-F238E27FC236}">
                    <a16:creationId xmlns="" xmlns:a16="http://schemas.microsoft.com/office/drawing/2014/main" id="{359C02C4-AE3C-424E-88A6-A84CCF30229C}"/>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2" name="Freeform 185">
                <a:extLst>
                  <a:ext uri="{FF2B5EF4-FFF2-40B4-BE49-F238E27FC236}">
                    <a16:creationId xmlns="" xmlns:a16="http://schemas.microsoft.com/office/drawing/2014/main" id="{1CC2B8AD-B212-0745-A970-E79786EB0CD2}"/>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3" name="Oval 186">
                <a:extLst>
                  <a:ext uri="{FF2B5EF4-FFF2-40B4-BE49-F238E27FC236}">
                    <a16:creationId xmlns="" xmlns:a16="http://schemas.microsoft.com/office/drawing/2014/main" id="{5D94AEF0-68E4-7046-B0ED-DCCE63C2396F}"/>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4" name="Freeform 187">
                <a:extLst>
                  <a:ext uri="{FF2B5EF4-FFF2-40B4-BE49-F238E27FC236}">
                    <a16:creationId xmlns="" xmlns:a16="http://schemas.microsoft.com/office/drawing/2014/main" id="{C6292415-0292-8D4A-AB56-DF120D9C1935}"/>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5" name="AutoShape 188">
                <a:extLst>
                  <a:ext uri="{FF2B5EF4-FFF2-40B4-BE49-F238E27FC236}">
                    <a16:creationId xmlns="" xmlns:a16="http://schemas.microsoft.com/office/drawing/2014/main" id="{412209D6-3554-F94F-B517-9F6DB7F4931D}"/>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6" name="AutoShape 189">
                <a:extLst>
                  <a:ext uri="{FF2B5EF4-FFF2-40B4-BE49-F238E27FC236}">
                    <a16:creationId xmlns="" xmlns:a16="http://schemas.microsoft.com/office/drawing/2014/main" id="{C870F13A-A9EC-F445-8D64-37F050C0AC07}"/>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7" name="Oval 190">
                <a:extLst>
                  <a:ext uri="{FF2B5EF4-FFF2-40B4-BE49-F238E27FC236}">
                    <a16:creationId xmlns="" xmlns:a16="http://schemas.microsoft.com/office/drawing/2014/main" id="{A39E8A5C-F61E-744E-836D-41A7361D6DC4}"/>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8" name="Oval 191">
                <a:extLst>
                  <a:ext uri="{FF2B5EF4-FFF2-40B4-BE49-F238E27FC236}">
                    <a16:creationId xmlns="" xmlns:a16="http://schemas.microsoft.com/office/drawing/2014/main" id="{9B90C8D9-94E0-5945-8363-EDFE59BB315C}"/>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139" name="Oval 192">
                <a:extLst>
                  <a:ext uri="{FF2B5EF4-FFF2-40B4-BE49-F238E27FC236}">
                    <a16:creationId xmlns="" xmlns:a16="http://schemas.microsoft.com/office/drawing/2014/main" id="{DE44202E-E28C-0E4D-8741-6A031871E8E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0" name="Rectangle 193">
                <a:extLst>
                  <a:ext uri="{FF2B5EF4-FFF2-40B4-BE49-F238E27FC236}">
                    <a16:creationId xmlns="" xmlns:a16="http://schemas.microsoft.com/office/drawing/2014/main" id="{D8BFBA71-4557-6B46-A05C-92CAEC49ECC1}"/>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cxnSp>
          <p:nvCxnSpPr>
            <p:cNvPr id="105" name="Straight Connector 104">
              <a:extLst>
                <a:ext uri="{FF2B5EF4-FFF2-40B4-BE49-F238E27FC236}">
                  <a16:creationId xmlns="" xmlns:a16="http://schemas.microsoft.com/office/drawing/2014/main" id="{11F9B693-3039-7842-B826-C79453DC74BC}"/>
                </a:ext>
              </a:extLst>
            </p:cNvPr>
            <p:cNvCxnSpPr>
              <a:cxnSpLocks/>
            </p:cNvCxnSpPr>
            <p:nvPr/>
          </p:nvCxnSpPr>
          <p:spPr>
            <a:xfrm>
              <a:off x="6584655" y="33189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 xmlns:a16="http://schemas.microsoft.com/office/drawing/2014/main" id="{82E3D64B-7462-DF45-A72D-0EEE887E1FC6}"/>
                </a:ext>
              </a:extLst>
            </p:cNvPr>
            <p:cNvCxnSpPr>
              <a:cxnSpLocks/>
            </p:cNvCxnSpPr>
            <p:nvPr/>
          </p:nvCxnSpPr>
          <p:spPr>
            <a:xfrm>
              <a:off x="10078299" y="329119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sp>
          <p:nvSpPr>
            <p:cNvPr id="108" name="TextBox 107">
              <a:extLst>
                <a:ext uri="{FF2B5EF4-FFF2-40B4-BE49-F238E27FC236}">
                  <a16:creationId xmlns="" xmlns:a16="http://schemas.microsoft.com/office/drawing/2014/main" id="{E0A94F7F-9401-4C4F-80C6-4F0C25C18F5C}"/>
                </a:ext>
              </a:extLst>
            </p:cNvPr>
            <p:cNvSpPr txBox="1"/>
            <p:nvPr/>
          </p:nvSpPr>
          <p:spPr>
            <a:xfrm>
              <a:off x="6226081" y="3037743"/>
              <a:ext cx="994247"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application</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9" name="TextBox 108">
              <a:extLst>
                <a:ext uri="{FF2B5EF4-FFF2-40B4-BE49-F238E27FC236}">
                  <a16:creationId xmlns="" xmlns:a16="http://schemas.microsoft.com/office/drawing/2014/main" id="{28F3F5F7-78A1-3C45-AC73-9F2A188FD37C}"/>
                </a:ext>
              </a:extLst>
            </p:cNvPr>
            <p:cNvSpPr txBox="1"/>
            <p:nvPr/>
          </p:nvSpPr>
          <p:spPr>
            <a:xfrm>
              <a:off x="6344394" y="3265491"/>
              <a:ext cx="86869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transport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0" name="TextBox 109">
              <a:extLst>
                <a:ext uri="{FF2B5EF4-FFF2-40B4-BE49-F238E27FC236}">
                  <a16:creationId xmlns="" xmlns:a16="http://schemas.microsoft.com/office/drawing/2014/main" id="{3D73C66D-8F36-5E4B-BBC6-B804471BAAF5}"/>
                </a:ext>
              </a:extLst>
            </p:cNvPr>
            <p:cNvSpPr txBox="1"/>
            <p:nvPr/>
          </p:nvSpPr>
          <p:spPr>
            <a:xfrm flipH="1">
              <a:off x="7109034" y="5998385"/>
              <a:ext cx="46571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reliable service </a:t>
              </a:r>
              <a:r>
                <a:rPr kumimoji="0" lang="en-US" sz="2400" b="0" i="1" u="none" strike="noStrike" kern="1200" cap="none" spc="0" normalizeH="0" baseline="0" noProof="0" dirty="0">
                  <a:ln>
                    <a:noFill/>
                  </a:ln>
                  <a:solidFill>
                    <a:srgbClr val="C00000"/>
                  </a:solidFill>
                  <a:effectLst/>
                  <a:uLnTx/>
                  <a:uFillTx/>
                  <a:latin typeface="Calibri" panose="020F0502020204030204"/>
                  <a:ea typeface="+mn-ea"/>
                  <a:cs typeface="+mn-cs"/>
                </a:rPr>
                <a:t>implementation</a:t>
              </a:r>
            </a:p>
          </p:txBody>
        </p:sp>
        <p:grpSp>
          <p:nvGrpSpPr>
            <p:cNvPr id="233" name="Group 232">
              <a:extLst>
                <a:ext uri="{FF2B5EF4-FFF2-40B4-BE49-F238E27FC236}">
                  <a16:creationId xmlns="" xmlns:a16="http://schemas.microsoft.com/office/drawing/2014/main" id="{0D04F411-4AAF-BC49-BC7A-363692477E93}"/>
                </a:ext>
              </a:extLst>
            </p:cNvPr>
            <p:cNvGrpSpPr/>
            <p:nvPr/>
          </p:nvGrpSpPr>
          <p:grpSpPr>
            <a:xfrm>
              <a:off x="6573835" y="5301907"/>
              <a:ext cx="5250830" cy="481581"/>
              <a:chOff x="6737055" y="3471301"/>
              <a:chExt cx="5250830" cy="481581"/>
            </a:xfrm>
          </p:grpSpPr>
          <p:grpSp>
            <p:nvGrpSpPr>
              <p:cNvPr id="223" name="Group 222">
                <a:extLst>
                  <a:ext uri="{FF2B5EF4-FFF2-40B4-BE49-F238E27FC236}">
                    <a16:creationId xmlns="" xmlns:a16="http://schemas.microsoft.com/office/drawing/2014/main" id="{C5146927-C3B8-DF48-9CFC-4B18E58EBBED}"/>
                  </a:ext>
                </a:extLst>
              </p:cNvPr>
              <p:cNvGrpSpPr/>
              <p:nvPr/>
            </p:nvGrpSpPr>
            <p:grpSpPr>
              <a:xfrm>
                <a:off x="8324240" y="3583550"/>
                <a:ext cx="2044628" cy="369332"/>
                <a:chOff x="7504363" y="3155701"/>
                <a:chExt cx="2044628" cy="369332"/>
              </a:xfrm>
            </p:grpSpPr>
            <p:grpSp>
              <p:nvGrpSpPr>
                <p:cNvPr id="224" name="Group 223">
                  <a:extLst>
                    <a:ext uri="{FF2B5EF4-FFF2-40B4-BE49-F238E27FC236}">
                      <a16:creationId xmlns="" xmlns:a16="http://schemas.microsoft.com/office/drawing/2014/main" id="{36331F64-A8EF-C84E-B30D-A7547D452764}"/>
                    </a:ext>
                  </a:extLst>
                </p:cNvPr>
                <p:cNvGrpSpPr/>
                <p:nvPr/>
              </p:nvGrpSpPr>
              <p:grpSpPr>
                <a:xfrm>
                  <a:off x="7504363" y="3183676"/>
                  <a:ext cx="2003932" cy="306163"/>
                  <a:chOff x="1616358" y="2551230"/>
                  <a:chExt cx="2141698" cy="218510"/>
                </a:xfrm>
              </p:grpSpPr>
              <p:sp>
                <p:nvSpPr>
                  <p:cNvPr id="226" name="Rectangle 225">
                    <a:extLst>
                      <a:ext uri="{FF2B5EF4-FFF2-40B4-BE49-F238E27FC236}">
                        <a16:creationId xmlns="" xmlns:a16="http://schemas.microsoft.com/office/drawing/2014/main" id="{A58BC41B-0FE4-7548-8B41-7D58F1B562DA}"/>
                      </a:ext>
                    </a:extLst>
                  </p:cNvPr>
                  <p:cNvSpPr/>
                  <p:nvPr/>
                </p:nvSpPr>
                <p:spPr>
                  <a:xfrm>
                    <a:off x="1673508" y="2551230"/>
                    <a:ext cx="2027398"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7" name="Oval 226">
                    <a:extLst>
                      <a:ext uri="{FF2B5EF4-FFF2-40B4-BE49-F238E27FC236}">
                        <a16:creationId xmlns="" xmlns:a16="http://schemas.microsoft.com/office/drawing/2014/main" id="{02FB0512-C154-9E47-9EBA-D924E2099BE6}"/>
                      </a:ext>
                    </a:extLst>
                  </p:cNvPr>
                  <p:cNvSpPr/>
                  <p:nvPr/>
                </p:nvSpPr>
                <p:spPr>
                  <a:xfrm>
                    <a:off x="1616358" y="2551230"/>
                    <a:ext cx="114300" cy="218510"/>
                  </a:xfrm>
                  <a:prstGeom prst="ellipse">
                    <a:avLst/>
                  </a:prstGeom>
                  <a:solidFill>
                    <a:srgbClr val="7ACCF4"/>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8" name="Oval 227">
                    <a:extLst>
                      <a:ext uri="{FF2B5EF4-FFF2-40B4-BE49-F238E27FC236}">
                        <a16:creationId xmlns="" xmlns:a16="http://schemas.microsoft.com/office/drawing/2014/main" id="{C63F6E63-7445-F243-9368-2132BE86292D}"/>
                      </a:ext>
                    </a:extLst>
                  </p:cNvPr>
                  <p:cNvSpPr/>
                  <p:nvPr/>
                </p:nvSpPr>
                <p:spPr>
                  <a:xfrm>
                    <a:off x="3643756" y="2551230"/>
                    <a:ext cx="114300" cy="218510"/>
                  </a:xfrm>
                  <a:prstGeom prst="ellipse">
                    <a:avLst/>
                  </a:prstGeom>
                  <a:gradFill flip="none" rotWithShape="1">
                    <a:gsLst>
                      <a:gs pos="0">
                        <a:schemeClr val="accent5">
                          <a:lumMod val="75000"/>
                        </a:schemeClr>
                      </a:gs>
                      <a:gs pos="100000">
                        <a:schemeClr val="accent5">
                          <a:lumMod val="75000"/>
                        </a:schemeClr>
                      </a:gs>
                      <a:gs pos="50000">
                        <a:srgbClr val="7ACCF4"/>
                      </a:gs>
                    </a:gsLst>
                    <a:lin ang="16200000" scaled="0"/>
                    <a:tileRect/>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9" name="Rectangle 228">
                    <a:extLst>
                      <a:ext uri="{FF2B5EF4-FFF2-40B4-BE49-F238E27FC236}">
                        <a16:creationId xmlns="" xmlns:a16="http://schemas.microsoft.com/office/drawing/2014/main" id="{EE8FCEBF-7EAA-0647-A2EA-4FF2A92ADD8C}"/>
                      </a:ext>
                    </a:extLst>
                  </p:cNvPr>
                  <p:cNvSpPr/>
                  <p:nvPr/>
                </p:nvSpPr>
                <p:spPr>
                  <a:xfrm>
                    <a:off x="3491356" y="2551230"/>
                    <a:ext cx="209550"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25" name="TextBox 224">
                  <a:extLst>
                    <a:ext uri="{FF2B5EF4-FFF2-40B4-BE49-F238E27FC236}">
                      <a16:creationId xmlns="" xmlns:a16="http://schemas.microsoft.com/office/drawing/2014/main" id="{68623763-0736-1640-9198-34E20A0A0952}"/>
                    </a:ext>
                  </a:extLst>
                </p:cNvPr>
                <p:cNvSpPr txBox="1"/>
                <p:nvPr/>
              </p:nvSpPr>
              <p:spPr>
                <a:xfrm>
                  <a:off x="7626477" y="3155701"/>
                  <a:ext cx="192251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unreliable channel</a:t>
                  </a:r>
                </a:p>
              </p:txBody>
            </p:sp>
          </p:grpSp>
          <p:cxnSp>
            <p:nvCxnSpPr>
              <p:cNvPr id="230" name="Straight Connector 229">
                <a:extLst>
                  <a:ext uri="{FF2B5EF4-FFF2-40B4-BE49-F238E27FC236}">
                    <a16:creationId xmlns="" xmlns:a16="http://schemas.microsoft.com/office/drawing/2014/main" id="{DBEEB1A6-0E73-AB48-B495-F487B566C625}"/>
                  </a:ext>
                </a:extLst>
              </p:cNvPr>
              <p:cNvCxnSpPr>
                <a:cxnSpLocks/>
              </p:cNvCxnSpPr>
              <p:nvPr/>
            </p:nvCxnSpPr>
            <p:spPr>
              <a:xfrm>
                <a:off x="6737055" y="34713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 xmlns:a16="http://schemas.microsoft.com/office/drawing/2014/main" id="{B7BF7B94-FA7B-2246-B803-641BA21FAD78}"/>
                  </a:ext>
                </a:extLst>
              </p:cNvPr>
              <p:cNvCxnSpPr>
                <a:cxnSpLocks/>
              </p:cNvCxnSpPr>
              <p:nvPr/>
            </p:nvCxnSpPr>
            <p:spPr>
              <a:xfrm>
                <a:off x="10299974" y="34713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34" name="TextBox 233">
              <a:extLst>
                <a:ext uri="{FF2B5EF4-FFF2-40B4-BE49-F238E27FC236}">
                  <a16:creationId xmlns="" xmlns:a16="http://schemas.microsoft.com/office/drawing/2014/main" id="{AEB73EE5-0075-EE47-B5CC-61EAD4F66FC9}"/>
                </a:ext>
              </a:extLst>
            </p:cNvPr>
            <p:cNvSpPr txBox="1"/>
            <p:nvPr/>
          </p:nvSpPr>
          <p:spPr>
            <a:xfrm>
              <a:off x="6413644" y="5279980"/>
              <a:ext cx="794385"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network</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5" name="TextBox 234">
              <a:extLst>
                <a:ext uri="{FF2B5EF4-FFF2-40B4-BE49-F238E27FC236}">
                  <a16:creationId xmlns="" xmlns:a16="http://schemas.microsoft.com/office/drawing/2014/main" id="{6021091A-40C7-3E48-A368-62B168C379FE}"/>
                </a:ext>
              </a:extLst>
            </p:cNvPr>
            <p:cNvSpPr txBox="1"/>
            <p:nvPr/>
          </p:nvSpPr>
          <p:spPr>
            <a:xfrm>
              <a:off x="6358993" y="5023850"/>
              <a:ext cx="86869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transport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37" name="Straight Arrow Connector 236">
              <a:extLst>
                <a:ext uri="{FF2B5EF4-FFF2-40B4-BE49-F238E27FC236}">
                  <a16:creationId xmlns="" xmlns:a16="http://schemas.microsoft.com/office/drawing/2014/main" id="{05D4C2CD-9395-C64F-91D1-D32BF3685F81}"/>
                </a:ext>
              </a:extLst>
            </p:cNvPr>
            <p:cNvCxnSpPr>
              <a:cxnSpLocks/>
            </p:cNvCxnSpPr>
            <p:nvPr/>
          </p:nvCxnSpPr>
          <p:spPr>
            <a:xfrm>
              <a:off x="7532988" y="3216212"/>
              <a:ext cx="0" cy="403537"/>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cxnSp>
          <p:nvCxnSpPr>
            <p:cNvPr id="240" name="Straight Arrow Connector 239">
              <a:extLst>
                <a:ext uri="{FF2B5EF4-FFF2-40B4-BE49-F238E27FC236}">
                  <a16:creationId xmlns="" xmlns:a16="http://schemas.microsoft.com/office/drawing/2014/main" id="{A7F37CC4-8A14-554D-96BA-B69174DD341C}"/>
                </a:ext>
              </a:extLst>
            </p:cNvPr>
            <p:cNvCxnSpPr>
              <a:cxnSpLocks/>
            </p:cNvCxnSpPr>
            <p:nvPr/>
          </p:nvCxnSpPr>
          <p:spPr>
            <a:xfrm flipV="1">
              <a:off x="10867079" y="3152635"/>
              <a:ext cx="0" cy="439404"/>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sp>
          <p:nvSpPr>
            <p:cNvPr id="243" name="TextBox 242">
              <a:extLst>
                <a:ext uri="{FF2B5EF4-FFF2-40B4-BE49-F238E27FC236}">
                  <a16:creationId xmlns="" xmlns:a16="http://schemas.microsoft.com/office/drawing/2014/main" id="{414248C8-665E-0640-BFD4-2689CB960EDD}"/>
                </a:ext>
              </a:extLst>
            </p:cNvPr>
            <p:cNvSpPr txBox="1"/>
            <p:nvPr/>
          </p:nvSpPr>
          <p:spPr>
            <a:xfrm>
              <a:off x="6584496" y="3824138"/>
              <a:ext cx="1896984" cy="840230"/>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sender-side of</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reliable data transfer protocol</a:t>
              </a:r>
            </a:p>
          </p:txBody>
        </p:sp>
        <p:sp>
          <p:nvSpPr>
            <p:cNvPr id="244" name="TextBox 243">
              <a:extLst>
                <a:ext uri="{FF2B5EF4-FFF2-40B4-BE49-F238E27FC236}">
                  <a16:creationId xmlns="" xmlns:a16="http://schemas.microsoft.com/office/drawing/2014/main" id="{026C4778-F96F-564F-92C4-81A147260836}"/>
                </a:ext>
              </a:extLst>
            </p:cNvPr>
            <p:cNvSpPr txBox="1"/>
            <p:nvPr/>
          </p:nvSpPr>
          <p:spPr>
            <a:xfrm>
              <a:off x="9914975" y="3826493"/>
              <a:ext cx="1896984" cy="840230"/>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receiver-side</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of reliable data transfer protocol</a:t>
              </a:r>
            </a:p>
          </p:txBody>
        </p:sp>
        <p:grpSp>
          <p:nvGrpSpPr>
            <p:cNvPr id="250" name="Group 249">
              <a:extLst>
                <a:ext uri="{FF2B5EF4-FFF2-40B4-BE49-F238E27FC236}">
                  <a16:creationId xmlns="" xmlns:a16="http://schemas.microsoft.com/office/drawing/2014/main" id="{3A5444DE-2616-4949-A343-9AB06B194D91}"/>
                </a:ext>
              </a:extLst>
            </p:cNvPr>
            <p:cNvGrpSpPr/>
            <p:nvPr/>
          </p:nvGrpSpPr>
          <p:grpSpPr>
            <a:xfrm>
              <a:off x="7535360" y="5023850"/>
              <a:ext cx="632009" cy="632009"/>
              <a:chOff x="7408198" y="4955748"/>
              <a:chExt cx="632009" cy="632009"/>
            </a:xfrm>
          </p:grpSpPr>
          <p:cxnSp>
            <p:nvCxnSpPr>
              <p:cNvPr id="247" name="Straight Connector 246">
                <a:extLst>
                  <a:ext uri="{FF2B5EF4-FFF2-40B4-BE49-F238E27FC236}">
                    <a16:creationId xmlns="" xmlns:a16="http://schemas.microsoft.com/office/drawing/2014/main" id="{3C799D3A-CE2A-E048-B2D1-4A59AF4A4487}"/>
                  </a:ext>
                </a:extLst>
              </p:cNvPr>
              <p:cNvCxnSpPr>
                <a:cxnSpLocks/>
              </p:cNvCxnSpPr>
              <p:nvPr/>
            </p:nvCxnSpPr>
            <p:spPr>
              <a:xfrm>
                <a:off x="7417790" y="4955748"/>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 xmlns:a16="http://schemas.microsoft.com/office/drawing/2014/main" id="{594AB361-99B5-124A-BC74-926DDD1383FA}"/>
                  </a:ext>
                </a:extLst>
              </p:cNvPr>
              <p:cNvCxnSpPr>
                <a:cxnSpLocks/>
              </p:cNvCxnSpPr>
              <p:nvPr/>
            </p:nvCxnSpPr>
            <p:spPr>
              <a:xfrm rot="5400000">
                <a:off x="7724203" y="5247906"/>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grpSp>
        <p:grpSp>
          <p:nvGrpSpPr>
            <p:cNvPr id="251" name="Group 250">
              <a:extLst>
                <a:ext uri="{FF2B5EF4-FFF2-40B4-BE49-F238E27FC236}">
                  <a16:creationId xmlns="" xmlns:a16="http://schemas.microsoft.com/office/drawing/2014/main" id="{BA49793A-2EFA-244E-B721-948595E86530}"/>
                </a:ext>
              </a:extLst>
            </p:cNvPr>
            <p:cNvGrpSpPr/>
            <p:nvPr/>
          </p:nvGrpSpPr>
          <p:grpSpPr>
            <a:xfrm rot="16200000">
              <a:off x="10248530" y="5019009"/>
              <a:ext cx="632009" cy="632009"/>
              <a:chOff x="7408198" y="4948974"/>
              <a:chExt cx="632009" cy="632009"/>
            </a:xfrm>
          </p:grpSpPr>
          <p:cxnSp>
            <p:nvCxnSpPr>
              <p:cNvPr id="252" name="Straight Connector 251">
                <a:extLst>
                  <a:ext uri="{FF2B5EF4-FFF2-40B4-BE49-F238E27FC236}">
                    <a16:creationId xmlns="" xmlns:a16="http://schemas.microsoft.com/office/drawing/2014/main" id="{E0252BA6-E2F4-EA40-A719-21D09BB00749}"/>
                  </a:ext>
                </a:extLst>
              </p:cNvPr>
              <p:cNvCxnSpPr>
                <a:cxnSpLocks/>
              </p:cNvCxnSpPr>
              <p:nvPr/>
            </p:nvCxnSpPr>
            <p:spPr>
              <a:xfrm>
                <a:off x="7427960" y="4948974"/>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 xmlns:a16="http://schemas.microsoft.com/office/drawing/2014/main" id="{42B1015B-F6E9-1049-9672-7C7605BFFCB3}"/>
                  </a:ext>
                </a:extLst>
              </p:cNvPr>
              <p:cNvCxnSpPr>
                <a:cxnSpLocks/>
              </p:cNvCxnSpPr>
              <p:nvPr/>
            </p:nvCxnSpPr>
            <p:spPr>
              <a:xfrm rot="5400000">
                <a:off x="7724203" y="5247906"/>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grpSp>
      </p:grpSp>
      <p:grpSp>
        <p:nvGrpSpPr>
          <p:cNvPr id="16" name="Group 15">
            <a:extLst>
              <a:ext uri="{FF2B5EF4-FFF2-40B4-BE49-F238E27FC236}">
                <a16:creationId xmlns="" xmlns:a16="http://schemas.microsoft.com/office/drawing/2014/main" id="{3F910FC6-F569-2147-8E13-9C3CBF349C22}"/>
              </a:ext>
            </a:extLst>
          </p:cNvPr>
          <p:cNvGrpSpPr/>
          <p:nvPr/>
        </p:nvGrpSpPr>
        <p:grpSpPr>
          <a:xfrm>
            <a:off x="995688" y="3550466"/>
            <a:ext cx="9016751" cy="2246769"/>
            <a:chOff x="995688" y="4013928"/>
            <a:chExt cx="9016751" cy="2246769"/>
          </a:xfrm>
        </p:grpSpPr>
        <p:sp>
          <p:nvSpPr>
            <p:cNvPr id="254" name="TextBox 253">
              <a:extLst>
                <a:ext uri="{FF2B5EF4-FFF2-40B4-BE49-F238E27FC236}">
                  <a16:creationId xmlns="" xmlns:a16="http://schemas.microsoft.com/office/drawing/2014/main" id="{B694493B-88BF-134F-B1BA-C0BD341D486C}"/>
                </a:ext>
              </a:extLst>
            </p:cNvPr>
            <p:cNvSpPr txBox="1"/>
            <p:nvPr/>
          </p:nvSpPr>
          <p:spPr>
            <a:xfrm>
              <a:off x="995688" y="4013928"/>
              <a:ext cx="4815357" cy="224676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Complexity of reliable data transfer </a:t>
              </a:r>
              <a:r>
                <a:rPr kumimoji="0" lang="en-US" sz="2800" b="0" i="0" u="none" strike="noStrike" kern="1200" cap="none" spc="0" normalizeH="0" baseline="0" noProof="0" dirty="0" smtClean="0">
                  <a:ln>
                    <a:noFill/>
                  </a:ln>
                  <a:solidFill>
                    <a:prstClr val="black"/>
                  </a:solidFill>
                  <a:effectLst/>
                  <a:uLnTx/>
                  <a:uFillTx/>
                  <a:latin typeface="Calibri" panose="020F0502020204030204"/>
                  <a:ea typeface="+mn-ea"/>
                  <a:cs typeface="+mn-cs"/>
                </a:rPr>
                <a:t>protocol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will depend (strongly) on characteristics of unreliable channel (lose, corrupt, </a:t>
              </a:r>
              <a:r>
                <a:rPr kumimoji="0" lang="en-US" sz="2800" b="0" i="0" u="none" strike="noStrike" kern="1200" cap="none" spc="0" normalizeH="0" baseline="0" noProof="0" dirty="0" smtClean="0">
                  <a:ln>
                    <a:noFill/>
                  </a:ln>
                  <a:solidFill>
                    <a:prstClr val="black"/>
                  </a:solidFill>
                  <a:effectLst/>
                  <a:uLnTx/>
                  <a:uFillTx/>
                  <a:latin typeface="Calibri" panose="020F0502020204030204"/>
                  <a:ea typeface="+mn-ea"/>
                  <a:cs typeface="+mn-cs"/>
                </a:rPr>
                <a:t>re-order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data?)</a:t>
              </a:r>
            </a:p>
          </p:txBody>
        </p:sp>
        <p:cxnSp>
          <p:nvCxnSpPr>
            <p:cNvPr id="10" name="Straight Connector 9">
              <a:extLst>
                <a:ext uri="{FF2B5EF4-FFF2-40B4-BE49-F238E27FC236}">
                  <a16:creationId xmlns="" xmlns:a16="http://schemas.microsoft.com/office/drawing/2014/main" id="{CF6FCEAF-463D-2648-AB33-C825C90C616E}"/>
                </a:ext>
              </a:extLst>
            </p:cNvPr>
            <p:cNvCxnSpPr>
              <a:cxnSpLocks/>
            </p:cNvCxnSpPr>
            <p:nvPr/>
          </p:nvCxnSpPr>
          <p:spPr>
            <a:xfrm flipH="1">
              <a:off x="5799610" y="4167212"/>
              <a:ext cx="1091351" cy="100112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9" name="Straight Connector 158">
              <a:extLst>
                <a:ext uri="{FF2B5EF4-FFF2-40B4-BE49-F238E27FC236}">
                  <a16:creationId xmlns="" xmlns:a16="http://schemas.microsoft.com/office/drawing/2014/main" id="{E0B021F0-9489-874C-A482-48774A1F4135}"/>
                </a:ext>
              </a:extLst>
            </p:cNvPr>
            <p:cNvCxnSpPr>
              <a:cxnSpLocks/>
            </p:cNvCxnSpPr>
            <p:nvPr/>
          </p:nvCxnSpPr>
          <p:spPr>
            <a:xfrm flipH="1">
              <a:off x="5800941" y="4291381"/>
              <a:ext cx="4211498" cy="88635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31" name="Oval 230">
            <a:extLst>
              <a:ext uri="{FF2B5EF4-FFF2-40B4-BE49-F238E27FC236}">
                <a16:creationId xmlns="" xmlns:a16="http://schemas.microsoft.com/office/drawing/2014/main" id="{05A41E28-36B5-F84E-9E12-7529960E3C65}"/>
              </a:ext>
            </a:extLst>
          </p:cNvPr>
          <p:cNvSpPr/>
          <p:nvPr/>
        </p:nvSpPr>
        <p:spPr>
          <a:xfrm>
            <a:off x="6586778" y="3177152"/>
            <a:ext cx="1952787" cy="1239865"/>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6" name="Oval 235">
            <a:extLst>
              <a:ext uri="{FF2B5EF4-FFF2-40B4-BE49-F238E27FC236}">
                <a16:creationId xmlns="" xmlns:a16="http://schemas.microsoft.com/office/drawing/2014/main" id="{1C1568F9-7215-6C43-8C2A-E0D8D4F2877D}"/>
              </a:ext>
            </a:extLst>
          </p:cNvPr>
          <p:cNvSpPr/>
          <p:nvPr/>
        </p:nvSpPr>
        <p:spPr>
          <a:xfrm>
            <a:off x="9885335" y="3174569"/>
            <a:ext cx="1952787" cy="1239865"/>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5" name="Slide Number Placeholder 2">
            <a:extLst>
              <a:ext uri="{FF2B5EF4-FFF2-40B4-BE49-F238E27FC236}">
                <a16:creationId xmlns="" xmlns:a16="http://schemas.microsoft.com/office/drawing/2014/main" id="{ADF8FD71-EE62-D045-9E44-162D85579691}"/>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29</a:t>
            </a:fld>
            <a:endParaRPr lang="en-US" dirty="0"/>
          </a:p>
        </p:txBody>
      </p:sp>
    </p:spTree>
    <p:extLst>
      <p:ext uri="{BB962C8B-B14F-4D97-AF65-F5344CB8AC3E}">
        <p14:creationId xmlns:p14="http://schemas.microsoft.com/office/powerpoint/2010/main" val="564278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dissolve">
                                      <p:cBhvr>
                                        <p:cTn id="7"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Principles of reliable </a:t>
            </a:r>
            <a:r>
              <a:rPr lang="en-US" dirty="0"/>
              <a:t>d</a:t>
            </a:r>
            <a:r>
              <a:rPr lang="en-US" sz="4400" dirty="0"/>
              <a:t>ata </a:t>
            </a:r>
            <a:r>
              <a:rPr lang="en-US" dirty="0"/>
              <a:t>t</a:t>
            </a:r>
            <a:r>
              <a:rPr lang="en-US" sz="4400" dirty="0"/>
              <a:t>ransfer </a:t>
            </a:r>
          </a:p>
        </p:txBody>
      </p:sp>
      <p:grpSp>
        <p:nvGrpSpPr>
          <p:cNvPr id="9" name="Group 8">
            <a:extLst>
              <a:ext uri="{FF2B5EF4-FFF2-40B4-BE49-F238E27FC236}">
                <a16:creationId xmlns="" xmlns:a16="http://schemas.microsoft.com/office/drawing/2014/main" id="{C7D89CDE-A98B-A64B-A840-9A38508B9B43}"/>
              </a:ext>
            </a:extLst>
          </p:cNvPr>
          <p:cNvGrpSpPr/>
          <p:nvPr/>
        </p:nvGrpSpPr>
        <p:grpSpPr>
          <a:xfrm>
            <a:off x="6226081" y="1900904"/>
            <a:ext cx="5598584" cy="4095684"/>
            <a:chOff x="6226081" y="2364366"/>
            <a:chExt cx="5598584" cy="4095684"/>
          </a:xfrm>
        </p:grpSpPr>
        <p:grpSp>
          <p:nvGrpSpPr>
            <p:cNvPr id="98" name="Group 97">
              <a:extLst>
                <a:ext uri="{FF2B5EF4-FFF2-40B4-BE49-F238E27FC236}">
                  <a16:creationId xmlns="" xmlns:a16="http://schemas.microsoft.com/office/drawing/2014/main" id="{6F69B15D-5882-BD4E-83B7-5C85A253A430}"/>
                </a:ext>
              </a:extLst>
            </p:cNvPr>
            <p:cNvGrpSpPr/>
            <p:nvPr/>
          </p:nvGrpSpPr>
          <p:grpSpPr>
            <a:xfrm>
              <a:off x="6944646" y="2545250"/>
              <a:ext cx="1245036" cy="593992"/>
              <a:chOff x="9852456" y="608434"/>
              <a:chExt cx="1245036" cy="593992"/>
            </a:xfrm>
          </p:grpSpPr>
          <p:sp>
            <p:nvSpPr>
              <p:cNvPr id="157" name="Oval 19">
                <a:extLst>
                  <a:ext uri="{FF2B5EF4-FFF2-40B4-BE49-F238E27FC236}">
                    <a16:creationId xmlns="" xmlns:a16="http://schemas.microsoft.com/office/drawing/2014/main" id="{056D9101-B295-BE4A-9002-B9C75319D4B3}"/>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58" name="TextBox 157">
                <a:extLst>
                  <a:ext uri="{FF2B5EF4-FFF2-40B4-BE49-F238E27FC236}">
                    <a16:creationId xmlns="" xmlns:a16="http://schemas.microsoft.com/office/drawing/2014/main" id="{B98075D5-1094-EA42-8C93-9C2D954BC121}"/>
                  </a:ext>
                </a:extLst>
              </p:cNvPr>
              <p:cNvSpPr txBox="1"/>
              <p:nvPr/>
            </p:nvSpPr>
            <p:spPr>
              <a:xfrm>
                <a:off x="9935581" y="645213"/>
                <a:ext cx="1106491" cy="54104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sending process</a:t>
                </a:r>
              </a:p>
            </p:txBody>
          </p:sp>
        </p:grpSp>
        <p:grpSp>
          <p:nvGrpSpPr>
            <p:cNvPr id="99" name="Group 98">
              <a:extLst>
                <a:ext uri="{FF2B5EF4-FFF2-40B4-BE49-F238E27FC236}">
                  <a16:creationId xmlns="" xmlns:a16="http://schemas.microsoft.com/office/drawing/2014/main" id="{5402A96E-C536-5E4C-BB36-5F57DDFFE613}"/>
                </a:ext>
              </a:extLst>
            </p:cNvPr>
            <p:cNvGrpSpPr/>
            <p:nvPr/>
          </p:nvGrpSpPr>
          <p:grpSpPr>
            <a:xfrm>
              <a:off x="7541116" y="2997281"/>
              <a:ext cx="577241" cy="338554"/>
              <a:chOff x="9950444" y="999755"/>
              <a:chExt cx="577241" cy="338554"/>
            </a:xfrm>
          </p:grpSpPr>
          <p:sp>
            <p:nvSpPr>
              <p:cNvPr id="155" name="Rectangle 154">
                <a:extLst>
                  <a:ext uri="{FF2B5EF4-FFF2-40B4-BE49-F238E27FC236}">
                    <a16:creationId xmlns="" xmlns:a16="http://schemas.microsoft.com/office/drawing/2014/main" id="{0D3BE65A-11E7-ED41-B532-DDED3A87485C}"/>
                  </a:ext>
                </a:extLst>
              </p:cNvPr>
              <p:cNvSpPr/>
              <p:nvPr/>
            </p:nvSpPr>
            <p:spPr>
              <a:xfrm>
                <a:off x="10010633" y="1066693"/>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6" name="TextBox 155">
                <a:extLst>
                  <a:ext uri="{FF2B5EF4-FFF2-40B4-BE49-F238E27FC236}">
                    <a16:creationId xmlns="" xmlns:a16="http://schemas.microsoft.com/office/drawing/2014/main" id="{05315891-C43B-4E47-AA7C-98881DCEDB55}"/>
                  </a:ext>
                </a:extLst>
              </p:cNvPr>
              <p:cNvSpPr txBox="1"/>
              <p:nvPr/>
            </p:nvSpPr>
            <p:spPr>
              <a:xfrm>
                <a:off x="9950444" y="999755"/>
                <a:ext cx="57724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00" name="Group 194">
              <a:extLst>
                <a:ext uri="{FF2B5EF4-FFF2-40B4-BE49-F238E27FC236}">
                  <a16:creationId xmlns="" xmlns:a16="http://schemas.microsoft.com/office/drawing/2014/main" id="{54168ABB-31DA-FD4E-B361-85C3C0971BE8}"/>
                </a:ext>
              </a:extLst>
            </p:cNvPr>
            <p:cNvGrpSpPr>
              <a:grpSpLocks/>
            </p:cNvGrpSpPr>
            <p:nvPr/>
          </p:nvGrpSpPr>
          <p:grpSpPr bwMode="auto">
            <a:xfrm>
              <a:off x="6677899" y="2425781"/>
              <a:ext cx="545509" cy="512284"/>
              <a:chOff x="-44" y="1473"/>
              <a:chExt cx="981" cy="1105"/>
            </a:xfrm>
          </p:grpSpPr>
          <p:pic>
            <p:nvPicPr>
              <p:cNvPr id="153" name="Picture 195" descr="desktop_computer_stylized_medium">
                <a:extLst>
                  <a:ext uri="{FF2B5EF4-FFF2-40B4-BE49-F238E27FC236}">
                    <a16:creationId xmlns="" xmlns:a16="http://schemas.microsoft.com/office/drawing/2014/main" id="{272E925C-57A6-144C-A625-180C395BBE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 name="Freeform 196">
                <a:extLst>
                  <a:ext uri="{FF2B5EF4-FFF2-40B4-BE49-F238E27FC236}">
                    <a16:creationId xmlns="" xmlns:a16="http://schemas.microsoft.com/office/drawing/2014/main" id="{5E936CF8-605C-F948-973D-474011FE90E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01" name="Group 100">
              <a:extLst>
                <a:ext uri="{FF2B5EF4-FFF2-40B4-BE49-F238E27FC236}">
                  <a16:creationId xmlns="" xmlns:a16="http://schemas.microsoft.com/office/drawing/2014/main" id="{94E6CD2B-9DBD-9847-AE43-1F20A9F4B7A7}"/>
                </a:ext>
              </a:extLst>
            </p:cNvPr>
            <p:cNvGrpSpPr/>
            <p:nvPr/>
          </p:nvGrpSpPr>
          <p:grpSpPr>
            <a:xfrm>
              <a:off x="10189724" y="2496350"/>
              <a:ext cx="1245036" cy="593992"/>
              <a:chOff x="9852456" y="608434"/>
              <a:chExt cx="1245036" cy="593992"/>
            </a:xfrm>
          </p:grpSpPr>
          <p:sp>
            <p:nvSpPr>
              <p:cNvPr id="151" name="Oval 19">
                <a:extLst>
                  <a:ext uri="{FF2B5EF4-FFF2-40B4-BE49-F238E27FC236}">
                    <a16:creationId xmlns="" xmlns:a16="http://schemas.microsoft.com/office/drawing/2014/main" id="{65C8DA48-6ECB-6D4D-80B9-2E7231D021E7}"/>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52" name="TextBox 151">
                <a:extLst>
                  <a:ext uri="{FF2B5EF4-FFF2-40B4-BE49-F238E27FC236}">
                    <a16:creationId xmlns="" xmlns:a16="http://schemas.microsoft.com/office/drawing/2014/main" id="{F98362D2-A31F-1547-A061-D0BD0AD53B62}"/>
                  </a:ext>
                </a:extLst>
              </p:cNvPr>
              <p:cNvSpPr txBox="1"/>
              <p:nvPr/>
            </p:nvSpPr>
            <p:spPr>
              <a:xfrm>
                <a:off x="9935581" y="645213"/>
                <a:ext cx="1106491" cy="54104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receiving process</a:t>
                </a:r>
              </a:p>
            </p:txBody>
          </p:sp>
        </p:grpSp>
        <p:grpSp>
          <p:nvGrpSpPr>
            <p:cNvPr id="102" name="Group 101">
              <a:extLst>
                <a:ext uri="{FF2B5EF4-FFF2-40B4-BE49-F238E27FC236}">
                  <a16:creationId xmlns="" xmlns:a16="http://schemas.microsoft.com/office/drawing/2014/main" id="{E2053A92-714B-3A4D-BA72-E2002B5EB226}"/>
                </a:ext>
              </a:extLst>
            </p:cNvPr>
            <p:cNvGrpSpPr/>
            <p:nvPr/>
          </p:nvGrpSpPr>
          <p:grpSpPr>
            <a:xfrm>
              <a:off x="10248853" y="2969571"/>
              <a:ext cx="577241" cy="338554"/>
              <a:chOff x="9678159" y="981583"/>
              <a:chExt cx="577241" cy="338554"/>
            </a:xfrm>
          </p:grpSpPr>
          <p:sp>
            <p:nvSpPr>
              <p:cNvPr id="149" name="Rectangle 148">
                <a:extLst>
                  <a:ext uri="{FF2B5EF4-FFF2-40B4-BE49-F238E27FC236}">
                    <a16:creationId xmlns="" xmlns:a16="http://schemas.microsoft.com/office/drawing/2014/main" id="{87AF5445-F895-274D-B4CA-4B559C14920A}"/>
                  </a:ext>
                </a:extLst>
              </p:cNvPr>
              <p:cNvSpPr/>
              <p:nvPr/>
            </p:nvSpPr>
            <p:spPr>
              <a:xfrm>
                <a:off x="9744032" y="1048007"/>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0" name="TextBox 149">
                <a:extLst>
                  <a:ext uri="{FF2B5EF4-FFF2-40B4-BE49-F238E27FC236}">
                    <a16:creationId xmlns="" xmlns:a16="http://schemas.microsoft.com/office/drawing/2014/main" id="{405D7A89-0963-7D45-9872-8A6C26AFF4EB}"/>
                  </a:ext>
                </a:extLst>
              </p:cNvPr>
              <p:cNvSpPr txBox="1"/>
              <p:nvPr/>
            </p:nvSpPr>
            <p:spPr>
              <a:xfrm>
                <a:off x="9678159" y="981583"/>
                <a:ext cx="57724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03" name="Group 161">
              <a:extLst>
                <a:ext uri="{FF2B5EF4-FFF2-40B4-BE49-F238E27FC236}">
                  <a16:creationId xmlns="" xmlns:a16="http://schemas.microsoft.com/office/drawing/2014/main" id="{72242579-6133-6C4E-BF67-26CF5BCBECC7}"/>
                </a:ext>
              </a:extLst>
            </p:cNvPr>
            <p:cNvGrpSpPr>
              <a:grpSpLocks/>
            </p:cNvGrpSpPr>
            <p:nvPr/>
          </p:nvGrpSpPr>
          <p:grpSpPr bwMode="auto">
            <a:xfrm>
              <a:off x="11287371" y="2364366"/>
              <a:ext cx="230514" cy="466725"/>
              <a:chOff x="4140" y="429"/>
              <a:chExt cx="1425" cy="2396"/>
            </a:xfrm>
          </p:grpSpPr>
          <p:sp>
            <p:nvSpPr>
              <p:cNvPr id="117" name="Freeform 162">
                <a:extLst>
                  <a:ext uri="{FF2B5EF4-FFF2-40B4-BE49-F238E27FC236}">
                    <a16:creationId xmlns="" xmlns:a16="http://schemas.microsoft.com/office/drawing/2014/main" id="{508C64E2-5C75-8B42-912F-0F4DAB5E11F5}"/>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18" name="Rectangle 163">
                <a:extLst>
                  <a:ext uri="{FF2B5EF4-FFF2-40B4-BE49-F238E27FC236}">
                    <a16:creationId xmlns="" xmlns:a16="http://schemas.microsoft.com/office/drawing/2014/main" id="{1F2031F6-89EC-AD4C-B442-1E0A3C270EA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19" name="Freeform 164">
                <a:extLst>
                  <a:ext uri="{FF2B5EF4-FFF2-40B4-BE49-F238E27FC236}">
                    <a16:creationId xmlns="" xmlns:a16="http://schemas.microsoft.com/office/drawing/2014/main" id="{0BA0DD87-2FD6-244B-82C8-88C2D0A5833C}"/>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20" name="Freeform 165">
                <a:extLst>
                  <a:ext uri="{FF2B5EF4-FFF2-40B4-BE49-F238E27FC236}">
                    <a16:creationId xmlns="" xmlns:a16="http://schemas.microsoft.com/office/drawing/2014/main" id="{7207167F-9D03-3F47-8166-127D9E26F058}"/>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21" name="Rectangle 166">
                <a:extLst>
                  <a:ext uri="{FF2B5EF4-FFF2-40B4-BE49-F238E27FC236}">
                    <a16:creationId xmlns="" xmlns:a16="http://schemas.microsoft.com/office/drawing/2014/main" id="{D8ACE697-B009-5441-8959-DAC8BF3B1CB8}"/>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22" name="Group 167">
                <a:extLst>
                  <a:ext uri="{FF2B5EF4-FFF2-40B4-BE49-F238E27FC236}">
                    <a16:creationId xmlns="" xmlns:a16="http://schemas.microsoft.com/office/drawing/2014/main" id="{AFAFE92F-768B-0E40-8189-F135D4962862}"/>
                  </a:ext>
                </a:extLst>
              </p:cNvPr>
              <p:cNvGrpSpPr>
                <a:grpSpLocks/>
              </p:cNvGrpSpPr>
              <p:nvPr/>
            </p:nvGrpSpPr>
            <p:grpSpPr bwMode="auto">
              <a:xfrm>
                <a:off x="4749" y="668"/>
                <a:ext cx="581" cy="145"/>
                <a:chOff x="614" y="2568"/>
                <a:chExt cx="725" cy="139"/>
              </a:xfrm>
            </p:grpSpPr>
            <p:sp>
              <p:nvSpPr>
                <p:cNvPr id="147" name="AutoShape 168">
                  <a:extLst>
                    <a:ext uri="{FF2B5EF4-FFF2-40B4-BE49-F238E27FC236}">
                      <a16:creationId xmlns="" xmlns:a16="http://schemas.microsoft.com/office/drawing/2014/main" id="{6617210C-BFB6-0D4D-B38A-5E9106661AF0}"/>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8" name="AutoShape 169">
                  <a:extLst>
                    <a:ext uri="{FF2B5EF4-FFF2-40B4-BE49-F238E27FC236}">
                      <a16:creationId xmlns="" xmlns:a16="http://schemas.microsoft.com/office/drawing/2014/main" id="{5EE6018A-C9AA-184F-B7ED-42AFC16D772E}"/>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23" name="Rectangle 170">
                <a:extLst>
                  <a:ext uri="{FF2B5EF4-FFF2-40B4-BE49-F238E27FC236}">
                    <a16:creationId xmlns="" xmlns:a16="http://schemas.microsoft.com/office/drawing/2014/main" id="{F82DB15E-18D1-4A4D-80D4-EAB41BA5033C}"/>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24" name="Group 171">
                <a:extLst>
                  <a:ext uri="{FF2B5EF4-FFF2-40B4-BE49-F238E27FC236}">
                    <a16:creationId xmlns="" xmlns:a16="http://schemas.microsoft.com/office/drawing/2014/main" id="{52997F44-9E26-5F46-914A-DD4ADC8770B4}"/>
                  </a:ext>
                </a:extLst>
              </p:cNvPr>
              <p:cNvGrpSpPr>
                <a:grpSpLocks/>
              </p:cNvGrpSpPr>
              <p:nvPr/>
            </p:nvGrpSpPr>
            <p:grpSpPr bwMode="auto">
              <a:xfrm>
                <a:off x="4747" y="994"/>
                <a:ext cx="581" cy="134"/>
                <a:chOff x="614" y="2568"/>
                <a:chExt cx="725" cy="139"/>
              </a:xfrm>
            </p:grpSpPr>
            <p:sp>
              <p:nvSpPr>
                <p:cNvPr id="145" name="AutoShape 172">
                  <a:extLst>
                    <a:ext uri="{FF2B5EF4-FFF2-40B4-BE49-F238E27FC236}">
                      <a16:creationId xmlns="" xmlns:a16="http://schemas.microsoft.com/office/drawing/2014/main" id="{7DD2F60B-01B7-A848-9111-DBA2C17DC6C0}"/>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6" name="AutoShape 173">
                  <a:extLst>
                    <a:ext uri="{FF2B5EF4-FFF2-40B4-BE49-F238E27FC236}">
                      <a16:creationId xmlns="" xmlns:a16="http://schemas.microsoft.com/office/drawing/2014/main" id="{399E173F-3471-434E-8657-60AF028897C5}"/>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25" name="Rectangle 174">
                <a:extLst>
                  <a:ext uri="{FF2B5EF4-FFF2-40B4-BE49-F238E27FC236}">
                    <a16:creationId xmlns="" xmlns:a16="http://schemas.microsoft.com/office/drawing/2014/main" id="{CC1F5612-3C85-EF42-8C7F-34C5C7ED07E7}"/>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26" name="Rectangle 175">
                <a:extLst>
                  <a:ext uri="{FF2B5EF4-FFF2-40B4-BE49-F238E27FC236}">
                    <a16:creationId xmlns="" xmlns:a16="http://schemas.microsoft.com/office/drawing/2014/main" id="{608F68F9-0FC6-8540-8955-44F7FC3BA2D3}"/>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27" name="Group 176">
                <a:extLst>
                  <a:ext uri="{FF2B5EF4-FFF2-40B4-BE49-F238E27FC236}">
                    <a16:creationId xmlns="" xmlns:a16="http://schemas.microsoft.com/office/drawing/2014/main" id="{ECCEFB02-32C8-8940-8A0B-AB56D987ACE8}"/>
                  </a:ext>
                </a:extLst>
              </p:cNvPr>
              <p:cNvGrpSpPr>
                <a:grpSpLocks/>
              </p:cNvGrpSpPr>
              <p:nvPr/>
            </p:nvGrpSpPr>
            <p:grpSpPr bwMode="auto">
              <a:xfrm>
                <a:off x="4735" y="1627"/>
                <a:ext cx="582" cy="151"/>
                <a:chOff x="614" y="2568"/>
                <a:chExt cx="725" cy="139"/>
              </a:xfrm>
            </p:grpSpPr>
            <p:sp>
              <p:nvSpPr>
                <p:cNvPr id="143" name="AutoShape 177">
                  <a:extLst>
                    <a:ext uri="{FF2B5EF4-FFF2-40B4-BE49-F238E27FC236}">
                      <a16:creationId xmlns="" xmlns:a16="http://schemas.microsoft.com/office/drawing/2014/main" id="{9748E381-A81E-B241-A522-B9A17C2A8B39}"/>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4" name="AutoShape 178">
                  <a:extLst>
                    <a:ext uri="{FF2B5EF4-FFF2-40B4-BE49-F238E27FC236}">
                      <a16:creationId xmlns="" xmlns:a16="http://schemas.microsoft.com/office/drawing/2014/main" id="{3E8CC9C2-8373-D54C-873D-9F47F61D751A}"/>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28" name="Freeform 179">
                <a:extLst>
                  <a:ext uri="{FF2B5EF4-FFF2-40B4-BE49-F238E27FC236}">
                    <a16:creationId xmlns="" xmlns:a16="http://schemas.microsoft.com/office/drawing/2014/main" id="{3AFA0A16-38BD-F347-95DC-13669F1BC291}"/>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29" name="Group 180">
                <a:extLst>
                  <a:ext uri="{FF2B5EF4-FFF2-40B4-BE49-F238E27FC236}">
                    <a16:creationId xmlns="" xmlns:a16="http://schemas.microsoft.com/office/drawing/2014/main" id="{3CE589A0-5A73-794D-ABC2-A1B10BB78C09}"/>
                  </a:ext>
                </a:extLst>
              </p:cNvPr>
              <p:cNvGrpSpPr>
                <a:grpSpLocks/>
              </p:cNvGrpSpPr>
              <p:nvPr/>
            </p:nvGrpSpPr>
            <p:grpSpPr bwMode="auto">
              <a:xfrm>
                <a:off x="4739" y="1327"/>
                <a:ext cx="582" cy="139"/>
                <a:chOff x="614" y="2568"/>
                <a:chExt cx="725" cy="139"/>
              </a:xfrm>
            </p:grpSpPr>
            <p:sp>
              <p:nvSpPr>
                <p:cNvPr id="141" name="AutoShape 181">
                  <a:extLst>
                    <a:ext uri="{FF2B5EF4-FFF2-40B4-BE49-F238E27FC236}">
                      <a16:creationId xmlns="" xmlns:a16="http://schemas.microsoft.com/office/drawing/2014/main" id="{89FB1F6B-6C98-F24F-A895-DC97628788D2}"/>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2" name="AutoShape 182">
                  <a:extLst>
                    <a:ext uri="{FF2B5EF4-FFF2-40B4-BE49-F238E27FC236}">
                      <a16:creationId xmlns="" xmlns:a16="http://schemas.microsoft.com/office/drawing/2014/main" id="{A55EACC1-1331-7842-9049-9FB02F3B1F27}"/>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30" name="Rectangle 183">
                <a:extLst>
                  <a:ext uri="{FF2B5EF4-FFF2-40B4-BE49-F238E27FC236}">
                    <a16:creationId xmlns="" xmlns:a16="http://schemas.microsoft.com/office/drawing/2014/main" id="{46F63067-A332-D94A-A7BC-02C7CEAE0C38}"/>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1" name="Freeform 184">
                <a:extLst>
                  <a:ext uri="{FF2B5EF4-FFF2-40B4-BE49-F238E27FC236}">
                    <a16:creationId xmlns="" xmlns:a16="http://schemas.microsoft.com/office/drawing/2014/main" id="{359C02C4-AE3C-424E-88A6-A84CCF30229C}"/>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2" name="Freeform 185">
                <a:extLst>
                  <a:ext uri="{FF2B5EF4-FFF2-40B4-BE49-F238E27FC236}">
                    <a16:creationId xmlns="" xmlns:a16="http://schemas.microsoft.com/office/drawing/2014/main" id="{1CC2B8AD-B212-0745-A970-E79786EB0CD2}"/>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3" name="Oval 186">
                <a:extLst>
                  <a:ext uri="{FF2B5EF4-FFF2-40B4-BE49-F238E27FC236}">
                    <a16:creationId xmlns="" xmlns:a16="http://schemas.microsoft.com/office/drawing/2014/main" id="{5D94AEF0-68E4-7046-B0ED-DCCE63C2396F}"/>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4" name="Freeform 187">
                <a:extLst>
                  <a:ext uri="{FF2B5EF4-FFF2-40B4-BE49-F238E27FC236}">
                    <a16:creationId xmlns="" xmlns:a16="http://schemas.microsoft.com/office/drawing/2014/main" id="{C6292415-0292-8D4A-AB56-DF120D9C1935}"/>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5" name="AutoShape 188">
                <a:extLst>
                  <a:ext uri="{FF2B5EF4-FFF2-40B4-BE49-F238E27FC236}">
                    <a16:creationId xmlns="" xmlns:a16="http://schemas.microsoft.com/office/drawing/2014/main" id="{412209D6-3554-F94F-B517-9F6DB7F4931D}"/>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6" name="AutoShape 189">
                <a:extLst>
                  <a:ext uri="{FF2B5EF4-FFF2-40B4-BE49-F238E27FC236}">
                    <a16:creationId xmlns="" xmlns:a16="http://schemas.microsoft.com/office/drawing/2014/main" id="{C870F13A-A9EC-F445-8D64-37F050C0AC07}"/>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7" name="Oval 190">
                <a:extLst>
                  <a:ext uri="{FF2B5EF4-FFF2-40B4-BE49-F238E27FC236}">
                    <a16:creationId xmlns="" xmlns:a16="http://schemas.microsoft.com/office/drawing/2014/main" id="{A39E8A5C-F61E-744E-836D-41A7361D6DC4}"/>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8" name="Oval 191">
                <a:extLst>
                  <a:ext uri="{FF2B5EF4-FFF2-40B4-BE49-F238E27FC236}">
                    <a16:creationId xmlns="" xmlns:a16="http://schemas.microsoft.com/office/drawing/2014/main" id="{9B90C8D9-94E0-5945-8363-EDFE59BB315C}"/>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139" name="Oval 192">
                <a:extLst>
                  <a:ext uri="{FF2B5EF4-FFF2-40B4-BE49-F238E27FC236}">
                    <a16:creationId xmlns="" xmlns:a16="http://schemas.microsoft.com/office/drawing/2014/main" id="{DE44202E-E28C-0E4D-8741-6A031871E8E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0" name="Rectangle 193">
                <a:extLst>
                  <a:ext uri="{FF2B5EF4-FFF2-40B4-BE49-F238E27FC236}">
                    <a16:creationId xmlns="" xmlns:a16="http://schemas.microsoft.com/office/drawing/2014/main" id="{D8BFBA71-4557-6B46-A05C-92CAEC49ECC1}"/>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cxnSp>
          <p:nvCxnSpPr>
            <p:cNvPr id="105" name="Straight Connector 104">
              <a:extLst>
                <a:ext uri="{FF2B5EF4-FFF2-40B4-BE49-F238E27FC236}">
                  <a16:creationId xmlns="" xmlns:a16="http://schemas.microsoft.com/office/drawing/2014/main" id="{11F9B693-3039-7842-B826-C79453DC74BC}"/>
                </a:ext>
              </a:extLst>
            </p:cNvPr>
            <p:cNvCxnSpPr>
              <a:cxnSpLocks/>
            </p:cNvCxnSpPr>
            <p:nvPr/>
          </p:nvCxnSpPr>
          <p:spPr>
            <a:xfrm>
              <a:off x="6584655" y="33189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 xmlns:a16="http://schemas.microsoft.com/office/drawing/2014/main" id="{82E3D64B-7462-DF45-A72D-0EEE887E1FC6}"/>
                </a:ext>
              </a:extLst>
            </p:cNvPr>
            <p:cNvCxnSpPr>
              <a:cxnSpLocks/>
            </p:cNvCxnSpPr>
            <p:nvPr/>
          </p:nvCxnSpPr>
          <p:spPr>
            <a:xfrm>
              <a:off x="10078299" y="329119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sp>
          <p:nvSpPr>
            <p:cNvPr id="108" name="TextBox 107">
              <a:extLst>
                <a:ext uri="{FF2B5EF4-FFF2-40B4-BE49-F238E27FC236}">
                  <a16:creationId xmlns="" xmlns:a16="http://schemas.microsoft.com/office/drawing/2014/main" id="{E0A94F7F-9401-4C4F-80C6-4F0C25C18F5C}"/>
                </a:ext>
              </a:extLst>
            </p:cNvPr>
            <p:cNvSpPr txBox="1"/>
            <p:nvPr/>
          </p:nvSpPr>
          <p:spPr>
            <a:xfrm>
              <a:off x="6226081" y="3037743"/>
              <a:ext cx="994247"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application</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9" name="TextBox 108">
              <a:extLst>
                <a:ext uri="{FF2B5EF4-FFF2-40B4-BE49-F238E27FC236}">
                  <a16:creationId xmlns="" xmlns:a16="http://schemas.microsoft.com/office/drawing/2014/main" id="{28F3F5F7-78A1-3C45-AC73-9F2A188FD37C}"/>
                </a:ext>
              </a:extLst>
            </p:cNvPr>
            <p:cNvSpPr txBox="1"/>
            <p:nvPr/>
          </p:nvSpPr>
          <p:spPr>
            <a:xfrm>
              <a:off x="6344394" y="3265491"/>
              <a:ext cx="86869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transport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0" name="TextBox 109">
              <a:extLst>
                <a:ext uri="{FF2B5EF4-FFF2-40B4-BE49-F238E27FC236}">
                  <a16:creationId xmlns="" xmlns:a16="http://schemas.microsoft.com/office/drawing/2014/main" id="{3D73C66D-8F36-5E4B-BBC6-B804471BAAF5}"/>
                </a:ext>
              </a:extLst>
            </p:cNvPr>
            <p:cNvSpPr txBox="1"/>
            <p:nvPr/>
          </p:nvSpPr>
          <p:spPr>
            <a:xfrm flipH="1">
              <a:off x="7109034" y="5998385"/>
              <a:ext cx="46571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reliable service </a:t>
              </a:r>
              <a:r>
                <a:rPr kumimoji="0" lang="en-US" sz="2400" b="0" i="1" u="none" strike="noStrike" kern="1200" cap="none" spc="0" normalizeH="0" baseline="0" noProof="0" dirty="0">
                  <a:ln>
                    <a:noFill/>
                  </a:ln>
                  <a:solidFill>
                    <a:srgbClr val="C00000"/>
                  </a:solidFill>
                  <a:effectLst/>
                  <a:uLnTx/>
                  <a:uFillTx/>
                  <a:latin typeface="Calibri" panose="020F0502020204030204"/>
                  <a:ea typeface="+mn-ea"/>
                  <a:cs typeface="+mn-cs"/>
                </a:rPr>
                <a:t>implementation</a:t>
              </a:r>
            </a:p>
          </p:txBody>
        </p:sp>
        <p:grpSp>
          <p:nvGrpSpPr>
            <p:cNvPr id="233" name="Group 232">
              <a:extLst>
                <a:ext uri="{FF2B5EF4-FFF2-40B4-BE49-F238E27FC236}">
                  <a16:creationId xmlns="" xmlns:a16="http://schemas.microsoft.com/office/drawing/2014/main" id="{0D04F411-4AAF-BC49-BC7A-363692477E93}"/>
                </a:ext>
              </a:extLst>
            </p:cNvPr>
            <p:cNvGrpSpPr/>
            <p:nvPr/>
          </p:nvGrpSpPr>
          <p:grpSpPr>
            <a:xfrm>
              <a:off x="6573835" y="5301907"/>
              <a:ext cx="5250830" cy="481581"/>
              <a:chOff x="6737055" y="3471301"/>
              <a:chExt cx="5250830" cy="481581"/>
            </a:xfrm>
          </p:grpSpPr>
          <p:grpSp>
            <p:nvGrpSpPr>
              <p:cNvPr id="223" name="Group 222">
                <a:extLst>
                  <a:ext uri="{FF2B5EF4-FFF2-40B4-BE49-F238E27FC236}">
                    <a16:creationId xmlns="" xmlns:a16="http://schemas.microsoft.com/office/drawing/2014/main" id="{C5146927-C3B8-DF48-9CFC-4B18E58EBBED}"/>
                  </a:ext>
                </a:extLst>
              </p:cNvPr>
              <p:cNvGrpSpPr/>
              <p:nvPr/>
            </p:nvGrpSpPr>
            <p:grpSpPr>
              <a:xfrm>
                <a:off x="8324240" y="3583550"/>
                <a:ext cx="2044628" cy="369332"/>
                <a:chOff x="7504363" y="3155701"/>
                <a:chExt cx="2044628" cy="369332"/>
              </a:xfrm>
            </p:grpSpPr>
            <p:grpSp>
              <p:nvGrpSpPr>
                <p:cNvPr id="224" name="Group 223">
                  <a:extLst>
                    <a:ext uri="{FF2B5EF4-FFF2-40B4-BE49-F238E27FC236}">
                      <a16:creationId xmlns="" xmlns:a16="http://schemas.microsoft.com/office/drawing/2014/main" id="{36331F64-A8EF-C84E-B30D-A7547D452764}"/>
                    </a:ext>
                  </a:extLst>
                </p:cNvPr>
                <p:cNvGrpSpPr/>
                <p:nvPr/>
              </p:nvGrpSpPr>
              <p:grpSpPr>
                <a:xfrm>
                  <a:off x="7504363" y="3183676"/>
                  <a:ext cx="2003932" cy="306163"/>
                  <a:chOff x="1616358" y="2551230"/>
                  <a:chExt cx="2141698" cy="218510"/>
                </a:xfrm>
              </p:grpSpPr>
              <p:sp>
                <p:nvSpPr>
                  <p:cNvPr id="226" name="Rectangle 225">
                    <a:extLst>
                      <a:ext uri="{FF2B5EF4-FFF2-40B4-BE49-F238E27FC236}">
                        <a16:creationId xmlns="" xmlns:a16="http://schemas.microsoft.com/office/drawing/2014/main" id="{A58BC41B-0FE4-7548-8B41-7D58F1B562DA}"/>
                      </a:ext>
                    </a:extLst>
                  </p:cNvPr>
                  <p:cNvSpPr/>
                  <p:nvPr/>
                </p:nvSpPr>
                <p:spPr>
                  <a:xfrm>
                    <a:off x="1673508" y="2551230"/>
                    <a:ext cx="2027398"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7" name="Oval 226">
                    <a:extLst>
                      <a:ext uri="{FF2B5EF4-FFF2-40B4-BE49-F238E27FC236}">
                        <a16:creationId xmlns="" xmlns:a16="http://schemas.microsoft.com/office/drawing/2014/main" id="{02FB0512-C154-9E47-9EBA-D924E2099BE6}"/>
                      </a:ext>
                    </a:extLst>
                  </p:cNvPr>
                  <p:cNvSpPr/>
                  <p:nvPr/>
                </p:nvSpPr>
                <p:spPr>
                  <a:xfrm>
                    <a:off x="1616358" y="2551230"/>
                    <a:ext cx="114300" cy="218510"/>
                  </a:xfrm>
                  <a:prstGeom prst="ellipse">
                    <a:avLst/>
                  </a:prstGeom>
                  <a:solidFill>
                    <a:srgbClr val="7ACCF4"/>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8" name="Oval 227">
                    <a:extLst>
                      <a:ext uri="{FF2B5EF4-FFF2-40B4-BE49-F238E27FC236}">
                        <a16:creationId xmlns="" xmlns:a16="http://schemas.microsoft.com/office/drawing/2014/main" id="{C63F6E63-7445-F243-9368-2132BE86292D}"/>
                      </a:ext>
                    </a:extLst>
                  </p:cNvPr>
                  <p:cNvSpPr/>
                  <p:nvPr/>
                </p:nvSpPr>
                <p:spPr>
                  <a:xfrm>
                    <a:off x="3643756" y="2551230"/>
                    <a:ext cx="114300" cy="218510"/>
                  </a:xfrm>
                  <a:prstGeom prst="ellipse">
                    <a:avLst/>
                  </a:prstGeom>
                  <a:gradFill flip="none" rotWithShape="1">
                    <a:gsLst>
                      <a:gs pos="0">
                        <a:schemeClr val="accent5">
                          <a:lumMod val="75000"/>
                        </a:schemeClr>
                      </a:gs>
                      <a:gs pos="100000">
                        <a:schemeClr val="accent5">
                          <a:lumMod val="75000"/>
                        </a:schemeClr>
                      </a:gs>
                      <a:gs pos="50000">
                        <a:srgbClr val="7ACCF4"/>
                      </a:gs>
                    </a:gsLst>
                    <a:lin ang="16200000" scaled="0"/>
                    <a:tileRect/>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9" name="Rectangle 228">
                    <a:extLst>
                      <a:ext uri="{FF2B5EF4-FFF2-40B4-BE49-F238E27FC236}">
                        <a16:creationId xmlns="" xmlns:a16="http://schemas.microsoft.com/office/drawing/2014/main" id="{EE8FCEBF-7EAA-0647-A2EA-4FF2A92ADD8C}"/>
                      </a:ext>
                    </a:extLst>
                  </p:cNvPr>
                  <p:cNvSpPr/>
                  <p:nvPr/>
                </p:nvSpPr>
                <p:spPr>
                  <a:xfrm>
                    <a:off x="3491356" y="2551230"/>
                    <a:ext cx="209550"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25" name="TextBox 224">
                  <a:extLst>
                    <a:ext uri="{FF2B5EF4-FFF2-40B4-BE49-F238E27FC236}">
                      <a16:creationId xmlns="" xmlns:a16="http://schemas.microsoft.com/office/drawing/2014/main" id="{68623763-0736-1640-9198-34E20A0A0952}"/>
                    </a:ext>
                  </a:extLst>
                </p:cNvPr>
                <p:cNvSpPr txBox="1"/>
                <p:nvPr/>
              </p:nvSpPr>
              <p:spPr>
                <a:xfrm>
                  <a:off x="7626477" y="3155701"/>
                  <a:ext cx="192251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unreliable channel</a:t>
                  </a:r>
                </a:p>
              </p:txBody>
            </p:sp>
          </p:grpSp>
          <p:cxnSp>
            <p:nvCxnSpPr>
              <p:cNvPr id="230" name="Straight Connector 229">
                <a:extLst>
                  <a:ext uri="{FF2B5EF4-FFF2-40B4-BE49-F238E27FC236}">
                    <a16:creationId xmlns="" xmlns:a16="http://schemas.microsoft.com/office/drawing/2014/main" id="{DBEEB1A6-0E73-AB48-B495-F487B566C625}"/>
                  </a:ext>
                </a:extLst>
              </p:cNvPr>
              <p:cNvCxnSpPr>
                <a:cxnSpLocks/>
              </p:cNvCxnSpPr>
              <p:nvPr/>
            </p:nvCxnSpPr>
            <p:spPr>
              <a:xfrm>
                <a:off x="6737055" y="34713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 xmlns:a16="http://schemas.microsoft.com/office/drawing/2014/main" id="{B7BF7B94-FA7B-2246-B803-641BA21FAD78}"/>
                  </a:ext>
                </a:extLst>
              </p:cNvPr>
              <p:cNvCxnSpPr>
                <a:cxnSpLocks/>
              </p:cNvCxnSpPr>
              <p:nvPr/>
            </p:nvCxnSpPr>
            <p:spPr>
              <a:xfrm>
                <a:off x="10299974" y="34713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34" name="TextBox 233">
              <a:extLst>
                <a:ext uri="{FF2B5EF4-FFF2-40B4-BE49-F238E27FC236}">
                  <a16:creationId xmlns="" xmlns:a16="http://schemas.microsoft.com/office/drawing/2014/main" id="{AEB73EE5-0075-EE47-B5CC-61EAD4F66FC9}"/>
                </a:ext>
              </a:extLst>
            </p:cNvPr>
            <p:cNvSpPr txBox="1"/>
            <p:nvPr/>
          </p:nvSpPr>
          <p:spPr>
            <a:xfrm>
              <a:off x="6413644" y="5279980"/>
              <a:ext cx="794385"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network</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5" name="TextBox 234">
              <a:extLst>
                <a:ext uri="{FF2B5EF4-FFF2-40B4-BE49-F238E27FC236}">
                  <a16:creationId xmlns="" xmlns:a16="http://schemas.microsoft.com/office/drawing/2014/main" id="{6021091A-40C7-3E48-A368-62B168C379FE}"/>
                </a:ext>
              </a:extLst>
            </p:cNvPr>
            <p:cNvSpPr txBox="1"/>
            <p:nvPr/>
          </p:nvSpPr>
          <p:spPr>
            <a:xfrm>
              <a:off x="6358993" y="5023850"/>
              <a:ext cx="86869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transport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37" name="Straight Arrow Connector 236">
              <a:extLst>
                <a:ext uri="{FF2B5EF4-FFF2-40B4-BE49-F238E27FC236}">
                  <a16:creationId xmlns="" xmlns:a16="http://schemas.microsoft.com/office/drawing/2014/main" id="{05D4C2CD-9395-C64F-91D1-D32BF3685F81}"/>
                </a:ext>
              </a:extLst>
            </p:cNvPr>
            <p:cNvCxnSpPr>
              <a:cxnSpLocks/>
            </p:cNvCxnSpPr>
            <p:nvPr/>
          </p:nvCxnSpPr>
          <p:spPr>
            <a:xfrm>
              <a:off x="7532988" y="3216212"/>
              <a:ext cx="0" cy="403537"/>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cxnSp>
          <p:nvCxnSpPr>
            <p:cNvPr id="240" name="Straight Arrow Connector 239">
              <a:extLst>
                <a:ext uri="{FF2B5EF4-FFF2-40B4-BE49-F238E27FC236}">
                  <a16:creationId xmlns="" xmlns:a16="http://schemas.microsoft.com/office/drawing/2014/main" id="{A7F37CC4-8A14-554D-96BA-B69174DD341C}"/>
                </a:ext>
              </a:extLst>
            </p:cNvPr>
            <p:cNvCxnSpPr>
              <a:cxnSpLocks/>
            </p:cNvCxnSpPr>
            <p:nvPr/>
          </p:nvCxnSpPr>
          <p:spPr>
            <a:xfrm flipV="1">
              <a:off x="10867079" y="3152635"/>
              <a:ext cx="0" cy="439404"/>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sp>
          <p:nvSpPr>
            <p:cNvPr id="243" name="TextBox 242">
              <a:extLst>
                <a:ext uri="{FF2B5EF4-FFF2-40B4-BE49-F238E27FC236}">
                  <a16:creationId xmlns="" xmlns:a16="http://schemas.microsoft.com/office/drawing/2014/main" id="{414248C8-665E-0640-BFD4-2689CB960EDD}"/>
                </a:ext>
              </a:extLst>
            </p:cNvPr>
            <p:cNvSpPr txBox="1"/>
            <p:nvPr/>
          </p:nvSpPr>
          <p:spPr>
            <a:xfrm>
              <a:off x="6584496" y="3824138"/>
              <a:ext cx="1896984" cy="840230"/>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sender-side of</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reliable data transfer protocol</a:t>
              </a:r>
            </a:p>
          </p:txBody>
        </p:sp>
        <p:sp>
          <p:nvSpPr>
            <p:cNvPr id="244" name="TextBox 243">
              <a:extLst>
                <a:ext uri="{FF2B5EF4-FFF2-40B4-BE49-F238E27FC236}">
                  <a16:creationId xmlns="" xmlns:a16="http://schemas.microsoft.com/office/drawing/2014/main" id="{026C4778-F96F-564F-92C4-81A147260836}"/>
                </a:ext>
              </a:extLst>
            </p:cNvPr>
            <p:cNvSpPr txBox="1"/>
            <p:nvPr/>
          </p:nvSpPr>
          <p:spPr>
            <a:xfrm>
              <a:off x="9914975" y="3826493"/>
              <a:ext cx="1896984" cy="840230"/>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receiver-side</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of reliable data transfer protocol</a:t>
              </a:r>
            </a:p>
          </p:txBody>
        </p:sp>
        <p:grpSp>
          <p:nvGrpSpPr>
            <p:cNvPr id="250" name="Group 249">
              <a:extLst>
                <a:ext uri="{FF2B5EF4-FFF2-40B4-BE49-F238E27FC236}">
                  <a16:creationId xmlns="" xmlns:a16="http://schemas.microsoft.com/office/drawing/2014/main" id="{3A5444DE-2616-4949-A343-9AB06B194D91}"/>
                </a:ext>
              </a:extLst>
            </p:cNvPr>
            <p:cNvGrpSpPr/>
            <p:nvPr/>
          </p:nvGrpSpPr>
          <p:grpSpPr>
            <a:xfrm>
              <a:off x="7535360" y="5023850"/>
              <a:ext cx="632009" cy="632009"/>
              <a:chOff x="7408198" y="4955748"/>
              <a:chExt cx="632009" cy="632009"/>
            </a:xfrm>
          </p:grpSpPr>
          <p:cxnSp>
            <p:nvCxnSpPr>
              <p:cNvPr id="247" name="Straight Connector 246">
                <a:extLst>
                  <a:ext uri="{FF2B5EF4-FFF2-40B4-BE49-F238E27FC236}">
                    <a16:creationId xmlns="" xmlns:a16="http://schemas.microsoft.com/office/drawing/2014/main" id="{3C799D3A-CE2A-E048-B2D1-4A59AF4A4487}"/>
                  </a:ext>
                </a:extLst>
              </p:cNvPr>
              <p:cNvCxnSpPr>
                <a:cxnSpLocks/>
              </p:cNvCxnSpPr>
              <p:nvPr/>
            </p:nvCxnSpPr>
            <p:spPr>
              <a:xfrm>
                <a:off x="7417790" y="4955748"/>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 xmlns:a16="http://schemas.microsoft.com/office/drawing/2014/main" id="{594AB361-99B5-124A-BC74-926DDD1383FA}"/>
                  </a:ext>
                </a:extLst>
              </p:cNvPr>
              <p:cNvCxnSpPr>
                <a:cxnSpLocks/>
              </p:cNvCxnSpPr>
              <p:nvPr/>
            </p:nvCxnSpPr>
            <p:spPr>
              <a:xfrm rot="5400000">
                <a:off x="7724203" y="5247906"/>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grpSp>
        <p:grpSp>
          <p:nvGrpSpPr>
            <p:cNvPr id="251" name="Group 250">
              <a:extLst>
                <a:ext uri="{FF2B5EF4-FFF2-40B4-BE49-F238E27FC236}">
                  <a16:creationId xmlns="" xmlns:a16="http://schemas.microsoft.com/office/drawing/2014/main" id="{BA49793A-2EFA-244E-B721-948595E86530}"/>
                </a:ext>
              </a:extLst>
            </p:cNvPr>
            <p:cNvGrpSpPr/>
            <p:nvPr/>
          </p:nvGrpSpPr>
          <p:grpSpPr>
            <a:xfrm rot="16200000">
              <a:off x="10248530" y="5019009"/>
              <a:ext cx="632009" cy="632009"/>
              <a:chOff x="7408198" y="4948974"/>
              <a:chExt cx="632009" cy="632009"/>
            </a:xfrm>
          </p:grpSpPr>
          <p:cxnSp>
            <p:nvCxnSpPr>
              <p:cNvPr id="252" name="Straight Connector 251">
                <a:extLst>
                  <a:ext uri="{FF2B5EF4-FFF2-40B4-BE49-F238E27FC236}">
                    <a16:creationId xmlns="" xmlns:a16="http://schemas.microsoft.com/office/drawing/2014/main" id="{E0252BA6-E2F4-EA40-A719-21D09BB00749}"/>
                  </a:ext>
                </a:extLst>
              </p:cNvPr>
              <p:cNvCxnSpPr>
                <a:cxnSpLocks/>
              </p:cNvCxnSpPr>
              <p:nvPr/>
            </p:nvCxnSpPr>
            <p:spPr>
              <a:xfrm>
                <a:off x="7427960" y="4948974"/>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 xmlns:a16="http://schemas.microsoft.com/office/drawing/2014/main" id="{42B1015B-F6E9-1049-9672-7C7605BFFCB3}"/>
                  </a:ext>
                </a:extLst>
              </p:cNvPr>
              <p:cNvCxnSpPr>
                <a:cxnSpLocks/>
              </p:cNvCxnSpPr>
              <p:nvPr/>
            </p:nvCxnSpPr>
            <p:spPr>
              <a:xfrm rot="5400000">
                <a:off x="7724203" y="5247906"/>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grpSp>
      </p:grpSp>
      <p:grpSp>
        <p:nvGrpSpPr>
          <p:cNvPr id="88" name="Group 87">
            <a:extLst>
              <a:ext uri="{FF2B5EF4-FFF2-40B4-BE49-F238E27FC236}">
                <a16:creationId xmlns="" xmlns:a16="http://schemas.microsoft.com/office/drawing/2014/main" id="{CC1537B2-998E-7649-AE3E-ACB471EB73E8}"/>
              </a:ext>
            </a:extLst>
          </p:cNvPr>
          <p:cNvGrpSpPr/>
          <p:nvPr/>
        </p:nvGrpSpPr>
        <p:grpSpPr>
          <a:xfrm>
            <a:off x="1042183" y="3581463"/>
            <a:ext cx="8970256" cy="2246769"/>
            <a:chOff x="1042183" y="4044925"/>
            <a:chExt cx="8970256" cy="2246769"/>
          </a:xfrm>
        </p:grpSpPr>
        <p:sp>
          <p:nvSpPr>
            <p:cNvPr id="89" name="TextBox 88">
              <a:extLst>
                <a:ext uri="{FF2B5EF4-FFF2-40B4-BE49-F238E27FC236}">
                  <a16:creationId xmlns="" xmlns:a16="http://schemas.microsoft.com/office/drawing/2014/main" id="{910591A5-B3B8-B947-A7F1-BDBD4F667F70}"/>
                </a:ext>
              </a:extLst>
            </p:cNvPr>
            <p:cNvSpPr txBox="1"/>
            <p:nvPr/>
          </p:nvSpPr>
          <p:spPr>
            <a:xfrm>
              <a:off x="1042183" y="4044925"/>
              <a:ext cx="4815357" cy="224676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Sender, receiver do </a:t>
              </a:r>
              <a:r>
                <a:rPr kumimoji="0" lang="en-US" sz="2800" b="0" i="1" u="none" strike="noStrike" kern="1200" cap="none" spc="0" normalizeH="0" baseline="0" noProof="0" dirty="0">
                  <a:ln>
                    <a:noFill/>
                  </a:ln>
                  <a:solidFill>
                    <a:prstClr val="black"/>
                  </a:solidFill>
                  <a:effectLst/>
                  <a:uLnTx/>
                  <a:uFillTx/>
                  <a:latin typeface="Calibri" panose="020F0502020204030204"/>
                  <a:ea typeface="+mn-ea"/>
                  <a:cs typeface="+mn-cs"/>
                </a:rPr>
                <a:t>not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know the “state” of each other, e.g., was a message received?</a:t>
              </a:r>
            </a:p>
            <a:p>
              <a:pPr marL="457200" marR="0" lvl="0" indent="-457200" algn="l" defTabSz="914400" rtl="0" eaLnBrk="1" fontAlgn="auto" latinLnBrk="0" hangingPunct="1">
                <a:lnSpc>
                  <a:spcPct val="100000"/>
                </a:lnSpc>
                <a:spcBef>
                  <a:spcPts val="0"/>
                </a:spcBef>
                <a:spcAft>
                  <a:spcPts val="0"/>
                </a:spcAft>
                <a:buClr>
                  <a:srgbClr val="0013A3"/>
                </a:buClr>
                <a:buSzTx/>
                <a:buFont typeface="Wingdings" pitchFamily="2"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unless communicated via a message</a:t>
              </a:r>
            </a:p>
          </p:txBody>
        </p:sp>
        <p:cxnSp>
          <p:nvCxnSpPr>
            <p:cNvPr id="90" name="Straight Connector 89">
              <a:extLst>
                <a:ext uri="{FF2B5EF4-FFF2-40B4-BE49-F238E27FC236}">
                  <a16:creationId xmlns="" xmlns:a16="http://schemas.microsoft.com/office/drawing/2014/main" id="{655271F5-62E0-BF47-BF60-FE01086FB678}"/>
                </a:ext>
              </a:extLst>
            </p:cNvPr>
            <p:cNvCxnSpPr>
              <a:cxnSpLocks/>
            </p:cNvCxnSpPr>
            <p:nvPr/>
          </p:nvCxnSpPr>
          <p:spPr>
            <a:xfrm flipH="1">
              <a:off x="5799610" y="4167212"/>
              <a:ext cx="1091351" cy="100112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 xmlns:a16="http://schemas.microsoft.com/office/drawing/2014/main" id="{733B8B2C-3583-1D4A-9253-C59A292E0DE2}"/>
                </a:ext>
              </a:extLst>
            </p:cNvPr>
            <p:cNvCxnSpPr>
              <a:cxnSpLocks/>
            </p:cNvCxnSpPr>
            <p:nvPr/>
          </p:nvCxnSpPr>
          <p:spPr>
            <a:xfrm flipH="1">
              <a:off x="5800941" y="4291381"/>
              <a:ext cx="4211498" cy="88635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93" name="Oval 92">
            <a:extLst>
              <a:ext uri="{FF2B5EF4-FFF2-40B4-BE49-F238E27FC236}">
                <a16:creationId xmlns="" xmlns:a16="http://schemas.microsoft.com/office/drawing/2014/main" id="{80A6EEAE-C014-954F-ADE6-66049A46FFBE}"/>
              </a:ext>
            </a:extLst>
          </p:cNvPr>
          <p:cNvSpPr/>
          <p:nvPr/>
        </p:nvSpPr>
        <p:spPr>
          <a:xfrm>
            <a:off x="6586778" y="3177152"/>
            <a:ext cx="1952787" cy="1239865"/>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4" name="Oval 93">
            <a:extLst>
              <a:ext uri="{FF2B5EF4-FFF2-40B4-BE49-F238E27FC236}">
                <a16:creationId xmlns="" xmlns:a16="http://schemas.microsoft.com/office/drawing/2014/main" id="{0FE70045-1128-264B-A4F3-CC9AAED801DA}"/>
              </a:ext>
            </a:extLst>
          </p:cNvPr>
          <p:cNvSpPr/>
          <p:nvPr/>
        </p:nvSpPr>
        <p:spPr>
          <a:xfrm>
            <a:off x="9885335" y="3174569"/>
            <a:ext cx="1952787" cy="1239865"/>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7" name="Slide Number Placeholder 2">
            <a:extLst>
              <a:ext uri="{FF2B5EF4-FFF2-40B4-BE49-F238E27FC236}">
                <a16:creationId xmlns="" xmlns:a16="http://schemas.microsoft.com/office/drawing/2014/main" id="{A2229121-4A15-DF44-A869-74D8C822A5F1}"/>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30</a:t>
            </a:fld>
            <a:endParaRPr lang="en-US" dirty="0"/>
          </a:p>
        </p:txBody>
      </p:sp>
    </p:spTree>
    <p:extLst>
      <p:ext uri="{BB962C8B-B14F-4D97-AF65-F5344CB8AC3E}">
        <p14:creationId xmlns:p14="http://schemas.microsoft.com/office/powerpoint/2010/main" val="3298885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88"/>
                                        </p:tgtEl>
                                        <p:attrNameLst>
                                          <p:attrName>style.visibility</p:attrName>
                                        </p:attrNameLst>
                                      </p:cBhvr>
                                      <p:to>
                                        <p:strVal val="visible"/>
                                      </p:to>
                                    </p:set>
                                    <p:animEffect transition="in" filter="dissolve">
                                      <p:cBhvr>
                                        <p:cTn id="7" dur="100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Reliable data transfer </a:t>
            </a:r>
            <a:r>
              <a:rPr lang="en-US" dirty="0"/>
              <a:t>(</a:t>
            </a:r>
            <a:r>
              <a:rPr lang="en-US" dirty="0" err="1"/>
              <a:t>rdt</a:t>
            </a:r>
            <a:r>
              <a:rPr lang="en-US" dirty="0" smtClean="0"/>
              <a:t>) protocol</a:t>
            </a:r>
            <a:r>
              <a:rPr lang="en-US" dirty="0"/>
              <a:t>: </a:t>
            </a:r>
            <a:r>
              <a:rPr lang="en-US" sz="4400" dirty="0"/>
              <a:t>interfaces</a:t>
            </a:r>
          </a:p>
        </p:txBody>
      </p:sp>
      <p:grpSp>
        <p:nvGrpSpPr>
          <p:cNvPr id="15" name="Group 14">
            <a:extLst>
              <a:ext uri="{FF2B5EF4-FFF2-40B4-BE49-F238E27FC236}">
                <a16:creationId xmlns="" xmlns:a16="http://schemas.microsoft.com/office/drawing/2014/main" id="{5F3D26B5-5E98-5E4A-87D8-7FA097DF959B}"/>
              </a:ext>
            </a:extLst>
          </p:cNvPr>
          <p:cNvGrpSpPr/>
          <p:nvPr/>
        </p:nvGrpSpPr>
        <p:grpSpPr>
          <a:xfrm>
            <a:off x="2579501" y="2165159"/>
            <a:ext cx="7088417" cy="3419122"/>
            <a:chOff x="2293693" y="1943479"/>
            <a:chExt cx="7088417" cy="3419122"/>
          </a:xfrm>
        </p:grpSpPr>
        <p:grpSp>
          <p:nvGrpSpPr>
            <p:cNvPr id="98" name="Group 97">
              <a:extLst>
                <a:ext uri="{FF2B5EF4-FFF2-40B4-BE49-F238E27FC236}">
                  <a16:creationId xmlns="" xmlns:a16="http://schemas.microsoft.com/office/drawing/2014/main" id="{6F69B15D-5882-BD4E-83B7-5C85A253A430}"/>
                </a:ext>
              </a:extLst>
            </p:cNvPr>
            <p:cNvGrpSpPr/>
            <p:nvPr/>
          </p:nvGrpSpPr>
          <p:grpSpPr>
            <a:xfrm>
              <a:off x="3481010" y="2124363"/>
              <a:ext cx="1245036" cy="593992"/>
              <a:chOff x="9852456" y="608434"/>
              <a:chExt cx="1245036" cy="593992"/>
            </a:xfrm>
          </p:grpSpPr>
          <p:sp>
            <p:nvSpPr>
              <p:cNvPr id="157" name="Oval 19">
                <a:extLst>
                  <a:ext uri="{FF2B5EF4-FFF2-40B4-BE49-F238E27FC236}">
                    <a16:creationId xmlns="" xmlns:a16="http://schemas.microsoft.com/office/drawing/2014/main" id="{056D9101-B295-BE4A-9002-B9C75319D4B3}"/>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58" name="TextBox 157">
                <a:extLst>
                  <a:ext uri="{FF2B5EF4-FFF2-40B4-BE49-F238E27FC236}">
                    <a16:creationId xmlns="" xmlns:a16="http://schemas.microsoft.com/office/drawing/2014/main" id="{B98075D5-1094-EA42-8C93-9C2D954BC121}"/>
                  </a:ext>
                </a:extLst>
              </p:cNvPr>
              <p:cNvSpPr txBox="1"/>
              <p:nvPr/>
            </p:nvSpPr>
            <p:spPr>
              <a:xfrm>
                <a:off x="9935581" y="645213"/>
                <a:ext cx="1106491" cy="54104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sending process</a:t>
                </a:r>
              </a:p>
            </p:txBody>
          </p:sp>
        </p:grpSp>
        <p:grpSp>
          <p:nvGrpSpPr>
            <p:cNvPr id="99" name="Group 98">
              <a:extLst>
                <a:ext uri="{FF2B5EF4-FFF2-40B4-BE49-F238E27FC236}">
                  <a16:creationId xmlns="" xmlns:a16="http://schemas.microsoft.com/office/drawing/2014/main" id="{5402A96E-C536-5E4C-BB36-5F57DDFFE613}"/>
                </a:ext>
              </a:extLst>
            </p:cNvPr>
            <p:cNvGrpSpPr/>
            <p:nvPr/>
          </p:nvGrpSpPr>
          <p:grpSpPr>
            <a:xfrm>
              <a:off x="4077480" y="2576394"/>
              <a:ext cx="577241" cy="338554"/>
              <a:chOff x="9950444" y="999755"/>
              <a:chExt cx="577241" cy="338554"/>
            </a:xfrm>
          </p:grpSpPr>
          <p:sp>
            <p:nvSpPr>
              <p:cNvPr id="155" name="Rectangle 154">
                <a:extLst>
                  <a:ext uri="{FF2B5EF4-FFF2-40B4-BE49-F238E27FC236}">
                    <a16:creationId xmlns="" xmlns:a16="http://schemas.microsoft.com/office/drawing/2014/main" id="{0D3BE65A-11E7-ED41-B532-DDED3A87485C}"/>
                  </a:ext>
                </a:extLst>
              </p:cNvPr>
              <p:cNvSpPr/>
              <p:nvPr/>
            </p:nvSpPr>
            <p:spPr>
              <a:xfrm>
                <a:off x="10010633" y="1066693"/>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6" name="TextBox 155">
                <a:extLst>
                  <a:ext uri="{FF2B5EF4-FFF2-40B4-BE49-F238E27FC236}">
                    <a16:creationId xmlns="" xmlns:a16="http://schemas.microsoft.com/office/drawing/2014/main" id="{05315891-C43B-4E47-AA7C-98881DCEDB55}"/>
                  </a:ext>
                </a:extLst>
              </p:cNvPr>
              <p:cNvSpPr txBox="1"/>
              <p:nvPr/>
            </p:nvSpPr>
            <p:spPr>
              <a:xfrm>
                <a:off x="9950444" y="999755"/>
                <a:ext cx="57724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00" name="Group 194">
              <a:extLst>
                <a:ext uri="{FF2B5EF4-FFF2-40B4-BE49-F238E27FC236}">
                  <a16:creationId xmlns="" xmlns:a16="http://schemas.microsoft.com/office/drawing/2014/main" id="{54168ABB-31DA-FD4E-B361-85C3C0971BE8}"/>
                </a:ext>
              </a:extLst>
            </p:cNvPr>
            <p:cNvGrpSpPr>
              <a:grpSpLocks/>
            </p:cNvGrpSpPr>
            <p:nvPr/>
          </p:nvGrpSpPr>
          <p:grpSpPr bwMode="auto">
            <a:xfrm>
              <a:off x="3214263" y="2004894"/>
              <a:ext cx="545509" cy="512284"/>
              <a:chOff x="-44" y="1473"/>
              <a:chExt cx="981" cy="1105"/>
            </a:xfrm>
          </p:grpSpPr>
          <p:pic>
            <p:nvPicPr>
              <p:cNvPr id="153" name="Picture 195" descr="desktop_computer_stylized_medium">
                <a:extLst>
                  <a:ext uri="{FF2B5EF4-FFF2-40B4-BE49-F238E27FC236}">
                    <a16:creationId xmlns="" xmlns:a16="http://schemas.microsoft.com/office/drawing/2014/main" id="{272E925C-57A6-144C-A625-180C395BBE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 name="Freeform 196">
                <a:extLst>
                  <a:ext uri="{FF2B5EF4-FFF2-40B4-BE49-F238E27FC236}">
                    <a16:creationId xmlns="" xmlns:a16="http://schemas.microsoft.com/office/drawing/2014/main" id="{5E936CF8-605C-F948-973D-474011FE90E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01" name="Group 100">
              <a:extLst>
                <a:ext uri="{FF2B5EF4-FFF2-40B4-BE49-F238E27FC236}">
                  <a16:creationId xmlns="" xmlns:a16="http://schemas.microsoft.com/office/drawing/2014/main" id="{94E6CD2B-9DBD-9847-AE43-1F20A9F4B7A7}"/>
                </a:ext>
              </a:extLst>
            </p:cNvPr>
            <p:cNvGrpSpPr/>
            <p:nvPr/>
          </p:nvGrpSpPr>
          <p:grpSpPr>
            <a:xfrm>
              <a:off x="6726088" y="2075463"/>
              <a:ext cx="1245036" cy="593992"/>
              <a:chOff x="9852456" y="608434"/>
              <a:chExt cx="1245036" cy="593992"/>
            </a:xfrm>
          </p:grpSpPr>
          <p:sp>
            <p:nvSpPr>
              <p:cNvPr id="151" name="Oval 19">
                <a:extLst>
                  <a:ext uri="{FF2B5EF4-FFF2-40B4-BE49-F238E27FC236}">
                    <a16:creationId xmlns="" xmlns:a16="http://schemas.microsoft.com/office/drawing/2014/main" id="{65C8DA48-6ECB-6D4D-80B9-2E7231D021E7}"/>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52" name="TextBox 151">
                <a:extLst>
                  <a:ext uri="{FF2B5EF4-FFF2-40B4-BE49-F238E27FC236}">
                    <a16:creationId xmlns="" xmlns:a16="http://schemas.microsoft.com/office/drawing/2014/main" id="{F98362D2-A31F-1547-A061-D0BD0AD53B62}"/>
                  </a:ext>
                </a:extLst>
              </p:cNvPr>
              <p:cNvSpPr txBox="1"/>
              <p:nvPr/>
            </p:nvSpPr>
            <p:spPr>
              <a:xfrm>
                <a:off x="9935581" y="645213"/>
                <a:ext cx="1106491" cy="54104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receiving process</a:t>
                </a:r>
              </a:p>
            </p:txBody>
          </p:sp>
        </p:grpSp>
        <p:grpSp>
          <p:nvGrpSpPr>
            <p:cNvPr id="102" name="Group 101">
              <a:extLst>
                <a:ext uri="{FF2B5EF4-FFF2-40B4-BE49-F238E27FC236}">
                  <a16:creationId xmlns="" xmlns:a16="http://schemas.microsoft.com/office/drawing/2014/main" id="{E2053A92-714B-3A4D-BA72-E2002B5EB226}"/>
                </a:ext>
              </a:extLst>
            </p:cNvPr>
            <p:cNvGrpSpPr/>
            <p:nvPr/>
          </p:nvGrpSpPr>
          <p:grpSpPr>
            <a:xfrm>
              <a:off x="6785217" y="2548684"/>
              <a:ext cx="577241" cy="338554"/>
              <a:chOff x="9678159" y="981583"/>
              <a:chExt cx="577241" cy="338554"/>
            </a:xfrm>
          </p:grpSpPr>
          <p:sp>
            <p:nvSpPr>
              <p:cNvPr id="149" name="Rectangle 148">
                <a:extLst>
                  <a:ext uri="{FF2B5EF4-FFF2-40B4-BE49-F238E27FC236}">
                    <a16:creationId xmlns="" xmlns:a16="http://schemas.microsoft.com/office/drawing/2014/main" id="{87AF5445-F895-274D-B4CA-4B559C14920A}"/>
                  </a:ext>
                </a:extLst>
              </p:cNvPr>
              <p:cNvSpPr/>
              <p:nvPr/>
            </p:nvSpPr>
            <p:spPr>
              <a:xfrm>
                <a:off x="9744032" y="1048007"/>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0" name="TextBox 149">
                <a:extLst>
                  <a:ext uri="{FF2B5EF4-FFF2-40B4-BE49-F238E27FC236}">
                    <a16:creationId xmlns="" xmlns:a16="http://schemas.microsoft.com/office/drawing/2014/main" id="{405D7A89-0963-7D45-9872-8A6C26AFF4EB}"/>
                  </a:ext>
                </a:extLst>
              </p:cNvPr>
              <p:cNvSpPr txBox="1"/>
              <p:nvPr/>
            </p:nvSpPr>
            <p:spPr>
              <a:xfrm>
                <a:off x="9678159" y="981583"/>
                <a:ext cx="57724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03" name="Group 161">
              <a:extLst>
                <a:ext uri="{FF2B5EF4-FFF2-40B4-BE49-F238E27FC236}">
                  <a16:creationId xmlns="" xmlns:a16="http://schemas.microsoft.com/office/drawing/2014/main" id="{72242579-6133-6C4E-BF67-26CF5BCBECC7}"/>
                </a:ext>
              </a:extLst>
            </p:cNvPr>
            <p:cNvGrpSpPr>
              <a:grpSpLocks/>
            </p:cNvGrpSpPr>
            <p:nvPr/>
          </p:nvGrpSpPr>
          <p:grpSpPr bwMode="auto">
            <a:xfrm>
              <a:off x="7823735" y="1943479"/>
              <a:ext cx="230514" cy="466725"/>
              <a:chOff x="4140" y="429"/>
              <a:chExt cx="1425" cy="2396"/>
            </a:xfrm>
          </p:grpSpPr>
          <p:sp>
            <p:nvSpPr>
              <p:cNvPr id="117" name="Freeform 162">
                <a:extLst>
                  <a:ext uri="{FF2B5EF4-FFF2-40B4-BE49-F238E27FC236}">
                    <a16:creationId xmlns="" xmlns:a16="http://schemas.microsoft.com/office/drawing/2014/main" id="{508C64E2-5C75-8B42-912F-0F4DAB5E11F5}"/>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18" name="Rectangle 163">
                <a:extLst>
                  <a:ext uri="{FF2B5EF4-FFF2-40B4-BE49-F238E27FC236}">
                    <a16:creationId xmlns="" xmlns:a16="http://schemas.microsoft.com/office/drawing/2014/main" id="{1F2031F6-89EC-AD4C-B442-1E0A3C270EA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19" name="Freeform 164">
                <a:extLst>
                  <a:ext uri="{FF2B5EF4-FFF2-40B4-BE49-F238E27FC236}">
                    <a16:creationId xmlns="" xmlns:a16="http://schemas.microsoft.com/office/drawing/2014/main" id="{0BA0DD87-2FD6-244B-82C8-88C2D0A5833C}"/>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20" name="Freeform 165">
                <a:extLst>
                  <a:ext uri="{FF2B5EF4-FFF2-40B4-BE49-F238E27FC236}">
                    <a16:creationId xmlns="" xmlns:a16="http://schemas.microsoft.com/office/drawing/2014/main" id="{7207167F-9D03-3F47-8166-127D9E26F058}"/>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21" name="Rectangle 166">
                <a:extLst>
                  <a:ext uri="{FF2B5EF4-FFF2-40B4-BE49-F238E27FC236}">
                    <a16:creationId xmlns="" xmlns:a16="http://schemas.microsoft.com/office/drawing/2014/main" id="{D8ACE697-B009-5441-8959-DAC8BF3B1CB8}"/>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22" name="Group 167">
                <a:extLst>
                  <a:ext uri="{FF2B5EF4-FFF2-40B4-BE49-F238E27FC236}">
                    <a16:creationId xmlns="" xmlns:a16="http://schemas.microsoft.com/office/drawing/2014/main" id="{AFAFE92F-768B-0E40-8189-F135D4962862}"/>
                  </a:ext>
                </a:extLst>
              </p:cNvPr>
              <p:cNvGrpSpPr>
                <a:grpSpLocks/>
              </p:cNvGrpSpPr>
              <p:nvPr/>
            </p:nvGrpSpPr>
            <p:grpSpPr bwMode="auto">
              <a:xfrm>
                <a:off x="4749" y="668"/>
                <a:ext cx="581" cy="145"/>
                <a:chOff x="614" y="2568"/>
                <a:chExt cx="725" cy="139"/>
              </a:xfrm>
            </p:grpSpPr>
            <p:sp>
              <p:nvSpPr>
                <p:cNvPr id="147" name="AutoShape 168">
                  <a:extLst>
                    <a:ext uri="{FF2B5EF4-FFF2-40B4-BE49-F238E27FC236}">
                      <a16:creationId xmlns="" xmlns:a16="http://schemas.microsoft.com/office/drawing/2014/main" id="{6617210C-BFB6-0D4D-B38A-5E9106661AF0}"/>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8" name="AutoShape 169">
                  <a:extLst>
                    <a:ext uri="{FF2B5EF4-FFF2-40B4-BE49-F238E27FC236}">
                      <a16:creationId xmlns="" xmlns:a16="http://schemas.microsoft.com/office/drawing/2014/main" id="{5EE6018A-C9AA-184F-B7ED-42AFC16D772E}"/>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23" name="Rectangle 170">
                <a:extLst>
                  <a:ext uri="{FF2B5EF4-FFF2-40B4-BE49-F238E27FC236}">
                    <a16:creationId xmlns="" xmlns:a16="http://schemas.microsoft.com/office/drawing/2014/main" id="{F82DB15E-18D1-4A4D-80D4-EAB41BA5033C}"/>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24" name="Group 171">
                <a:extLst>
                  <a:ext uri="{FF2B5EF4-FFF2-40B4-BE49-F238E27FC236}">
                    <a16:creationId xmlns="" xmlns:a16="http://schemas.microsoft.com/office/drawing/2014/main" id="{52997F44-9E26-5F46-914A-DD4ADC8770B4}"/>
                  </a:ext>
                </a:extLst>
              </p:cNvPr>
              <p:cNvGrpSpPr>
                <a:grpSpLocks/>
              </p:cNvGrpSpPr>
              <p:nvPr/>
            </p:nvGrpSpPr>
            <p:grpSpPr bwMode="auto">
              <a:xfrm>
                <a:off x="4747" y="994"/>
                <a:ext cx="581" cy="134"/>
                <a:chOff x="614" y="2568"/>
                <a:chExt cx="725" cy="139"/>
              </a:xfrm>
            </p:grpSpPr>
            <p:sp>
              <p:nvSpPr>
                <p:cNvPr id="145" name="AutoShape 172">
                  <a:extLst>
                    <a:ext uri="{FF2B5EF4-FFF2-40B4-BE49-F238E27FC236}">
                      <a16:creationId xmlns="" xmlns:a16="http://schemas.microsoft.com/office/drawing/2014/main" id="{7DD2F60B-01B7-A848-9111-DBA2C17DC6C0}"/>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6" name="AutoShape 173">
                  <a:extLst>
                    <a:ext uri="{FF2B5EF4-FFF2-40B4-BE49-F238E27FC236}">
                      <a16:creationId xmlns="" xmlns:a16="http://schemas.microsoft.com/office/drawing/2014/main" id="{399E173F-3471-434E-8657-60AF028897C5}"/>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25" name="Rectangle 174">
                <a:extLst>
                  <a:ext uri="{FF2B5EF4-FFF2-40B4-BE49-F238E27FC236}">
                    <a16:creationId xmlns="" xmlns:a16="http://schemas.microsoft.com/office/drawing/2014/main" id="{CC1F5612-3C85-EF42-8C7F-34C5C7ED07E7}"/>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26" name="Rectangle 175">
                <a:extLst>
                  <a:ext uri="{FF2B5EF4-FFF2-40B4-BE49-F238E27FC236}">
                    <a16:creationId xmlns="" xmlns:a16="http://schemas.microsoft.com/office/drawing/2014/main" id="{608F68F9-0FC6-8540-8955-44F7FC3BA2D3}"/>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27" name="Group 176">
                <a:extLst>
                  <a:ext uri="{FF2B5EF4-FFF2-40B4-BE49-F238E27FC236}">
                    <a16:creationId xmlns="" xmlns:a16="http://schemas.microsoft.com/office/drawing/2014/main" id="{ECCEFB02-32C8-8940-8A0B-AB56D987ACE8}"/>
                  </a:ext>
                </a:extLst>
              </p:cNvPr>
              <p:cNvGrpSpPr>
                <a:grpSpLocks/>
              </p:cNvGrpSpPr>
              <p:nvPr/>
            </p:nvGrpSpPr>
            <p:grpSpPr bwMode="auto">
              <a:xfrm>
                <a:off x="4735" y="1627"/>
                <a:ext cx="582" cy="151"/>
                <a:chOff x="614" y="2568"/>
                <a:chExt cx="725" cy="139"/>
              </a:xfrm>
            </p:grpSpPr>
            <p:sp>
              <p:nvSpPr>
                <p:cNvPr id="143" name="AutoShape 177">
                  <a:extLst>
                    <a:ext uri="{FF2B5EF4-FFF2-40B4-BE49-F238E27FC236}">
                      <a16:creationId xmlns="" xmlns:a16="http://schemas.microsoft.com/office/drawing/2014/main" id="{9748E381-A81E-B241-A522-B9A17C2A8B39}"/>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4" name="AutoShape 178">
                  <a:extLst>
                    <a:ext uri="{FF2B5EF4-FFF2-40B4-BE49-F238E27FC236}">
                      <a16:creationId xmlns="" xmlns:a16="http://schemas.microsoft.com/office/drawing/2014/main" id="{3E8CC9C2-8373-D54C-873D-9F47F61D751A}"/>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28" name="Freeform 179">
                <a:extLst>
                  <a:ext uri="{FF2B5EF4-FFF2-40B4-BE49-F238E27FC236}">
                    <a16:creationId xmlns="" xmlns:a16="http://schemas.microsoft.com/office/drawing/2014/main" id="{3AFA0A16-38BD-F347-95DC-13669F1BC291}"/>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29" name="Group 180">
                <a:extLst>
                  <a:ext uri="{FF2B5EF4-FFF2-40B4-BE49-F238E27FC236}">
                    <a16:creationId xmlns="" xmlns:a16="http://schemas.microsoft.com/office/drawing/2014/main" id="{3CE589A0-5A73-794D-ABC2-A1B10BB78C09}"/>
                  </a:ext>
                </a:extLst>
              </p:cNvPr>
              <p:cNvGrpSpPr>
                <a:grpSpLocks/>
              </p:cNvGrpSpPr>
              <p:nvPr/>
            </p:nvGrpSpPr>
            <p:grpSpPr bwMode="auto">
              <a:xfrm>
                <a:off x="4739" y="1327"/>
                <a:ext cx="582" cy="139"/>
                <a:chOff x="614" y="2568"/>
                <a:chExt cx="725" cy="139"/>
              </a:xfrm>
            </p:grpSpPr>
            <p:sp>
              <p:nvSpPr>
                <p:cNvPr id="141" name="AutoShape 181">
                  <a:extLst>
                    <a:ext uri="{FF2B5EF4-FFF2-40B4-BE49-F238E27FC236}">
                      <a16:creationId xmlns="" xmlns:a16="http://schemas.microsoft.com/office/drawing/2014/main" id="{89FB1F6B-6C98-F24F-A895-DC97628788D2}"/>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2" name="AutoShape 182">
                  <a:extLst>
                    <a:ext uri="{FF2B5EF4-FFF2-40B4-BE49-F238E27FC236}">
                      <a16:creationId xmlns="" xmlns:a16="http://schemas.microsoft.com/office/drawing/2014/main" id="{A55EACC1-1331-7842-9049-9FB02F3B1F27}"/>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30" name="Rectangle 183">
                <a:extLst>
                  <a:ext uri="{FF2B5EF4-FFF2-40B4-BE49-F238E27FC236}">
                    <a16:creationId xmlns="" xmlns:a16="http://schemas.microsoft.com/office/drawing/2014/main" id="{46F63067-A332-D94A-A7BC-02C7CEAE0C38}"/>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1" name="Freeform 184">
                <a:extLst>
                  <a:ext uri="{FF2B5EF4-FFF2-40B4-BE49-F238E27FC236}">
                    <a16:creationId xmlns="" xmlns:a16="http://schemas.microsoft.com/office/drawing/2014/main" id="{359C02C4-AE3C-424E-88A6-A84CCF30229C}"/>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2" name="Freeform 185">
                <a:extLst>
                  <a:ext uri="{FF2B5EF4-FFF2-40B4-BE49-F238E27FC236}">
                    <a16:creationId xmlns="" xmlns:a16="http://schemas.microsoft.com/office/drawing/2014/main" id="{1CC2B8AD-B212-0745-A970-E79786EB0CD2}"/>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3" name="Oval 186">
                <a:extLst>
                  <a:ext uri="{FF2B5EF4-FFF2-40B4-BE49-F238E27FC236}">
                    <a16:creationId xmlns="" xmlns:a16="http://schemas.microsoft.com/office/drawing/2014/main" id="{5D94AEF0-68E4-7046-B0ED-DCCE63C2396F}"/>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4" name="Freeform 187">
                <a:extLst>
                  <a:ext uri="{FF2B5EF4-FFF2-40B4-BE49-F238E27FC236}">
                    <a16:creationId xmlns="" xmlns:a16="http://schemas.microsoft.com/office/drawing/2014/main" id="{C6292415-0292-8D4A-AB56-DF120D9C1935}"/>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5" name="AutoShape 188">
                <a:extLst>
                  <a:ext uri="{FF2B5EF4-FFF2-40B4-BE49-F238E27FC236}">
                    <a16:creationId xmlns="" xmlns:a16="http://schemas.microsoft.com/office/drawing/2014/main" id="{412209D6-3554-F94F-B517-9F6DB7F4931D}"/>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6" name="AutoShape 189">
                <a:extLst>
                  <a:ext uri="{FF2B5EF4-FFF2-40B4-BE49-F238E27FC236}">
                    <a16:creationId xmlns="" xmlns:a16="http://schemas.microsoft.com/office/drawing/2014/main" id="{C870F13A-A9EC-F445-8D64-37F050C0AC07}"/>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7" name="Oval 190">
                <a:extLst>
                  <a:ext uri="{FF2B5EF4-FFF2-40B4-BE49-F238E27FC236}">
                    <a16:creationId xmlns="" xmlns:a16="http://schemas.microsoft.com/office/drawing/2014/main" id="{A39E8A5C-F61E-744E-836D-41A7361D6DC4}"/>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8" name="Oval 191">
                <a:extLst>
                  <a:ext uri="{FF2B5EF4-FFF2-40B4-BE49-F238E27FC236}">
                    <a16:creationId xmlns="" xmlns:a16="http://schemas.microsoft.com/office/drawing/2014/main" id="{9B90C8D9-94E0-5945-8363-EDFE59BB315C}"/>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139" name="Oval 192">
                <a:extLst>
                  <a:ext uri="{FF2B5EF4-FFF2-40B4-BE49-F238E27FC236}">
                    <a16:creationId xmlns="" xmlns:a16="http://schemas.microsoft.com/office/drawing/2014/main" id="{DE44202E-E28C-0E4D-8741-6A031871E8E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0" name="Rectangle 193">
                <a:extLst>
                  <a:ext uri="{FF2B5EF4-FFF2-40B4-BE49-F238E27FC236}">
                    <a16:creationId xmlns="" xmlns:a16="http://schemas.microsoft.com/office/drawing/2014/main" id="{D8BFBA71-4557-6B46-A05C-92CAEC49ECC1}"/>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cxnSp>
          <p:nvCxnSpPr>
            <p:cNvPr id="105" name="Straight Connector 104">
              <a:extLst>
                <a:ext uri="{FF2B5EF4-FFF2-40B4-BE49-F238E27FC236}">
                  <a16:creationId xmlns="" xmlns:a16="http://schemas.microsoft.com/office/drawing/2014/main" id="{11F9B693-3039-7842-B826-C79453DC74BC}"/>
                </a:ext>
              </a:extLst>
            </p:cNvPr>
            <p:cNvCxnSpPr>
              <a:cxnSpLocks/>
            </p:cNvCxnSpPr>
            <p:nvPr/>
          </p:nvCxnSpPr>
          <p:spPr>
            <a:xfrm>
              <a:off x="3121019" y="2898014"/>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 xmlns:a16="http://schemas.microsoft.com/office/drawing/2014/main" id="{82E3D64B-7462-DF45-A72D-0EEE887E1FC6}"/>
                </a:ext>
              </a:extLst>
            </p:cNvPr>
            <p:cNvCxnSpPr>
              <a:cxnSpLocks/>
            </p:cNvCxnSpPr>
            <p:nvPr/>
          </p:nvCxnSpPr>
          <p:spPr>
            <a:xfrm>
              <a:off x="6614663" y="2870304"/>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233" name="Group 232">
              <a:extLst>
                <a:ext uri="{FF2B5EF4-FFF2-40B4-BE49-F238E27FC236}">
                  <a16:creationId xmlns="" xmlns:a16="http://schemas.microsoft.com/office/drawing/2014/main" id="{0D04F411-4AAF-BC49-BC7A-363692477E93}"/>
                </a:ext>
              </a:extLst>
            </p:cNvPr>
            <p:cNvGrpSpPr/>
            <p:nvPr/>
          </p:nvGrpSpPr>
          <p:grpSpPr>
            <a:xfrm>
              <a:off x="3110199" y="4881020"/>
              <a:ext cx="5250830" cy="481581"/>
              <a:chOff x="6737055" y="3471301"/>
              <a:chExt cx="5250830" cy="481581"/>
            </a:xfrm>
          </p:grpSpPr>
          <p:grpSp>
            <p:nvGrpSpPr>
              <p:cNvPr id="223" name="Group 222">
                <a:extLst>
                  <a:ext uri="{FF2B5EF4-FFF2-40B4-BE49-F238E27FC236}">
                    <a16:creationId xmlns="" xmlns:a16="http://schemas.microsoft.com/office/drawing/2014/main" id="{C5146927-C3B8-DF48-9CFC-4B18E58EBBED}"/>
                  </a:ext>
                </a:extLst>
              </p:cNvPr>
              <p:cNvGrpSpPr/>
              <p:nvPr/>
            </p:nvGrpSpPr>
            <p:grpSpPr>
              <a:xfrm>
                <a:off x="8324240" y="3583550"/>
                <a:ext cx="2044628" cy="369332"/>
                <a:chOff x="7504363" y="3155701"/>
                <a:chExt cx="2044628" cy="369332"/>
              </a:xfrm>
            </p:grpSpPr>
            <p:grpSp>
              <p:nvGrpSpPr>
                <p:cNvPr id="224" name="Group 223">
                  <a:extLst>
                    <a:ext uri="{FF2B5EF4-FFF2-40B4-BE49-F238E27FC236}">
                      <a16:creationId xmlns="" xmlns:a16="http://schemas.microsoft.com/office/drawing/2014/main" id="{36331F64-A8EF-C84E-B30D-A7547D452764}"/>
                    </a:ext>
                  </a:extLst>
                </p:cNvPr>
                <p:cNvGrpSpPr/>
                <p:nvPr/>
              </p:nvGrpSpPr>
              <p:grpSpPr>
                <a:xfrm>
                  <a:off x="7504363" y="3183676"/>
                  <a:ext cx="2003932" cy="306163"/>
                  <a:chOff x="1616358" y="2551230"/>
                  <a:chExt cx="2141698" cy="218510"/>
                </a:xfrm>
              </p:grpSpPr>
              <p:sp>
                <p:nvSpPr>
                  <p:cNvPr id="226" name="Rectangle 225">
                    <a:extLst>
                      <a:ext uri="{FF2B5EF4-FFF2-40B4-BE49-F238E27FC236}">
                        <a16:creationId xmlns="" xmlns:a16="http://schemas.microsoft.com/office/drawing/2014/main" id="{A58BC41B-0FE4-7548-8B41-7D58F1B562DA}"/>
                      </a:ext>
                    </a:extLst>
                  </p:cNvPr>
                  <p:cNvSpPr/>
                  <p:nvPr/>
                </p:nvSpPr>
                <p:spPr>
                  <a:xfrm>
                    <a:off x="1673508" y="2551230"/>
                    <a:ext cx="2027398"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7" name="Oval 226">
                    <a:extLst>
                      <a:ext uri="{FF2B5EF4-FFF2-40B4-BE49-F238E27FC236}">
                        <a16:creationId xmlns="" xmlns:a16="http://schemas.microsoft.com/office/drawing/2014/main" id="{02FB0512-C154-9E47-9EBA-D924E2099BE6}"/>
                      </a:ext>
                    </a:extLst>
                  </p:cNvPr>
                  <p:cNvSpPr/>
                  <p:nvPr/>
                </p:nvSpPr>
                <p:spPr>
                  <a:xfrm>
                    <a:off x="1616358" y="2551230"/>
                    <a:ext cx="114300" cy="218510"/>
                  </a:xfrm>
                  <a:prstGeom prst="ellipse">
                    <a:avLst/>
                  </a:prstGeom>
                  <a:solidFill>
                    <a:srgbClr val="7ACCF4"/>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8" name="Oval 227">
                    <a:extLst>
                      <a:ext uri="{FF2B5EF4-FFF2-40B4-BE49-F238E27FC236}">
                        <a16:creationId xmlns="" xmlns:a16="http://schemas.microsoft.com/office/drawing/2014/main" id="{C63F6E63-7445-F243-9368-2132BE86292D}"/>
                      </a:ext>
                    </a:extLst>
                  </p:cNvPr>
                  <p:cNvSpPr/>
                  <p:nvPr/>
                </p:nvSpPr>
                <p:spPr>
                  <a:xfrm>
                    <a:off x="3643756" y="2551230"/>
                    <a:ext cx="114300" cy="218510"/>
                  </a:xfrm>
                  <a:prstGeom prst="ellipse">
                    <a:avLst/>
                  </a:prstGeom>
                  <a:gradFill flip="none" rotWithShape="1">
                    <a:gsLst>
                      <a:gs pos="0">
                        <a:schemeClr val="accent5">
                          <a:lumMod val="75000"/>
                        </a:schemeClr>
                      </a:gs>
                      <a:gs pos="100000">
                        <a:schemeClr val="accent5">
                          <a:lumMod val="75000"/>
                        </a:schemeClr>
                      </a:gs>
                      <a:gs pos="50000">
                        <a:srgbClr val="7ACCF4"/>
                      </a:gs>
                    </a:gsLst>
                    <a:lin ang="16200000" scaled="0"/>
                    <a:tileRect/>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9" name="Rectangle 228">
                    <a:extLst>
                      <a:ext uri="{FF2B5EF4-FFF2-40B4-BE49-F238E27FC236}">
                        <a16:creationId xmlns="" xmlns:a16="http://schemas.microsoft.com/office/drawing/2014/main" id="{EE8FCEBF-7EAA-0647-A2EA-4FF2A92ADD8C}"/>
                      </a:ext>
                    </a:extLst>
                  </p:cNvPr>
                  <p:cNvSpPr/>
                  <p:nvPr/>
                </p:nvSpPr>
                <p:spPr>
                  <a:xfrm>
                    <a:off x="3491356" y="2551230"/>
                    <a:ext cx="209550"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25" name="TextBox 224">
                  <a:extLst>
                    <a:ext uri="{FF2B5EF4-FFF2-40B4-BE49-F238E27FC236}">
                      <a16:creationId xmlns="" xmlns:a16="http://schemas.microsoft.com/office/drawing/2014/main" id="{68623763-0736-1640-9198-34E20A0A0952}"/>
                    </a:ext>
                  </a:extLst>
                </p:cNvPr>
                <p:cNvSpPr txBox="1"/>
                <p:nvPr/>
              </p:nvSpPr>
              <p:spPr>
                <a:xfrm>
                  <a:off x="7626477" y="3155701"/>
                  <a:ext cx="192251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unreliable channel</a:t>
                  </a:r>
                </a:p>
              </p:txBody>
            </p:sp>
          </p:grpSp>
          <p:cxnSp>
            <p:nvCxnSpPr>
              <p:cNvPr id="230" name="Straight Connector 229">
                <a:extLst>
                  <a:ext uri="{FF2B5EF4-FFF2-40B4-BE49-F238E27FC236}">
                    <a16:creationId xmlns="" xmlns:a16="http://schemas.microsoft.com/office/drawing/2014/main" id="{DBEEB1A6-0E73-AB48-B495-F487B566C625}"/>
                  </a:ext>
                </a:extLst>
              </p:cNvPr>
              <p:cNvCxnSpPr>
                <a:cxnSpLocks/>
              </p:cNvCxnSpPr>
              <p:nvPr/>
            </p:nvCxnSpPr>
            <p:spPr>
              <a:xfrm>
                <a:off x="6737055" y="34713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 xmlns:a16="http://schemas.microsoft.com/office/drawing/2014/main" id="{B7BF7B94-FA7B-2246-B803-641BA21FAD78}"/>
                  </a:ext>
                </a:extLst>
              </p:cNvPr>
              <p:cNvCxnSpPr>
                <a:cxnSpLocks/>
              </p:cNvCxnSpPr>
              <p:nvPr/>
            </p:nvCxnSpPr>
            <p:spPr>
              <a:xfrm>
                <a:off x="10299974" y="34713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grpSp>
        <p:cxnSp>
          <p:nvCxnSpPr>
            <p:cNvPr id="237" name="Straight Arrow Connector 236">
              <a:extLst>
                <a:ext uri="{FF2B5EF4-FFF2-40B4-BE49-F238E27FC236}">
                  <a16:creationId xmlns="" xmlns:a16="http://schemas.microsoft.com/office/drawing/2014/main" id="{05D4C2CD-9395-C64F-91D1-D32BF3685F81}"/>
                </a:ext>
              </a:extLst>
            </p:cNvPr>
            <p:cNvCxnSpPr>
              <a:cxnSpLocks/>
            </p:cNvCxnSpPr>
            <p:nvPr/>
          </p:nvCxnSpPr>
          <p:spPr>
            <a:xfrm>
              <a:off x="4069352" y="2795325"/>
              <a:ext cx="0" cy="403537"/>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cxnSp>
          <p:nvCxnSpPr>
            <p:cNvPr id="240" name="Straight Arrow Connector 239">
              <a:extLst>
                <a:ext uri="{FF2B5EF4-FFF2-40B4-BE49-F238E27FC236}">
                  <a16:creationId xmlns="" xmlns:a16="http://schemas.microsoft.com/office/drawing/2014/main" id="{A7F37CC4-8A14-554D-96BA-B69174DD341C}"/>
                </a:ext>
              </a:extLst>
            </p:cNvPr>
            <p:cNvCxnSpPr>
              <a:cxnSpLocks/>
            </p:cNvCxnSpPr>
            <p:nvPr/>
          </p:nvCxnSpPr>
          <p:spPr>
            <a:xfrm flipV="1">
              <a:off x="7403443" y="2731748"/>
              <a:ext cx="0" cy="439404"/>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sp>
          <p:nvSpPr>
            <p:cNvPr id="243" name="TextBox 242">
              <a:extLst>
                <a:ext uri="{FF2B5EF4-FFF2-40B4-BE49-F238E27FC236}">
                  <a16:creationId xmlns="" xmlns:a16="http://schemas.microsoft.com/office/drawing/2014/main" id="{414248C8-665E-0640-BFD4-2689CB960EDD}"/>
                </a:ext>
              </a:extLst>
            </p:cNvPr>
            <p:cNvSpPr txBox="1"/>
            <p:nvPr/>
          </p:nvSpPr>
          <p:spPr>
            <a:xfrm>
              <a:off x="3042206" y="3300756"/>
              <a:ext cx="2001038" cy="1089529"/>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sender-side</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1" u="none" strike="noStrike" kern="1200" cap="none" spc="0" normalizeH="0" baseline="0" noProof="0" dirty="0">
                  <a:ln>
                    <a:noFill/>
                  </a:ln>
                  <a:solidFill>
                    <a:prstClr val="black"/>
                  </a:solidFill>
                  <a:effectLst/>
                  <a:uLnTx/>
                  <a:uFillTx/>
                  <a:latin typeface="Calibri" panose="020F0502020204030204"/>
                  <a:ea typeface="+mn-ea"/>
                  <a:cs typeface="+mn-cs"/>
                </a:rPr>
                <a:t>implementation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of </a:t>
              </a:r>
              <a:r>
                <a:rPr kumimoji="0" lang="en-US" sz="1800" b="0" i="0" u="none" strike="noStrike" kern="1200" cap="none" spc="0" normalizeH="0" baseline="0" noProof="0" dirty="0" err="1">
                  <a:ln>
                    <a:noFill/>
                  </a:ln>
                  <a:solidFill>
                    <a:prstClr val="black"/>
                  </a:solidFill>
                  <a:effectLst/>
                  <a:uLnTx/>
                  <a:uFillTx/>
                  <a:latin typeface="Courier" pitchFamily="2" charset="0"/>
                  <a:ea typeface="+mn-ea"/>
                  <a:cs typeface="+mn-cs"/>
                </a:rPr>
                <a:t>rdt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reliable data transfer protocol</a:t>
              </a:r>
            </a:p>
          </p:txBody>
        </p:sp>
        <p:sp>
          <p:nvSpPr>
            <p:cNvPr id="244" name="TextBox 243">
              <a:extLst>
                <a:ext uri="{FF2B5EF4-FFF2-40B4-BE49-F238E27FC236}">
                  <a16:creationId xmlns="" xmlns:a16="http://schemas.microsoft.com/office/drawing/2014/main" id="{026C4778-F96F-564F-92C4-81A147260836}"/>
                </a:ext>
              </a:extLst>
            </p:cNvPr>
            <p:cNvSpPr txBox="1"/>
            <p:nvPr/>
          </p:nvSpPr>
          <p:spPr>
            <a:xfrm>
              <a:off x="6413059" y="3328511"/>
              <a:ext cx="2001033" cy="1089529"/>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receiver-side</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1" u="none" strike="noStrike" kern="1200" cap="none" spc="0" normalizeH="0" baseline="0" noProof="0" dirty="0">
                  <a:ln>
                    <a:noFill/>
                  </a:ln>
                  <a:solidFill>
                    <a:prstClr val="black"/>
                  </a:solidFill>
                  <a:effectLst/>
                  <a:uLnTx/>
                  <a:uFillTx/>
                  <a:latin typeface="Calibri" panose="020F0502020204030204"/>
                  <a:ea typeface="+mn-ea"/>
                  <a:cs typeface="+mn-cs"/>
                </a:rPr>
                <a:t>implementation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of </a:t>
              </a:r>
              <a:r>
                <a:rPr kumimoji="0" lang="en-US" sz="1800" b="0" i="0" u="none" strike="noStrike" kern="1200" cap="none" spc="0" normalizeH="0" baseline="0" noProof="0" dirty="0" err="1">
                  <a:ln>
                    <a:noFill/>
                  </a:ln>
                  <a:solidFill>
                    <a:prstClr val="black"/>
                  </a:solidFill>
                  <a:effectLst/>
                  <a:uLnTx/>
                  <a:uFillTx/>
                  <a:latin typeface="Courier" pitchFamily="2" charset="0"/>
                  <a:ea typeface="+mn-ea"/>
                  <a:cs typeface="+mn-cs"/>
                </a:rPr>
                <a:t>rdt</a:t>
              </a:r>
              <a:r>
                <a:rPr kumimoji="0" lang="en-US" sz="1800" b="0" i="0" u="none" strike="noStrike" kern="1200" cap="none" spc="0" normalizeH="0" baseline="0" noProof="0" dirty="0">
                  <a:ln>
                    <a:noFill/>
                  </a:ln>
                  <a:solidFill>
                    <a:prstClr val="black"/>
                  </a:solidFill>
                  <a:effectLst/>
                  <a:uLnTx/>
                  <a:uFillTx/>
                  <a:latin typeface="Courier" pitchFamily="2" charset="0"/>
                  <a:ea typeface="+mn-ea"/>
                  <a:cs typeface="+mn-cs"/>
                </a:rPr>
                <a: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reliable data transfer protocol</a:t>
              </a:r>
            </a:p>
          </p:txBody>
        </p:sp>
        <p:grpSp>
          <p:nvGrpSpPr>
            <p:cNvPr id="250" name="Group 249">
              <a:extLst>
                <a:ext uri="{FF2B5EF4-FFF2-40B4-BE49-F238E27FC236}">
                  <a16:creationId xmlns="" xmlns:a16="http://schemas.microsoft.com/office/drawing/2014/main" id="{3A5444DE-2616-4949-A343-9AB06B194D91}"/>
                </a:ext>
              </a:extLst>
            </p:cNvPr>
            <p:cNvGrpSpPr/>
            <p:nvPr/>
          </p:nvGrpSpPr>
          <p:grpSpPr>
            <a:xfrm>
              <a:off x="4071724" y="4602963"/>
              <a:ext cx="632009" cy="632009"/>
              <a:chOff x="7408198" y="4955748"/>
              <a:chExt cx="632009" cy="632009"/>
            </a:xfrm>
          </p:grpSpPr>
          <p:cxnSp>
            <p:nvCxnSpPr>
              <p:cNvPr id="247" name="Straight Connector 246">
                <a:extLst>
                  <a:ext uri="{FF2B5EF4-FFF2-40B4-BE49-F238E27FC236}">
                    <a16:creationId xmlns="" xmlns:a16="http://schemas.microsoft.com/office/drawing/2014/main" id="{3C799D3A-CE2A-E048-B2D1-4A59AF4A4487}"/>
                  </a:ext>
                </a:extLst>
              </p:cNvPr>
              <p:cNvCxnSpPr>
                <a:cxnSpLocks/>
              </p:cNvCxnSpPr>
              <p:nvPr/>
            </p:nvCxnSpPr>
            <p:spPr>
              <a:xfrm>
                <a:off x="7417790" y="4955748"/>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 xmlns:a16="http://schemas.microsoft.com/office/drawing/2014/main" id="{594AB361-99B5-124A-BC74-926DDD1383FA}"/>
                  </a:ext>
                </a:extLst>
              </p:cNvPr>
              <p:cNvCxnSpPr>
                <a:cxnSpLocks/>
              </p:cNvCxnSpPr>
              <p:nvPr/>
            </p:nvCxnSpPr>
            <p:spPr>
              <a:xfrm rot="5400000">
                <a:off x="7724203" y="5247906"/>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grpSp>
        <p:grpSp>
          <p:nvGrpSpPr>
            <p:cNvPr id="251" name="Group 250">
              <a:extLst>
                <a:ext uri="{FF2B5EF4-FFF2-40B4-BE49-F238E27FC236}">
                  <a16:creationId xmlns="" xmlns:a16="http://schemas.microsoft.com/office/drawing/2014/main" id="{BA49793A-2EFA-244E-B721-948595E86530}"/>
                </a:ext>
              </a:extLst>
            </p:cNvPr>
            <p:cNvGrpSpPr/>
            <p:nvPr/>
          </p:nvGrpSpPr>
          <p:grpSpPr>
            <a:xfrm rot="16200000">
              <a:off x="6784894" y="4598122"/>
              <a:ext cx="632009" cy="632009"/>
              <a:chOff x="7408198" y="4948974"/>
              <a:chExt cx="632009" cy="632009"/>
            </a:xfrm>
          </p:grpSpPr>
          <p:cxnSp>
            <p:nvCxnSpPr>
              <p:cNvPr id="252" name="Straight Connector 251">
                <a:extLst>
                  <a:ext uri="{FF2B5EF4-FFF2-40B4-BE49-F238E27FC236}">
                    <a16:creationId xmlns="" xmlns:a16="http://schemas.microsoft.com/office/drawing/2014/main" id="{E0252BA6-E2F4-EA40-A719-21D09BB00749}"/>
                  </a:ext>
                </a:extLst>
              </p:cNvPr>
              <p:cNvCxnSpPr>
                <a:cxnSpLocks/>
              </p:cNvCxnSpPr>
              <p:nvPr/>
            </p:nvCxnSpPr>
            <p:spPr>
              <a:xfrm>
                <a:off x="7427960" y="4948974"/>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 xmlns:a16="http://schemas.microsoft.com/office/drawing/2014/main" id="{42B1015B-F6E9-1049-9672-7C7605BFFCB3}"/>
                  </a:ext>
                </a:extLst>
              </p:cNvPr>
              <p:cNvCxnSpPr>
                <a:cxnSpLocks/>
              </p:cNvCxnSpPr>
              <p:nvPr/>
            </p:nvCxnSpPr>
            <p:spPr>
              <a:xfrm rot="5400000">
                <a:off x="7724203" y="5247906"/>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grpSp>
        <p:sp>
          <p:nvSpPr>
            <p:cNvPr id="9" name="TextBox 8">
              <a:extLst>
                <a:ext uri="{FF2B5EF4-FFF2-40B4-BE49-F238E27FC236}">
                  <a16:creationId xmlns="" xmlns:a16="http://schemas.microsoft.com/office/drawing/2014/main" id="{C2F0730B-D0ED-F641-98C5-78E791D1F90B}"/>
                </a:ext>
              </a:extLst>
            </p:cNvPr>
            <p:cNvSpPr txBox="1"/>
            <p:nvPr/>
          </p:nvSpPr>
          <p:spPr>
            <a:xfrm>
              <a:off x="2293693" y="2546898"/>
              <a:ext cx="168791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err="1">
                  <a:ln>
                    <a:noFill/>
                  </a:ln>
                  <a:solidFill>
                    <a:prstClr val="black"/>
                  </a:solidFill>
                  <a:effectLst/>
                  <a:uLnTx/>
                  <a:uFillTx/>
                  <a:latin typeface="Courier" pitchFamily="2" charset="0"/>
                  <a:ea typeface="+mn-ea"/>
                  <a:cs typeface="+mn-cs"/>
                </a:rPr>
                <a:t>rdt_send</a:t>
              </a:r>
              <a:r>
                <a:rPr kumimoji="0" lang="en-US" sz="1600" b="0" i="0" u="none" strike="noStrike" kern="1200" cap="none" spc="0" normalizeH="0" baseline="0" noProof="0" dirty="0">
                  <a:ln>
                    <a:noFill/>
                  </a:ln>
                  <a:solidFill>
                    <a:prstClr val="black"/>
                  </a:solidFill>
                  <a:effectLst/>
                  <a:uLnTx/>
                  <a:uFillTx/>
                  <a:latin typeface="Courier" pitchFamily="2" charset="0"/>
                  <a:ea typeface="+mn-ea"/>
                  <a:cs typeface="+mn-cs"/>
                </a:rPr>
                <a:t>()</a:t>
              </a:r>
            </a:p>
          </p:txBody>
        </p:sp>
        <p:sp>
          <p:nvSpPr>
            <p:cNvPr id="160" name="TextBox 159">
              <a:extLst>
                <a:ext uri="{FF2B5EF4-FFF2-40B4-BE49-F238E27FC236}">
                  <a16:creationId xmlns="" xmlns:a16="http://schemas.microsoft.com/office/drawing/2014/main" id="{5F274F00-C43B-6D4C-8305-49C2887DFDB8}"/>
                </a:ext>
              </a:extLst>
            </p:cNvPr>
            <p:cNvSpPr txBox="1"/>
            <p:nvPr/>
          </p:nvSpPr>
          <p:spPr>
            <a:xfrm>
              <a:off x="2637055" y="4529903"/>
              <a:ext cx="168791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err="1">
                  <a:ln>
                    <a:noFill/>
                  </a:ln>
                  <a:solidFill>
                    <a:prstClr val="black"/>
                  </a:solidFill>
                  <a:effectLst/>
                  <a:uLnTx/>
                  <a:uFillTx/>
                  <a:latin typeface="Courier" pitchFamily="2" charset="0"/>
                  <a:ea typeface="+mn-ea"/>
                  <a:cs typeface="+mn-cs"/>
                </a:rPr>
                <a:t>udt_send</a:t>
              </a:r>
              <a:r>
                <a:rPr kumimoji="0" lang="en-US" sz="1600" b="0" i="0" u="none" strike="noStrike" kern="1200" cap="none" spc="0" normalizeH="0" baseline="0" noProof="0" dirty="0">
                  <a:ln>
                    <a:noFill/>
                  </a:ln>
                  <a:solidFill>
                    <a:prstClr val="black"/>
                  </a:solidFill>
                  <a:effectLst/>
                  <a:uLnTx/>
                  <a:uFillTx/>
                  <a:latin typeface="Courier" pitchFamily="2" charset="0"/>
                  <a:ea typeface="+mn-ea"/>
                  <a:cs typeface="+mn-cs"/>
                </a:rPr>
                <a:t>()</a:t>
              </a:r>
            </a:p>
          </p:txBody>
        </p:sp>
        <p:sp>
          <p:nvSpPr>
            <p:cNvPr id="161" name="TextBox 160">
              <a:extLst>
                <a:ext uri="{FF2B5EF4-FFF2-40B4-BE49-F238E27FC236}">
                  <a16:creationId xmlns="" xmlns:a16="http://schemas.microsoft.com/office/drawing/2014/main" id="{8360D8A8-FCEB-0748-86B2-6367F0490699}"/>
                </a:ext>
              </a:extLst>
            </p:cNvPr>
            <p:cNvSpPr txBox="1"/>
            <p:nvPr/>
          </p:nvSpPr>
          <p:spPr>
            <a:xfrm>
              <a:off x="7460091" y="4522693"/>
              <a:ext cx="168791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err="1">
                  <a:ln>
                    <a:noFill/>
                  </a:ln>
                  <a:solidFill>
                    <a:prstClr val="black"/>
                  </a:solidFill>
                  <a:effectLst/>
                  <a:uLnTx/>
                  <a:uFillTx/>
                  <a:latin typeface="Courier" pitchFamily="2" charset="0"/>
                  <a:ea typeface="+mn-ea"/>
                  <a:cs typeface="+mn-cs"/>
                </a:rPr>
                <a:t>rdt_rcv</a:t>
              </a:r>
              <a:r>
                <a:rPr kumimoji="0" lang="en-US" sz="1600" b="0" i="0" u="none" strike="noStrike" kern="1200" cap="none" spc="0" normalizeH="0" baseline="0" noProof="0" dirty="0">
                  <a:ln>
                    <a:noFill/>
                  </a:ln>
                  <a:solidFill>
                    <a:prstClr val="black"/>
                  </a:solidFill>
                  <a:effectLst/>
                  <a:uLnTx/>
                  <a:uFillTx/>
                  <a:latin typeface="Courier" pitchFamily="2" charset="0"/>
                  <a:ea typeface="+mn-ea"/>
                  <a:cs typeface="+mn-cs"/>
                </a:rPr>
                <a:t>()</a:t>
              </a:r>
            </a:p>
          </p:txBody>
        </p:sp>
        <p:sp>
          <p:nvSpPr>
            <p:cNvPr id="162" name="TextBox 161">
              <a:extLst>
                <a:ext uri="{FF2B5EF4-FFF2-40B4-BE49-F238E27FC236}">
                  <a16:creationId xmlns="" xmlns:a16="http://schemas.microsoft.com/office/drawing/2014/main" id="{D4C97A67-5BFF-1F4C-BB10-0037874E0FBC}"/>
                </a:ext>
              </a:extLst>
            </p:cNvPr>
            <p:cNvSpPr txBox="1"/>
            <p:nvPr/>
          </p:nvSpPr>
          <p:spPr>
            <a:xfrm>
              <a:off x="7446811" y="2872208"/>
              <a:ext cx="1935299"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err="1">
                  <a:ln>
                    <a:noFill/>
                  </a:ln>
                  <a:solidFill>
                    <a:prstClr val="black"/>
                  </a:solidFill>
                  <a:effectLst/>
                  <a:uLnTx/>
                  <a:uFillTx/>
                  <a:latin typeface="Courier" pitchFamily="2" charset="0"/>
                  <a:ea typeface="+mn-ea"/>
                  <a:cs typeface="+mn-cs"/>
                </a:rPr>
                <a:t>deliver_data</a:t>
              </a:r>
              <a:r>
                <a:rPr kumimoji="0" lang="en-US" sz="1600" b="0" i="0" u="none" strike="noStrike" kern="1200" cap="none" spc="0" normalizeH="0" baseline="0" noProof="0" dirty="0">
                  <a:ln>
                    <a:noFill/>
                  </a:ln>
                  <a:solidFill>
                    <a:prstClr val="black"/>
                  </a:solidFill>
                  <a:effectLst/>
                  <a:uLnTx/>
                  <a:uFillTx/>
                  <a:latin typeface="Courier" pitchFamily="2" charset="0"/>
                  <a:ea typeface="+mn-ea"/>
                  <a:cs typeface="+mn-cs"/>
                </a:rPr>
                <a:t>()</a:t>
              </a:r>
            </a:p>
          </p:txBody>
        </p:sp>
        <p:grpSp>
          <p:nvGrpSpPr>
            <p:cNvPr id="14" name="Group 13">
              <a:extLst>
                <a:ext uri="{FF2B5EF4-FFF2-40B4-BE49-F238E27FC236}">
                  <a16:creationId xmlns="" xmlns:a16="http://schemas.microsoft.com/office/drawing/2014/main" id="{F43034C5-12D0-B544-8624-5B957307D6C4}"/>
                </a:ext>
              </a:extLst>
            </p:cNvPr>
            <p:cNvGrpSpPr/>
            <p:nvPr/>
          </p:nvGrpSpPr>
          <p:grpSpPr>
            <a:xfrm>
              <a:off x="4198761" y="4538107"/>
              <a:ext cx="1129178" cy="338554"/>
              <a:chOff x="4492148" y="4699180"/>
              <a:chExt cx="1129178" cy="338554"/>
            </a:xfrm>
          </p:grpSpPr>
          <p:grpSp>
            <p:nvGrpSpPr>
              <p:cNvPr id="163" name="Group 162">
                <a:extLst>
                  <a:ext uri="{FF2B5EF4-FFF2-40B4-BE49-F238E27FC236}">
                    <a16:creationId xmlns="" xmlns:a16="http://schemas.microsoft.com/office/drawing/2014/main" id="{6EE61F86-BE11-7149-9359-71FBA7C666F1}"/>
                  </a:ext>
                </a:extLst>
              </p:cNvPr>
              <p:cNvGrpSpPr/>
              <p:nvPr/>
            </p:nvGrpSpPr>
            <p:grpSpPr>
              <a:xfrm>
                <a:off x="5044085" y="4699180"/>
                <a:ext cx="577241" cy="338554"/>
                <a:chOff x="9950444" y="999755"/>
                <a:chExt cx="577241" cy="338554"/>
              </a:xfrm>
            </p:grpSpPr>
            <p:sp>
              <p:nvSpPr>
                <p:cNvPr id="164" name="Rectangle 163">
                  <a:extLst>
                    <a:ext uri="{FF2B5EF4-FFF2-40B4-BE49-F238E27FC236}">
                      <a16:creationId xmlns="" xmlns:a16="http://schemas.microsoft.com/office/drawing/2014/main" id="{57D8AC92-EC61-6A41-96EB-9AC393F717F1}"/>
                    </a:ext>
                  </a:extLst>
                </p:cNvPr>
                <p:cNvSpPr/>
                <p:nvPr/>
              </p:nvSpPr>
              <p:spPr>
                <a:xfrm>
                  <a:off x="10010633" y="1066693"/>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5" name="TextBox 164">
                  <a:extLst>
                    <a:ext uri="{FF2B5EF4-FFF2-40B4-BE49-F238E27FC236}">
                      <a16:creationId xmlns="" xmlns:a16="http://schemas.microsoft.com/office/drawing/2014/main" id="{F1637E6F-EFC0-D84A-BD43-1DD363CF3717}"/>
                    </a:ext>
                  </a:extLst>
                </p:cNvPr>
                <p:cNvSpPr txBox="1"/>
                <p:nvPr/>
              </p:nvSpPr>
              <p:spPr>
                <a:xfrm>
                  <a:off x="9950444" y="999755"/>
                  <a:ext cx="57724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67" name="Group 166">
                <a:extLst>
                  <a:ext uri="{FF2B5EF4-FFF2-40B4-BE49-F238E27FC236}">
                    <a16:creationId xmlns="" xmlns:a16="http://schemas.microsoft.com/office/drawing/2014/main" id="{65EE0A01-2F8E-5749-87FB-D527A9FE564A}"/>
                  </a:ext>
                </a:extLst>
              </p:cNvPr>
              <p:cNvGrpSpPr/>
              <p:nvPr/>
            </p:nvGrpSpPr>
            <p:grpSpPr>
              <a:xfrm>
                <a:off x="4492148" y="4738794"/>
                <a:ext cx="684009" cy="276999"/>
                <a:chOff x="9965227" y="1039458"/>
                <a:chExt cx="684009" cy="276999"/>
              </a:xfrm>
            </p:grpSpPr>
            <p:sp>
              <p:nvSpPr>
                <p:cNvPr id="168" name="Rectangle 167">
                  <a:extLst>
                    <a:ext uri="{FF2B5EF4-FFF2-40B4-BE49-F238E27FC236}">
                      <a16:creationId xmlns="" xmlns:a16="http://schemas.microsoft.com/office/drawing/2014/main" id="{04B6CB81-4155-2746-910F-3F3A2CCC25D4}"/>
                    </a:ext>
                  </a:extLst>
                </p:cNvPr>
                <p:cNvSpPr/>
                <p:nvPr/>
              </p:nvSpPr>
              <p:spPr>
                <a:xfrm>
                  <a:off x="10010632" y="1066693"/>
                  <a:ext cx="561043"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9" name="TextBox 168">
                  <a:extLst>
                    <a:ext uri="{FF2B5EF4-FFF2-40B4-BE49-F238E27FC236}">
                      <a16:creationId xmlns="" xmlns:a16="http://schemas.microsoft.com/office/drawing/2014/main" id="{6539C471-3169-F34C-99B5-F3105A964D11}"/>
                    </a:ext>
                  </a:extLst>
                </p:cNvPr>
                <p:cNvSpPr txBox="1"/>
                <p:nvPr/>
              </p:nvSpPr>
              <p:spPr>
                <a:xfrm>
                  <a:off x="9965227" y="1039458"/>
                  <a:ext cx="684009"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Calibri" panose="020F0502020204030204"/>
                      <a:ea typeface="+mn-ea"/>
                      <a:cs typeface="+mn-cs"/>
                    </a:rPr>
                    <a:t>Header</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70" name="Group 169">
              <a:extLst>
                <a:ext uri="{FF2B5EF4-FFF2-40B4-BE49-F238E27FC236}">
                  <a16:creationId xmlns="" xmlns:a16="http://schemas.microsoft.com/office/drawing/2014/main" id="{B6FA9AE8-EBC5-0147-94F3-3E921D2CC449}"/>
                </a:ext>
              </a:extLst>
            </p:cNvPr>
            <p:cNvGrpSpPr/>
            <p:nvPr/>
          </p:nvGrpSpPr>
          <p:grpSpPr>
            <a:xfrm>
              <a:off x="6194588" y="4534824"/>
              <a:ext cx="1129178" cy="338554"/>
              <a:chOff x="4492148" y="4699180"/>
              <a:chExt cx="1129178" cy="338554"/>
            </a:xfrm>
          </p:grpSpPr>
          <p:grpSp>
            <p:nvGrpSpPr>
              <p:cNvPr id="171" name="Group 170">
                <a:extLst>
                  <a:ext uri="{FF2B5EF4-FFF2-40B4-BE49-F238E27FC236}">
                    <a16:creationId xmlns="" xmlns:a16="http://schemas.microsoft.com/office/drawing/2014/main" id="{914827A5-B36D-5447-BDA9-1E2D6F444CD2}"/>
                  </a:ext>
                </a:extLst>
              </p:cNvPr>
              <p:cNvGrpSpPr/>
              <p:nvPr/>
            </p:nvGrpSpPr>
            <p:grpSpPr>
              <a:xfrm>
                <a:off x="5044085" y="4699180"/>
                <a:ext cx="577241" cy="338554"/>
                <a:chOff x="9950444" y="999755"/>
                <a:chExt cx="577241" cy="338554"/>
              </a:xfrm>
            </p:grpSpPr>
            <p:sp>
              <p:nvSpPr>
                <p:cNvPr id="175" name="Rectangle 174">
                  <a:extLst>
                    <a:ext uri="{FF2B5EF4-FFF2-40B4-BE49-F238E27FC236}">
                      <a16:creationId xmlns="" xmlns:a16="http://schemas.microsoft.com/office/drawing/2014/main" id="{86365D49-EBCD-6849-85B0-2CEB5230224A}"/>
                    </a:ext>
                  </a:extLst>
                </p:cNvPr>
                <p:cNvSpPr/>
                <p:nvPr/>
              </p:nvSpPr>
              <p:spPr>
                <a:xfrm>
                  <a:off x="10010633" y="1066693"/>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6" name="TextBox 175">
                  <a:extLst>
                    <a:ext uri="{FF2B5EF4-FFF2-40B4-BE49-F238E27FC236}">
                      <a16:creationId xmlns="" xmlns:a16="http://schemas.microsoft.com/office/drawing/2014/main" id="{595BF0A2-D091-7845-BCE5-75F48AA8E23A}"/>
                    </a:ext>
                  </a:extLst>
                </p:cNvPr>
                <p:cNvSpPr txBox="1"/>
                <p:nvPr/>
              </p:nvSpPr>
              <p:spPr>
                <a:xfrm>
                  <a:off x="9950444" y="999755"/>
                  <a:ext cx="57724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72" name="Group 171">
                <a:extLst>
                  <a:ext uri="{FF2B5EF4-FFF2-40B4-BE49-F238E27FC236}">
                    <a16:creationId xmlns="" xmlns:a16="http://schemas.microsoft.com/office/drawing/2014/main" id="{67440755-0E4E-954E-AF41-146130A58AC5}"/>
                  </a:ext>
                </a:extLst>
              </p:cNvPr>
              <p:cNvGrpSpPr/>
              <p:nvPr/>
            </p:nvGrpSpPr>
            <p:grpSpPr>
              <a:xfrm>
                <a:off x="4492148" y="4738794"/>
                <a:ext cx="684009" cy="276999"/>
                <a:chOff x="9965227" y="1039458"/>
                <a:chExt cx="684009" cy="276999"/>
              </a:xfrm>
            </p:grpSpPr>
            <p:sp>
              <p:nvSpPr>
                <p:cNvPr id="173" name="Rectangle 172">
                  <a:extLst>
                    <a:ext uri="{FF2B5EF4-FFF2-40B4-BE49-F238E27FC236}">
                      <a16:creationId xmlns="" xmlns:a16="http://schemas.microsoft.com/office/drawing/2014/main" id="{570E072F-7451-6049-8AE4-47E446A3608F}"/>
                    </a:ext>
                  </a:extLst>
                </p:cNvPr>
                <p:cNvSpPr/>
                <p:nvPr/>
              </p:nvSpPr>
              <p:spPr>
                <a:xfrm>
                  <a:off x="10010632" y="1066693"/>
                  <a:ext cx="561043"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4" name="TextBox 173">
                  <a:extLst>
                    <a:ext uri="{FF2B5EF4-FFF2-40B4-BE49-F238E27FC236}">
                      <a16:creationId xmlns="" xmlns:a16="http://schemas.microsoft.com/office/drawing/2014/main" id="{FC86A8E8-F3DF-0C45-B9B7-56C26EB61CCB}"/>
                    </a:ext>
                  </a:extLst>
                </p:cNvPr>
                <p:cNvSpPr txBox="1"/>
                <p:nvPr/>
              </p:nvSpPr>
              <p:spPr>
                <a:xfrm>
                  <a:off x="9965227" y="1039458"/>
                  <a:ext cx="684009"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Calibri" panose="020F0502020204030204"/>
                      <a:ea typeface="+mn-ea"/>
                      <a:cs typeface="+mn-cs"/>
                    </a:rPr>
                    <a:t>Header</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grpSp>
        <p:nvGrpSpPr>
          <p:cNvPr id="197" name="Group 6">
            <a:extLst>
              <a:ext uri="{FF2B5EF4-FFF2-40B4-BE49-F238E27FC236}">
                <a16:creationId xmlns="" xmlns:a16="http://schemas.microsoft.com/office/drawing/2014/main" id="{71667032-3DE5-D641-AF89-31661341B629}"/>
              </a:ext>
            </a:extLst>
          </p:cNvPr>
          <p:cNvGrpSpPr>
            <a:grpSpLocks/>
          </p:cNvGrpSpPr>
          <p:nvPr/>
        </p:nvGrpSpPr>
        <p:grpSpPr bwMode="auto">
          <a:xfrm>
            <a:off x="352441" y="1450769"/>
            <a:ext cx="3206750" cy="1430338"/>
            <a:chOff x="240" y="920"/>
            <a:chExt cx="2020" cy="901"/>
          </a:xfrm>
        </p:grpSpPr>
        <p:sp>
          <p:nvSpPr>
            <p:cNvPr id="198" name="Text Box 7">
              <a:extLst>
                <a:ext uri="{FF2B5EF4-FFF2-40B4-BE49-F238E27FC236}">
                  <a16:creationId xmlns="" xmlns:a16="http://schemas.microsoft.com/office/drawing/2014/main" id="{B992066A-2018-C94C-AFAF-EE19612D0A94}"/>
                </a:ext>
              </a:extLst>
            </p:cNvPr>
            <p:cNvSpPr txBox="1">
              <a:spLocks noChangeArrowheads="1"/>
            </p:cNvSpPr>
            <p:nvPr/>
          </p:nvSpPr>
          <p:spPr bwMode="auto">
            <a:xfrm>
              <a:off x="318" y="920"/>
              <a:ext cx="1895" cy="5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C00000"/>
                  </a:solidFill>
                  <a:effectLst/>
                  <a:uLnTx/>
                  <a:uFillTx/>
                  <a:latin typeface="Calibri" panose="020F0502020204030204"/>
                  <a:ea typeface="ＭＳ Ｐゴシック" charset="0"/>
                  <a:cs typeface="+mn-cs"/>
                </a:rPr>
                <a:t>rdt_send</a:t>
              </a:r>
              <a:r>
                <a:rPr kumimoji="0" lang="en-US" sz="1800" b="1" i="0"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a:t>
              </a:r>
              <a:r>
                <a:rPr kumimoji="0" lang="en-US" sz="1800" b="0" i="0"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 </a:t>
              </a:r>
              <a:r>
                <a:rPr kumimoji="0" lang="en-US" sz="1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called from above, (e.g., by app.). Passed data to deliver to receiver upper layer</a:t>
              </a:r>
              <a:endPar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grpSp>
          <p:nvGrpSpPr>
            <p:cNvPr id="199" name="Group 8">
              <a:extLst>
                <a:ext uri="{FF2B5EF4-FFF2-40B4-BE49-F238E27FC236}">
                  <a16:creationId xmlns="" xmlns:a16="http://schemas.microsoft.com/office/drawing/2014/main" id="{9A43EE55-B459-A442-AF20-820C98C69C07}"/>
                </a:ext>
              </a:extLst>
            </p:cNvPr>
            <p:cNvGrpSpPr>
              <a:grpSpLocks/>
            </p:cNvGrpSpPr>
            <p:nvPr/>
          </p:nvGrpSpPr>
          <p:grpSpPr bwMode="auto">
            <a:xfrm>
              <a:off x="240" y="921"/>
              <a:ext cx="2020" cy="900"/>
              <a:chOff x="240" y="933"/>
              <a:chExt cx="2020" cy="900"/>
            </a:xfrm>
          </p:grpSpPr>
          <p:sp>
            <p:nvSpPr>
              <p:cNvPr id="200" name="Line 9">
                <a:extLst>
                  <a:ext uri="{FF2B5EF4-FFF2-40B4-BE49-F238E27FC236}">
                    <a16:creationId xmlns="" xmlns:a16="http://schemas.microsoft.com/office/drawing/2014/main" id="{D59558C8-6B42-C945-B92F-70A2CBF157D5}"/>
                  </a:ext>
                </a:extLst>
              </p:cNvPr>
              <p:cNvSpPr>
                <a:spLocks noChangeShapeType="1"/>
              </p:cNvSpPr>
              <p:nvPr/>
            </p:nvSpPr>
            <p:spPr bwMode="auto">
              <a:xfrm>
                <a:off x="1787" y="1509"/>
                <a:ext cx="174" cy="324"/>
              </a:xfrm>
              <a:prstGeom prst="line">
                <a:avLst/>
              </a:prstGeom>
              <a:noFill/>
              <a:ln w="19050">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201" name="Rectangle 10">
                <a:extLst>
                  <a:ext uri="{FF2B5EF4-FFF2-40B4-BE49-F238E27FC236}">
                    <a16:creationId xmlns="" xmlns:a16="http://schemas.microsoft.com/office/drawing/2014/main" id="{686FEA1A-00FC-FD44-B59F-41229CD93A2C}"/>
                  </a:ext>
                </a:extLst>
              </p:cNvPr>
              <p:cNvSpPr>
                <a:spLocks noChangeArrowheads="1"/>
              </p:cNvSpPr>
              <p:nvPr/>
            </p:nvSpPr>
            <p:spPr bwMode="auto">
              <a:xfrm>
                <a:off x="240" y="933"/>
                <a:ext cx="2020" cy="558"/>
              </a:xfrm>
              <a:prstGeom prst="rect">
                <a:avLst/>
              </a:prstGeom>
              <a:noFill/>
              <a:ln w="19050">
                <a:solidFill>
                  <a:srgbClr val="C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grpSp>
      <p:grpSp>
        <p:nvGrpSpPr>
          <p:cNvPr id="202" name="Group 11">
            <a:extLst>
              <a:ext uri="{FF2B5EF4-FFF2-40B4-BE49-F238E27FC236}">
                <a16:creationId xmlns="" xmlns:a16="http://schemas.microsoft.com/office/drawing/2014/main" id="{D5975D2B-C7D8-5443-B05C-D424C6687958}"/>
              </a:ext>
            </a:extLst>
          </p:cNvPr>
          <p:cNvGrpSpPr>
            <a:grpSpLocks/>
          </p:cNvGrpSpPr>
          <p:nvPr/>
        </p:nvGrpSpPr>
        <p:grpSpPr bwMode="auto">
          <a:xfrm>
            <a:off x="665618" y="5097921"/>
            <a:ext cx="3074988" cy="1393825"/>
            <a:chOff x="218" y="3055"/>
            <a:chExt cx="1937" cy="878"/>
          </a:xfrm>
        </p:grpSpPr>
        <p:sp>
          <p:nvSpPr>
            <p:cNvPr id="203" name="Text Box 12">
              <a:extLst>
                <a:ext uri="{FF2B5EF4-FFF2-40B4-BE49-F238E27FC236}">
                  <a16:creationId xmlns="" xmlns:a16="http://schemas.microsoft.com/office/drawing/2014/main" id="{3112DCC3-CE7F-0946-98BD-677D47E5D9EC}"/>
                </a:ext>
              </a:extLst>
            </p:cNvPr>
            <p:cNvSpPr txBox="1">
              <a:spLocks noChangeArrowheads="1"/>
            </p:cNvSpPr>
            <p:nvPr/>
          </p:nvSpPr>
          <p:spPr bwMode="auto">
            <a:xfrm>
              <a:off x="233" y="3356"/>
              <a:ext cx="1878" cy="5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C00000"/>
                  </a:solidFill>
                  <a:effectLst/>
                  <a:uLnTx/>
                  <a:uFillTx/>
                  <a:latin typeface="Calibri" panose="020F0502020204030204"/>
                  <a:ea typeface="ＭＳ Ｐゴシック" charset="0"/>
                  <a:cs typeface="+mn-cs"/>
                </a:rPr>
                <a:t>udt_send</a:t>
              </a:r>
              <a:r>
                <a:rPr kumimoji="0" lang="en-US" sz="1800" b="1" i="0"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a:t>
              </a:r>
              <a:r>
                <a:rPr kumimoji="0" lang="en-US" sz="1800" b="0" i="0"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 </a:t>
              </a:r>
              <a:r>
                <a:rPr kumimoji="0" lang="en-US" sz="1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called by </a:t>
              </a:r>
              <a:r>
                <a:rPr kumimoji="0" lang="en-US" sz="1800" b="0" i="0" u="none" strike="noStrike" kern="1200" cap="none" spc="0" normalizeH="0" baseline="0" noProof="0" dirty="0" err="1">
                  <a:ln>
                    <a:noFill/>
                  </a:ln>
                  <a:solidFill>
                    <a:prstClr val="black"/>
                  </a:solidFill>
                  <a:effectLst/>
                  <a:uLnTx/>
                  <a:uFillTx/>
                  <a:latin typeface="Courier" pitchFamily="2" charset="0"/>
                  <a:ea typeface="ＭＳ Ｐゴシック" charset="0"/>
                  <a:cs typeface="+mn-cs"/>
                </a:rPr>
                <a:t>rdt</a:t>
              </a:r>
              <a:endParaRPr kumimoji="0" lang="en-US" sz="1800" b="0" i="0" u="none" strike="noStrike" kern="1200" cap="none" spc="0" normalizeH="0" baseline="0" noProof="0" dirty="0">
                <a:ln>
                  <a:noFill/>
                </a:ln>
                <a:solidFill>
                  <a:prstClr val="black"/>
                </a:solidFill>
                <a:effectLst/>
                <a:uLnTx/>
                <a:uFillTx/>
                <a:latin typeface="Courier" pitchFamily="2" charset="0"/>
                <a:ea typeface="ＭＳ Ｐゴシック"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to transfer packet over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unreliable channel to receiver</a:t>
              </a:r>
              <a:endPar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grpSp>
          <p:nvGrpSpPr>
            <p:cNvPr id="204" name="Group 13">
              <a:extLst>
                <a:ext uri="{FF2B5EF4-FFF2-40B4-BE49-F238E27FC236}">
                  <a16:creationId xmlns="" xmlns:a16="http://schemas.microsoft.com/office/drawing/2014/main" id="{B6C30B44-1E4C-5642-B786-3E6EA26B0E37}"/>
                </a:ext>
              </a:extLst>
            </p:cNvPr>
            <p:cNvGrpSpPr>
              <a:grpSpLocks/>
            </p:cNvGrpSpPr>
            <p:nvPr/>
          </p:nvGrpSpPr>
          <p:grpSpPr bwMode="auto">
            <a:xfrm>
              <a:off x="218" y="3055"/>
              <a:ext cx="1937" cy="867"/>
              <a:chOff x="218" y="3055"/>
              <a:chExt cx="1937" cy="867"/>
            </a:xfrm>
          </p:grpSpPr>
          <p:sp>
            <p:nvSpPr>
              <p:cNvPr id="205" name="Line 14">
                <a:extLst>
                  <a:ext uri="{FF2B5EF4-FFF2-40B4-BE49-F238E27FC236}">
                    <a16:creationId xmlns="" xmlns:a16="http://schemas.microsoft.com/office/drawing/2014/main" id="{E0160BA3-7E99-FF4F-B251-3A57C4067339}"/>
                  </a:ext>
                </a:extLst>
              </p:cNvPr>
              <p:cNvSpPr>
                <a:spLocks noChangeShapeType="1"/>
              </p:cNvSpPr>
              <p:nvPr/>
            </p:nvSpPr>
            <p:spPr bwMode="auto">
              <a:xfrm flipV="1">
                <a:off x="1433" y="3055"/>
                <a:ext cx="359" cy="303"/>
              </a:xfrm>
              <a:prstGeom prst="line">
                <a:avLst/>
              </a:prstGeom>
              <a:noFill/>
              <a:ln w="19050">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206" name="Rectangle 15">
                <a:extLst>
                  <a:ext uri="{FF2B5EF4-FFF2-40B4-BE49-F238E27FC236}">
                    <a16:creationId xmlns="" xmlns:a16="http://schemas.microsoft.com/office/drawing/2014/main" id="{9DF0B33E-9F7D-6D42-BB3E-B10B8F37A046}"/>
                  </a:ext>
                </a:extLst>
              </p:cNvPr>
              <p:cNvSpPr>
                <a:spLocks noChangeArrowheads="1"/>
              </p:cNvSpPr>
              <p:nvPr/>
            </p:nvSpPr>
            <p:spPr bwMode="auto">
              <a:xfrm>
                <a:off x="218" y="3364"/>
                <a:ext cx="1937" cy="558"/>
              </a:xfrm>
              <a:prstGeom prst="rect">
                <a:avLst/>
              </a:prstGeom>
              <a:noFill/>
              <a:ln w="19050">
                <a:solidFill>
                  <a:srgbClr val="C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grpSp>
      <p:grpSp>
        <p:nvGrpSpPr>
          <p:cNvPr id="207" name="Group 16">
            <a:extLst>
              <a:ext uri="{FF2B5EF4-FFF2-40B4-BE49-F238E27FC236}">
                <a16:creationId xmlns="" xmlns:a16="http://schemas.microsoft.com/office/drawing/2014/main" id="{17BBEB73-4D20-4E49-B116-621BC3CAA3C6}"/>
              </a:ext>
            </a:extLst>
          </p:cNvPr>
          <p:cNvGrpSpPr>
            <a:grpSpLocks/>
          </p:cNvGrpSpPr>
          <p:nvPr/>
        </p:nvGrpSpPr>
        <p:grpSpPr bwMode="auto">
          <a:xfrm>
            <a:off x="8446406" y="5042355"/>
            <a:ext cx="3122613" cy="1520825"/>
            <a:chOff x="3071" y="2986"/>
            <a:chExt cx="1967" cy="958"/>
          </a:xfrm>
        </p:grpSpPr>
        <p:sp>
          <p:nvSpPr>
            <p:cNvPr id="208" name="Text Box 17">
              <a:extLst>
                <a:ext uri="{FF2B5EF4-FFF2-40B4-BE49-F238E27FC236}">
                  <a16:creationId xmlns="" xmlns:a16="http://schemas.microsoft.com/office/drawing/2014/main" id="{13F46785-7C2F-3743-9685-4279D33DE680}"/>
                </a:ext>
              </a:extLst>
            </p:cNvPr>
            <p:cNvSpPr txBox="1">
              <a:spLocks noChangeArrowheads="1"/>
            </p:cNvSpPr>
            <p:nvPr/>
          </p:nvSpPr>
          <p:spPr bwMode="auto">
            <a:xfrm>
              <a:off x="3101" y="3362"/>
              <a:ext cx="1937" cy="5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C00000"/>
                  </a:solidFill>
                  <a:effectLst/>
                  <a:uLnTx/>
                  <a:uFillTx/>
                  <a:latin typeface="Calibri" panose="020F0502020204030204"/>
                  <a:ea typeface="ＭＳ Ｐゴシック" charset="0"/>
                  <a:cs typeface="+mn-cs"/>
                </a:rPr>
                <a:t>rdt_rcv</a:t>
              </a:r>
              <a:r>
                <a:rPr kumimoji="0" lang="en-US" sz="1800" b="1" i="0"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a:t>
              </a:r>
              <a:r>
                <a:rPr kumimoji="0" lang="en-US" sz="1800" b="0" i="0"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 </a:t>
              </a:r>
              <a:r>
                <a:rPr kumimoji="0" lang="en-US" sz="1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called when packet arrives on receiver side of channel</a:t>
              </a:r>
              <a:endPar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grpSp>
          <p:nvGrpSpPr>
            <p:cNvPr id="209" name="Group 18">
              <a:extLst>
                <a:ext uri="{FF2B5EF4-FFF2-40B4-BE49-F238E27FC236}">
                  <a16:creationId xmlns="" xmlns:a16="http://schemas.microsoft.com/office/drawing/2014/main" id="{6F4A03FB-C196-4245-A236-BAE0357475F2}"/>
                </a:ext>
              </a:extLst>
            </p:cNvPr>
            <p:cNvGrpSpPr>
              <a:grpSpLocks/>
            </p:cNvGrpSpPr>
            <p:nvPr/>
          </p:nvGrpSpPr>
          <p:grpSpPr bwMode="auto">
            <a:xfrm>
              <a:off x="3071" y="2986"/>
              <a:ext cx="1937" cy="943"/>
              <a:chOff x="3071" y="2986"/>
              <a:chExt cx="1937" cy="943"/>
            </a:xfrm>
          </p:grpSpPr>
          <p:sp>
            <p:nvSpPr>
              <p:cNvPr id="210" name="Line 19">
                <a:extLst>
                  <a:ext uri="{FF2B5EF4-FFF2-40B4-BE49-F238E27FC236}">
                    <a16:creationId xmlns="" xmlns:a16="http://schemas.microsoft.com/office/drawing/2014/main" id="{DFAB6866-5B35-6E41-8F29-0263EC44C604}"/>
                  </a:ext>
                </a:extLst>
              </p:cNvPr>
              <p:cNvSpPr>
                <a:spLocks noChangeShapeType="1"/>
              </p:cNvSpPr>
              <p:nvPr/>
            </p:nvSpPr>
            <p:spPr bwMode="auto">
              <a:xfrm flipH="1" flipV="1">
                <a:off x="3312" y="2986"/>
                <a:ext cx="398" cy="371"/>
              </a:xfrm>
              <a:prstGeom prst="line">
                <a:avLst/>
              </a:prstGeom>
              <a:noFill/>
              <a:ln w="19050">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211" name="Rectangle 20">
                <a:extLst>
                  <a:ext uri="{FF2B5EF4-FFF2-40B4-BE49-F238E27FC236}">
                    <a16:creationId xmlns="" xmlns:a16="http://schemas.microsoft.com/office/drawing/2014/main" id="{144EF218-DC19-974D-9D41-3796E5959FAA}"/>
                  </a:ext>
                </a:extLst>
              </p:cNvPr>
              <p:cNvSpPr>
                <a:spLocks noChangeArrowheads="1"/>
              </p:cNvSpPr>
              <p:nvPr/>
            </p:nvSpPr>
            <p:spPr bwMode="auto">
              <a:xfrm>
                <a:off x="3071" y="3348"/>
                <a:ext cx="1937" cy="581"/>
              </a:xfrm>
              <a:prstGeom prst="rect">
                <a:avLst/>
              </a:prstGeom>
              <a:noFill/>
              <a:ln w="19050">
                <a:solidFill>
                  <a:srgbClr val="C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grpSp>
      <p:grpSp>
        <p:nvGrpSpPr>
          <p:cNvPr id="212" name="Group 21">
            <a:extLst>
              <a:ext uri="{FF2B5EF4-FFF2-40B4-BE49-F238E27FC236}">
                <a16:creationId xmlns="" xmlns:a16="http://schemas.microsoft.com/office/drawing/2014/main" id="{42650407-45AA-3C47-B59D-AAD89CBCEE9E}"/>
              </a:ext>
            </a:extLst>
          </p:cNvPr>
          <p:cNvGrpSpPr>
            <a:grpSpLocks/>
          </p:cNvGrpSpPr>
          <p:nvPr/>
        </p:nvGrpSpPr>
        <p:grpSpPr bwMode="auto">
          <a:xfrm>
            <a:off x="8824801" y="1555220"/>
            <a:ext cx="3063876" cy="1571625"/>
            <a:chOff x="3138" y="936"/>
            <a:chExt cx="1930" cy="990"/>
          </a:xfrm>
        </p:grpSpPr>
        <p:sp>
          <p:nvSpPr>
            <p:cNvPr id="213" name="Text Box 22">
              <a:extLst>
                <a:ext uri="{FF2B5EF4-FFF2-40B4-BE49-F238E27FC236}">
                  <a16:creationId xmlns="" xmlns:a16="http://schemas.microsoft.com/office/drawing/2014/main" id="{A91EF9B4-2F2C-834D-A9F0-AF5FF0012C06}"/>
                </a:ext>
              </a:extLst>
            </p:cNvPr>
            <p:cNvSpPr txBox="1">
              <a:spLocks noChangeArrowheads="1"/>
            </p:cNvSpPr>
            <p:nvPr/>
          </p:nvSpPr>
          <p:spPr bwMode="auto">
            <a:xfrm>
              <a:off x="3168" y="936"/>
              <a:ext cx="1900" cy="4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C00000"/>
                  </a:solidFill>
                  <a:effectLst/>
                  <a:uLnTx/>
                  <a:uFillTx/>
                  <a:latin typeface="Calibri" panose="020F0502020204030204"/>
                  <a:ea typeface="ＭＳ Ｐゴシック" charset="0"/>
                  <a:cs typeface="+mn-cs"/>
                </a:rPr>
                <a:t>deliver_data</a:t>
              </a:r>
              <a:r>
                <a:rPr kumimoji="0" lang="en-US" sz="1800" b="1" i="0"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a:t>
              </a:r>
              <a:r>
                <a:rPr kumimoji="0" lang="en-US" sz="1800" b="0" i="0"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 </a:t>
              </a:r>
              <a:r>
                <a:rPr kumimoji="0" lang="en-US" sz="1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called by </a:t>
              </a:r>
              <a:r>
                <a:rPr kumimoji="0" lang="en-US" sz="1800" b="0" i="0" u="none" strike="noStrike" kern="1200" cap="none" spc="0" normalizeH="0" baseline="0" noProof="0" dirty="0" err="1">
                  <a:ln>
                    <a:noFill/>
                  </a:ln>
                  <a:solidFill>
                    <a:prstClr val="black"/>
                  </a:solidFill>
                  <a:effectLst/>
                  <a:uLnTx/>
                  <a:uFillTx/>
                  <a:latin typeface="Courier" pitchFamily="2" charset="0"/>
                  <a:ea typeface="ＭＳ Ｐゴシック" charset="0"/>
                  <a:cs typeface="+mn-cs"/>
                </a:rPr>
                <a:t>rdt</a:t>
              </a:r>
              <a:r>
                <a:rPr kumimoji="0" lang="en-US" sz="1800" b="0" i="0" u="none" strike="noStrike" kern="1200" cap="none" spc="0" normalizeH="0" baseline="0" noProof="0" dirty="0">
                  <a:ln>
                    <a:noFill/>
                  </a:ln>
                  <a:solidFill>
                    <a:prstClr val="black"/>
                  </a:solidFill>
                  <a:effectLst/>
                  <a:uLnTx/>
                  <a:uFillTx/>
                  <a:latin typeface="Courier" pitchFamily="2" charset="0"/>
                  <a:ea typeface="ＭＳ Ｐゴシック" charset="0"/>
                  <a:cs typeface="+mn-cs"/>
                </a:rPr>
                <a:t> </a:t>
              </a:r>
              <a:r>
                <a:rPr kumimoji="0" lang="en-US" sz="1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to deliver data to upper layer</a:t>
              </a:r>
            </a:p>
          </p:txBody>
        </p:sp>
        <p:grpSp>
          <p:nvGrpSpPr>
            <p:cNvPr id="214" name="Group 23">
              <a:extLst>
                <a:ext uri="{FF2B5EF4-FFF2-40B4-BE49-F238E27FC236}">
                  <a16:creationId xmlns="" xmlns:a16="http://schemas.microsoft.com/office/drawing/2014/main" id="{2D175EAB-99E5-D446-9FA5-DA6520AC99E3}"/>
                </a:ext>
              </a:extLst>
            </p:cNvPr>
            <p:cNvGrpSpPr>
              <a:grpSpLocks/>
            </p:cNvGrpSpPr>
            <p:nvPr/>
          </p:nvGrpSpPr>
          <p:grpSpPr bwMode="auto">
            <a:xfrm>
              <a:off x="3138" y="942"/>
              <a:ext cx="1899" cy="984"/>
              <a:chOff x="3138" y="942"/>
              <a:chExt cx="1899" cy="984"/>
            </a:xfrm>
          </p:grpSpPr>
          <p:sp>
            <p:nvSpPr>
              <p:cNvPr id="215" name="Line 24">
                <a:extLst>
                  <a:ext uri="{FF2B5EF4-FFF2-40B4-BE49-F238E27FC236}">
                    <a16:creationId xmlns="" xmlns:a16="http://schemas.microsoft.com/office/drawing/2014/main" id="{B4F4A625-25A9-7C49-A577-9E5369A60459}"/>
                  </a:ext>
                </a:extLst>
              </p:cNvPr>
              <p:cNvSpPr>
                <a:spLocks noChangeShapeType="1"/>
              </p:cNvSpPr>
              <p:nvPr/>
            </p:nvSpPr>
            <p:spPr bwMode="auto">
              <a:xfrm flipH="1">
                <a:off x="3328" y="1334"/>
                <a:ext cx="325" cy="592"/>
              </a:xfrm>
              <a:prstGeom prst="line">
                <a:avLst/>
              </a:prstGeom>
              <a:noFill/>
              <a:ln w="19050">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216" name="Rectangle 25">
                <a:extLst>
                  <a:ext uri="{FF2B5EF4-FFF2-40B4-BE49-F238E27FC236}">
                    <a16:creationId xmlns="" xmlns:a16="http://schemas.microsoft.com/office/drawing/2014/main" id="{EB9BAEEC-FC22-9041-B4A4-025004EA540A}"/>
                  </a:ext>
                </a:extLst>
              </p:cNvPr>
              <p:cNvSpPr>
                <a:spLocks noChangeArrowheads="1"/>
              </p:cNvSpPr>
              <p:nvPr/>
            </p:nvSpPr>
            <p:spPr bwMode="auto">
              <a:xfrm>
                <a:off x="3138" y="942"/>
                <a:ext cx="1899" cy="396"/>
              </a:xfrm>
              <a:prstGeom prst="rect">
                <a:avLst/>
              </a:prstGeom>
              <a:noFill/>
              <a:ln w="19050">
                <a:solidFill>
                  <a:srgbClr val="C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grpSp>
      <p:grpSp>
        <p:nvGrpSpPr>
          <p:cNvPr id="217" name="Group 216">
            <a:extLst>
              <a:ext uri="{FF2B5EF4-FFF2-40B4-BE49-F238E27FC236}">
                <a16:creationId xmlns="" xmlns:a16="http://schemas.microsoft.com/office/drawing/2014/main" id="{6F41A62F-3DD7-6346-9896-7AA8D52AFD01}"/>
              </a:ext>
            </a:extLst>
          </p:cNvPr>
          <p:cNvGrpSpPr/>
          <p:nvPr/>
        </p:nvGrpSpPr>
        <p:grpSpPr>
          <a:xfrm>
            <a:off x="4390890" y="5513755"/>
            <a:ext cx="3819165" cy="1064365"/>
            <a:chOff x="2631911" y="5334147"/>
            <a:chExt cx="3819165" cy="1064365"/>
          </a:xfrm>
        </p:grpSpPr>
        <p:sp>
          <p:nvSpPr>
            <p:cNvPr id="218" name="TextBox 217">
              <a:extLst>
                <a:ext uri="{FF2B5EF4-FFF2-40B4-BE49-F238E27FC236}">
                  <a16:creationId xmlns="" xmlns:a16="http://schemas.microsoft.com/office/drawing/2014/main" id="{81FE2BAE-2017-AB42-AD7C-774573E3F768}"/>
                </a:ext>
              </a:extLst>
            </p:cNvPr>
            <p:cNvSpPr txBox="1"/>
            <p:nvPr/>
          </p:nvSpPr>
          <p:spPr>
            <a:xfrm>
              <a:off x="2631911" y="5807581"/>
              <a:ext cx="3819165" cy="590931"/>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Bi-directional communication over unreliable channel</a:t>
              </a:r>
            </a:p>
          </p:txBody>
        </p:sp>
        <p:cxnSp>
          <p:nvCxnSpPr>
            <p:cNvPr id="219" name="Straight Connector 218">
              <a:extLst>
                <a:ext uri="{FF2B5EF4-FFF2-40B4-BE49-F238E27FC236}">
                  <a16:creationId xmlns="" xmlns:a16="http://schemas.microsoft.com/office/drawing/2014/main" id="{69CFE212-FAA9-9642-8915-72A4331BBDCC}"/>
                </a:ext>
              </a:extLst>
            </p:cNvPr>
            <p:cNvCxnSpPr>
              <a:cxnSpLocks/>
            </p:cNvCxnSpPr>
            <p:nvPr/>
          </p:nvCxnSpPr>
          <p:spPr>
            <a:xfrm>
              <a:off x="2905750" y="5334147"/>
              <a:ext cx="1431271" cy="47343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 xmlns:a16="http://schemas.microsoft.com/office/drawing/2014/main" id="{6648DDD5-23AA-D944-BD74-7186BAB3A91E}"/>
                </a:ext>
              </a:extLst>
            </p:cNvPr>
            <p:cNvCxnSpPr>
              <a:cxnSpLocks/>
            </p:cNvCxnSpPr>
            <p:nvPr/>
          </p:nvCxnSpPr>
          <p:spPr>
            <a:xfrm flipH="1">
              <a:off x="4339308" y="5338301"/>
              <a:ext cx="1358761" cy="46928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21" name="Group 220">
            <a:extLst>
              <a:ext uri="{FF2B5EF4-FFF2-40B4-BE49-F238E27FC236}">
                <a16:creationId xmlns="" xmlns:a16="http://schemas.microsoft.com/office/drawing/2014/main" id="{24DA57A5-E7F2-7A4B-9805-D1B62272D517}"/>
              </a:ext>
            </a:extLst>
          </p:cNvPr>
          <p:cNvGrpSpPr/>
          <p:nvPr/>
        </p:nvGrpSpPr>
        <p:grpSpPr>
          <a:xfrm>
            <a:off x="4175224" y="3049446"/>
            <a:ext cx="3819165" cy="734333"/>
            <a:chOff x="2418275" y="5378074"/>
            <a:chExt cx="3819165" cy="734333"/>
          </a:xfrm>
        </p:grpSpPr>
        <p:sp>
          <p:nvSpPr>
            <p:cNvPr id="222" name="TextBox 221">
              <a:extLst>
                <a:ext uri="{FF2B5EF4-FFF2-40B4-BE49-F238E27FC236}">
                  <a16:creationId xmlns="" xmlns:a16="http://schemas.microsoft.com/office/drawing/2014/main" id="{AA641F40-AD8C-4445-92AF-C75760D41DB5}"/>
                </a:ext>
              </a:extLst>
            </p:cNvPr>
            <p:cNvSpPr txBox="1"/>
            <p:nvPr/>
          </p:nvSpPr>
          <p:spPr>
            <a:xfrm>
              <a:off x="2418275" y="5770775"/>
              <a:ext cx="3819165" cy="341632"/>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data</a:t>
              </a:r>
            </a:p>
          </p:txBody>
        </p:sp>
        <p:cxnSp>
          <p:nvCxnSpPr>
            <p:cNvPr id="231" name="Straight Connector 230">
              <a:extLst>
                <a:ext uri="{FF2B5EF4-FFF2-40B4-BE49-F238E27FC236}">
                  <a16:creationId xmlns="" xmlns:a16="http://schemas.microsoft.com/office/drawing/2014/main" id="{5EC91614-D442-594E-977D-A7CD27559B86}"/>
                </a:ext>
              </a:extLst>
            </p:cNvPr>
            <p:cNvCxnSpPr>
              <a:cxnSpLocks/>
              <a:stCxn id="156" idx="2"/>
            </p:cNvCxnSpPr>
            <p:nvPr/>
          </p:nvCxnSpPr>
          <p:spPr>
            <a:xfrm>
              <a:off x="2882260" y="5405784"/>
              <a:ext cx="1454761" cy="40179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6" name="Straight Connector 235">
              <a:extLst>
                <a:ext uri="{FF2B5EF4-FFF2-40B4-BE49-F238E27FC236}">
                  <a16:creationId xmlns="" xmlns:a16="http://schemas.microsoft.com/office/drawing/2014/main" id="{F28C5F11-037B-3141-81EB-95B8DB592151}"/>
                </a:ext>
              </a:extLst>
            </p:cNvPr>
            <p:cNvCxnSpPr>
              <a:cxnSpLocks/>
              <a:stCxn id="150" idx="2"/>
            </p:cNvCxnSpPr>
            <p:nvPr/>
          </p:nvCxnSpPr>
          <p:spPr>
            <a:xfrm flipH="1">
              <a:off x="4339309" y="5378074"/>
              <a:ext cx="1250688" cy="42950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8" name="Group 27">
            <a:extLst>
              <a:ext uri="{FF2B5EF4-FFF2-40B4-BE49-F238E27FC236}">
                <a16:creationId xmlns="" xmlns:a16="http://schemas.microsoft.com/office/drawing/2014/main" id="{50AC3C84-7598-504F-A405-3ABFEB5F658C}"/>
              </a:ext>
            </a:extLst>
          </p:cNvPr>
          <p:cNvGrpSpPr/>
          <p:nvPr/>
        </p:nvGrpSpPr>
        <p:grpSpPr>
          <a:xfrm>
            <a:off x="5125651" y="4114827"/>
            <a:ext cx="1774588" cy="687847"/>
            <a:chOff x="5125651" y="4114827"/>
            <a:chExt cx="1774588" cy="687847"/>
          </a:xfrm>
        </p:grpSpPr>
        <p:sp>
          <p:nvSpPr>
            <p:cNvPr id="241" name="TextBox 240">
              <a:extLst>
                <a:ext uri="{FF2B5EF4-FFF2-40B4-BE49-F238E27FC236}">
                  <a16:creationId xmlns="" xmlns:a16="http://schemas.microsoft.com/office/drawing/2014/main" id="{EDB0CBDE-E11E-4D44-A1B1-F46AB6BB5EE3}"/>
                </a:ext>
              </a:extLst>
            </p:cNvPr>
            <p:cNvSpPr txBox="1"/>
            <p:nvPr/>
          </p:nvSpPr>
          <p:spPr>
            <a:xfrm>
              <a:off x="5532497" y="4114827"/>
              <a:ext cx="1135642" cy="341632"/>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packet</a:t>
              </a:r>
            </a:p>
          </p:txBody>
        </p:sp>
        <p:grpSp>
          <p:nvGrpSpPr>
            <p:cNvPr id="27" name="Group 26">
              <a:extLst>
                <a:ext uri="{FF2B5EF4-FFF2-40B4-BE49-F238E27FC236}">
                  <a16:creationId xmlns="" xmlns:a16="http://schemas.microsoft.com/office/drawing/2014/main" id="{9D568B1D-51FF-AA46-90CF-7CFEE16AA233}"/>
                </a:ext>
              </a:extLst>
            </p:cNvPr>
            <p:cNvGrpSpPr/>
            <p:nvPr/>
          </p:nvGrpSpPr>
          <p:grpSpPr>
            <a:xfrm flipV="1">
              <a:off x="5125651" y="4373167"/>
              <a:ext cx="1774588" cy="429507"/>
              <a:chOff x="8970705" y="3780959"/>
              <a:chExt cx="2707737" cy="429507"/>
            </a:xfrm>
          </p:grpSpPr>
          <p:cxnSp>
            <p:nvCxnSpPr>
              <p:cNvPr id="242" name="Straight Connector 241">
                <a:extLst>
                  <a:ext uri="{FF2B5EF4-FFF2-40B4-BE49-F238E27FC236}">
                    <a16:creationId xmlns="" xmlns:a16="http://schemas.microsoft.com/office/drawing/2014/main" id="{E2B11327-3736-0944-A286-E629946AF6C2}"/>
                  </a:ext>
                </a:extLst>
              </p:cNvPr>
              <p:cNvCxnSpPr>
                <a:cxnSpLocks/>
              </p:cNvCxnSpPr>
              <p:nvPr/>
            </p:nvCxnSpPr>
            <p:spPr>
              <a:xfrm>
                <a:off x="8970705" y="3808669"/>
                <a:ext cx="1454761" cy="40179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 xmlns:a16="http://schemas.microsoft.com/office/drawing/2014/main" id="{A509D373-1A9D-6F41-B2A3-89CFB48DFD95}"/>
                  </a:ext>
                </a:extLst>
              </p:cNvPr>
              <p:cNvCxnSpPr>
                <a:cxnSpLocks/>
              </p:cNvCxnSpPr>
              <p:nvPr/>
            </p:nvCxnSpPr>
            <p:spPr>
              <a:xfrm flipH="1">
                <a:off x="10427754" y="3780959"/>
                <a:ext cx="1250688" cy="42950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grpSp>
      <p:sp>
        <p:nvSpPr>
          <p:cNvPr id="159" name="Oval 158">
            <a:extLst>
              <a:ext uri="{FF2B5EF4-FFF2-40B4-BE49-F238E27FC236}">
                <a16:creationId xmlns="" xmlns:a16="http://schemas.microsoft.com/office/drawing/2014/main" id="{C022FBDC-CC2E-5E47-9678-89FEA29CD830}"/>
              </a:ext>
            </a:extLst>
          </p:cNvPr>
          <p:cNvSpPr/>
          <p:nvPr/>
        </p:nvSpPr>
        <p:spPr>
          <a:xfrm>
            <a:off x="3233978" y="3481952"/>
            <a:ext cx="2201622" cy="1239865"/>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6" name="Oval 165">
            <a:extLst>
              <a:ext uri="{FF2B5EF4-FFF2-40B4-BE49-F238E27FC236}">
                <a16:creationId xmlns="" xmlns:a16="http://schemas.microsoft.com/office/drawing/2014/main" id="{FF958383-DD7C-5640-BB35-D8FF6965A3B4}"/>
              </a:ext>
            </a:extLst>
          </p:cNvPr>
          <p:cNvSpPr/>
          <p:nvPr/>
        </p:nvSpPr>
        <p:spPr>
          <a:xfrm>
            <a:off x="6574078" y="3494652"/>
            <a:ext cx="2201622" cy="1239865"/>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7" name="Slide Number Placeholder 2">
            <a:extLst>
              <a:ext uri="{FF2B5EF4-FFF2-40B4-BE49-F238E27FC236}">
                <a16:creationId xmlns="" xmlns:a16="http://schemas.microsoft.com/office/drawing/2014/main" id="{6DBFA797-FCF1-D64C-B202-129E2249C30F}"/>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31</a:t>
            </a:fld>
            <a:endParaRPr lang="en-US" dirty="0"/>
          </a:p>
        </p:txBody>
      </p:sp>
    </p:spTree>
    <p:extLst>
      <p:ext uri="{BB962C8B-B14F-4D97-AF65-F5344CB8AC3E}">
        <p14:creationId xmlns:p14="http://schemas.microsoft.com/office/powerpoint/2010/main" val="872649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97"/>
                                        </p:tgtEl>
                                        <p:attrNameLst>
                                          <p:attrName>style.visibility</p:attrName>
                                        </p:attrNameLst>
                                      </p:cBhvr>
                                      <p:to>
                                        <p:strVal val="visible"/>
                                      </p:to>
                                    </p:set>
                                    <p:anim calcmode="lin" valueType="num">
                                      <p:cBhvr additive="base">
                                        <p:cTn id="7" dur="500" fill="hold"/>
                                        <p:tgtEl>
                                          <p:spTgt spid="197"/>
                                        </p:tgtEl>
                                        <p:attrNameLst>
                                          <p:attrName>ppt_x</p:attrName>
                                        </p:attrNameLst>
                                      </p:cBhvr>
                                      <p:tavLst>
                                        <p:tav tm="0">
                                          <p:val>
                                            <p:strVal val="0-#ppt_w/2"/>
                                          </p:val>
                                        </p:tav>
                                        <p:tav tm="100000">
                                          <p:val>
                                            <p:strVal val="#ppt_x"/>
                                          </p:val>
                                        </p:tav>
                                      </p:tavLst>
                                    </p:anim>
                                    <p:anim calcmode="lin" valueType="num">
                                      <p:cBhvr additive="base">
                                        <p:cTn id="8" dur="500" fill="hold"/>
                                        <p:tgtEl>
                                          <p:spTgt spid="19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02"/>
                                        </p:tgtEl>
                                        <p:attrNameLst>
                                          <p:attrName>style.visibility</p:attrName>
                                        </p:attrNameLst>
                                      </p:cBhvr>
                                      <p:to>
                                        <p:strVal val="visible"/>
                                      </p:to>
                                    </p:set>
                                    <p:anim calcmode="lin" valueType="num">
                                      <p:cBhvr additive="base">
                                        <p:cTn id="13" dur="500" fill="hold"/>
                                        <p:tgtEl>
                                          <p:spTgt spid="202"/>
                                        </p:tgtEl>
                                        <p:attrNameLst>
                                          <p:attrName>ppt_x</p:attrName>
                                        </p:attrNameLst>
                                      </p:cBhvr>
                                      <p:tavLst>
                                        <p:tav tm="0">
                                          <p:val>
                                            <p:strVal val="0-#ppt_w/2"/>
                                          </p:val>
                                        </p:tav>
                                        <p:tav tm="100000">
                                          <p:val>
                                            <p:strVal val="#ppt_x"/>
                                          </p:val>
                                        </p:tav>
                                      </p:tavLst>
                                    </p:anim>
                                    <p:anim calcmode="lin" valueType="num">
                                      <p:cBhvr additive="base">
                                        <p:cTn id="14" dur="500" fill="hold"/>
                                        <p:tgtEl>
                                          <p:spTgt spid="20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207"/>
                                        </p:tgtEl>
                                        <p:attrNameLst>
                                          <p:attrName>style.visibility</p:attrName>
                                        </p:attrNameLst>
                                      </p:cBhvr>
                                      <p:to>
                                        <p:strVal val="visible"/>
                                      </p:to>
                                    </p:set>
                                    <p:anim calcmode="lin" valueType="num">
                                      <p:cBhvr additive="base">
                                        <p:cTn id="19" dur="500" fill="hold"/>
                                        <p:tgtEl>
                                          <p:spTgt spid="207"/>
                                        </p:tgtEl>
                                        <p:attrNameLst>
                                          <p:attrName>ppt_x</p:attrName>
                                        </p:attrNameLst>
                                      </p:cBhvr>
                                      <p:tavLst>
                                        <p:tav tm="0">
                                          <p:val>
                                            <p:strVal val="1+#ppt_w/2"/>
                                          </p:val>
                                        </p:tav>
                                        <p:tav tm="100000">
                                          <p:val>
                                            <p:strVal val="#ppt_x"/>
                                          </p:val>
                                        </p:tav>
                                      </p:tavLst>
                                    </p:anim>
                                    <p:anim calcmode="lin" valueType="num">
                                      <p:cBhvr additive="base">
                                        <p:cTn id="20" dur="500" fill="hold"/>
                                        <p:tgtEl>
                                          <p:spTgt spid="20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212"/>
                                        </p:tgtEl>
                                        <p:attrNameLst>
                                          <p:attrName>style.visibility</p:attrName>
                                        </p:attrNameLst>
                                      </p:cBhvr>
                                      <p:to>
                                        <p:strVal val="visible"/>
                                      </p:to>
                                    </p:set>
                                    <p:anim calcmode="lin" valueType="num">
                                      <p:cBhvr additive="base">
                                        <p:cTn id="25" dur="500" fill="hold"/>
                                        <p:tgtEl>
                                          <p:spTgt spid="212"/>
                                        </p:tgtEl>
                                        <p:attrNameLst>
                                          <p:attrName>ppt_x</p:attrName>
                                        </p:attrNameLst>
                                      </p:cBhvr>
                                      <p:tavLst>
                                        <p:tav tm="0">
                                          <p:val>
                                            <p:strVal val="1+#ppt_w/2"/>
                                          </p:val>
                                        </p:tav>
                                        <p:tav tm="100000">
                                          <p:val>
                                            <p:strVal val="#ppt_x"/>
                                          </p:val>
                                        </p:tav>
                                      </p:tavLst>
                                    </p:anim>
                                    <p:anim calcmode="lin" valueType="num">
                                      <p:cBhvr additive="base">
                                        <p:cTn id="26" dur="500" fill="hold"/>
                                        <p:tgtEl>
                                          <p:spTgt spid="212"/>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217"/>
                                        </p:tgtEl>
                                        <p:attrNameLst>
                                          <p:attrName>style.visibility</p:attrName>
                                        </p:attrNameLst>
                                      </p:cBhvr>
                                      <p:to>
                                        <p:strVal val="visible"/>
                                      </p:to>
                                    </p:set>
                                    <p:animEffect transition="in" filter="dissolve">
                                      <p:cBhvr>
                                        <p:cTn id="31" dur="500"/>
                                        <p:tgtEl>
                                          <p:spTgt spid="217"/>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nodeType="clickEffect">
                                  <p:stCondLst>
                                    <p:cond delay="0"/>
                                  </p:stCondLst>
                                  <p:childTnLst>
                                    <p:set>
                                      <p:cBhvr>
                                        <p:cTn id="35" dur="1" fill="hold">
                                          <p:stCondLst>
                                            <p:cond delay="0"/>
                                          </p:stCondLst>
                                        </p:cTn>
                                        <p:tgtEl>
                                          <p:spTgt spid="221"/>
                                        </p:tgtEl>
                                        <p:attrNameLst>
                                          <p:attrName>style.visibility</p:attrName>
                                        </p:attrNameLst>
                                      </p:cBhvr>
                                      <p:to>
                                        <p:strVal val="visible"/>
                                      </p:to>
                                    </p:set>
                                    <p:animEffect transition="in" filter="dissolve">
                                      <p:cBhvr>
                                        <p:cTn id="36" dur="500"/>
                                        <p:tgtEl>
                                          <p:spTgt spid="221"/>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nodeType="clickEffect">
                                  <p:stCondLst>
                                    <p:cond delay="0"/>
                                  </p:stCondLst>
                                  <p:childTnLst>
                                    <p:set>
                                      <p:cBhvr>
                                        <p:cTn id="40" dur="1" fill="hold">
                                          <p:stCondLst>
                                            <p:cond delay="0"/>
                                          </p:stCondLst>
                                        </p:cTn>
                                        <p:tgtEl>
                                          <p:spTgt spid="28"/>
                                        </p:tgtEl>
                                        <p:attrNameLst>
                                          <p:attrName>style.visibility</p:attrName>
                                        </p:attrNameLst>
                                      </p:cBhvr>
                                      <p:to>
                                        <p:strVal val="visible"/>
                                      </p:to>
                                    </p:set>
                                    <p:animEffect transition="in" filter="dissolve">
                                      <p:cBhvr>
                                        <p:cTn id="41"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UDP itself </a:t>
            </a:r>
            <a:r>
              <a:rPr lang="en-US" b="1" dirty="0"/>
              <a:t>does not provide reliability</a:t>
            </a:r>
            <a:r>
              <a:rPr lang="en-US" dirty="0"/>
              <a:t>, but applications can build reliability on top of UDP</a:t>
            </a:r>
            <a:r>
              <a:rPr lang="en-US" dirty="0" smtClean="0"/>
              <a:t>.</a:t>
            </a:r>
          </a:p>
          <a:p>
            <a:r>
              <a:rPr lang="en-US" dirty="0"/>
              <a:t>Kurose &amp; Ross introduce RDT protocols to explain how reliability is achieved using</a:t>
            </a:r>
            <a:r>
              <a:rPr lang="en-US" dirty="0" smtClean="0"/>
              <a:t>:</a:t>
            </a:r>
          </a:p>
          <a:p>
            <a:r>
              <a:rPr lang="en-US" dirty="0" smtClean="0">
                <a:solidFill>
                  <a:srgbClr val="0000A3"/>
                </a:solidFill>
              </a:rPr>
              <a:t>Checksums: </a:t>
            </a:r>
            <a:r>
              <a:rPr lang="en-US" dirty="0" smtClean="0"/>
              <a:t>detect errors</a:t>
            </a:r>
          </a:p>
          <a:p>
            <a:r>
              <a:rPr lang="en-US" dirty="0" smtClean="0">
                <a:solidFill>
                  <a:srgbClr val="0000A3"/>
                </a:solidFill>
              </a:rPr>
              <a:t>Sequence numbers: </a:t>
            </a:r>
            <a:r>
              <a:rPr lang="en-US" dirty="0" smtClean="0"/>
              <a:t>detect </a:t>
            </a:r>
            <a:r>
              <a:rPr lang="en-US" dirty="0"/>
              <a:t>lost or duplicate </a:t>
            </a:r>
            <a:r>
              <a:rPr lang="en-US" dirty="0" smtClean="0"/>
              <a:t>packets</a:t>
            </a:r>
          </a:p>
          <a:p>
            <a:r>
              <a:rPr lang="en-US" dirty="0" smtClean="0">
                <a:solidFill>
                  <a:srgbClr val="0000A3"/>
                </a:solidFill>
              </a:rPr>
              <a:t>ACKs: </a:t>
            </a:r>
            <a:r>
              <a:rPr lang="en-US" dirty="0" smtClean="0"/>
              <a:t>acknowledgments </a:t>
            </a:r>
            <a:r>
              <a:rPr lang="en-US" dirty="0"/>
              <a:t>from </a:t>
            </a:r>
            <a:r>
              <a:rPr lang="en-US" dirty="0" smtClean="0"/>
              <a:t>receiver</a:t>
            </a:r>
          </a:p>
          <a:p>
            <a:r>
              <a:rPr lang="en-US" dirty="0" smtClean="0">
                <a:solidFill>
                  <a:srgbClr val="0000A3"/>
                </a:solidFill>
              </a:rPr>
              <a:t>Timers: </a:t>
            </a:r>
            <a:r>
              <a:rPr lang="en-US" dirty="0" smtClean="0"/>
              <a:t>to </a:t>
            </a:r>
            <a:r>
              <a:rPr lang="en-US" dirty="0" smtClean="0"/>
              <a:t>re-transmit </a:t>
            </a:r>
            <a:r>
              <a:rPr lang="en-US" dirty="0"/>
              <a:t>lost packets</a:t>
            </a:r>
          </a:p>
        </p:txBody>
      </p:sp>
      <p:sp>
        <p:nvSpPr>
          <p:cNvPr id="3" name="Title 2"/>
          <p:cNvSpPr>
            <a:spLocks noGrp="1"/>
          </p:cNvSpPr>
          <p:nvPr>
            <p:ph type="title"/>
          </p:nvPr>
        </p:nvSpPr>
        <p:spPr>
          <a:xfrm>
            <a:off x="462336" y="451821"/>
            <a:ext cx="11500479" cy="894622"/>
          </a:xfrm>
        </p:spPr>
        <p:txBody>
          <a:bodyPr>
            <a:normAutofit fontScale="90000"/>
          </a:bodyPr>
          <a:lstStyle/>
          <a:p>
            <a:r>
              <a:rPr lang="en-US" dirty="0"/>
              <a:t>Principles of Reliable Data Transfer in UDP and Protocols</a:t>
            </a:r>
          </a:p>
        </p:txBody>
      </p:sp>
      <p:sp>
        <p:nvSpPr>
          <p:cNvPr id="4" name="Slide Number Placeholder 3"/>
          <p:cNvSpPr>
            <a:spLocks noGrp="1"/>
          </p:cNvSpPr>
          <p:nvPr>
            <p:ph type="sldNum" sz="quarter" idx="4"/>
          </p:nvPr>
        </p:nvSpPr>
        <p:spPr/>
        <p:txBody>
          <a:bodyPr/>
          <a:lstStyle/>
          <a:p>
            <a:r>
              <a:rPr lang="en-US" smtClean="0"/>
              <a:t>Transport Layer: 3-</a:t>
            </a:r>
            <a:fld id="{C4204591-24BD-A542-B9D5-F8D8A88D2FEE}" type="slidenum">
              <a:rPr lang="en-US" smtClean="0"/>
              <a:pPr/>
              <a:t>32</a:t>
            </a:fld>
            <a:endParaRPr lang="en-US" dirty="0"/>
          </a:p>
        </p:txBody>
      </p:sp>
    </p:spTree>
    <p:extLst>
      <p:ext uri="{BB962C8B-B14F-4D97-AF65-F5344CB8AC3E}">
        <p14:creationId xmlns:p14="http://schemas.microsoft.com/office/powerpoint/2010/main" val="14499064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Reliable data </a:t>
            </a:r>
            <a:r>
              <a:rPr lang="en-US" sz="4400" dirty="0" smtClean="0"/>
              <a:t>transfer (</a:t>
            </a:r>
            <a:r>
              <a:rPr lang="en-US" sz="4400" dirty="0" err="1" smtClean="0"/>
              <a:t>rdt</a:t>
            </a:r>
            <a:r>
              <a:rPr lang="en-US" sz="4400" dirty="0" smtClean="0"/>
              <a:t>): </a:t>
            </a:r>
            <a:r>
              <a:rPr lang="en-US" sz="4400" dirty="0"/>
              <a:t>getting started</a:t>
            </a:r>
          </a:p>
        </p:txBody>
      </p:sp>
      <p:sp>
        <p:nvSpPr>
          <p:cNvPr id="193" name="Rectangle 3">
            <a:extLst>
              <a:ext uri="{FF2B5EF4-FFF2-40B4-BE49-F238E27FC236}">
                <a16:creationId xmlns="" xmlns:a16="http://schemas.microsoft.com/office/drawing/2014/main" id="{5D93718A-0690-8C4E-A748-FD7FA291E0B5}"/>
              </a:ext>
            </a:extLst>
          </p:cNvPr>
          <p:cNvSpPr txBox="1">
            <a:spLocks noChangeArrowheads="1"/>
          </p:cNvSpPr>
          <p:nvPr/>
        </p:nvSpPr>
        <p:spPr bwMode="auto">
          <a:xfrm>
            <a:off x="906239" y="1209675"/>
            <a:ext cx="11056577" cy="3352800"/>
          </a:xfrm>
          <a:prstGeom prst="rect">
            <a:avLst/>
          </a:prstGeom>
          <a:noFill/>
          <a:ln>
            <a:noFill/>
          </a:ln>
          <a:effectLst/>
          <a:extLst>
            <a:ext uri="{91240B29-F687-4F45-9708-019B960494DF}">
              <a14:hiddenLine xmlns:a14="http://schemas.microsoft.com/office/drawing/2010/main" w="9525">
                <a:solidFill>
                  <a:srgbClr val="CC0000"/>
                </a:solidFill>
                <a:miter lim="800000"/>
                <a:headEnd/>
                <a:tailEnd/>
              </a14:hiddenLine>
            </a:ext>
          </a:extLst>
        </p:spPr>
        <p:txBody>
          <a:bodyPr vert="horz" wrap="square" lIns="91440" tIns="45720" rIns="91440" bIns="4572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284163" marR="0" lvl="0" indent="-284163" algn="l" defTabSz="914400" rtl="0" eaLnBrk="0" fontAlgn="base" latinLnBrk="0" hangingPunct="0">
              <a:lnSpc>
                <a:spcPct val="85000"/>
              </a:lnSpc>
              <a:spcBef>
                <a:spcPct val="20000"/>
              </a:spcBef>
              <a:spcAft>
                <a:spcPct val="0"/>
              </a:spcAft>
              <a:buClr>
                <a:srgbClr val="000099"/>
              </a:buClr>
              <a:buSzPct val="100000"/>
              <a:buFont typeface="Wingdings" pitchFamily="2" charset="2"/>
              <a:buNone/>
              <a:tabLst/>
              <a:defRPr/>
            </a:pPr>
            <a:r>
              <a:rPr kumimoji="0" lang="en-US" altLang="ja-JP" sz="3200" b="0" i="0" u="none" strike="noStrike" kern="0" cap="none" spc="0" normalizeH="0" baseline="0" noProof="0" dirty="0">
                <a:ln>
                  <a:noFill/>
                </a:ln>
                <a:solidFill>
                  <a:srgbClr val="C00000"/>
                </a:solidFill>
                <a:effectLst/>
                <a:uLnTx/>
                <a:uFillTx/>
                <a:latin typeface="Calibri" panose="020F0502020204030204"/>
                <a:ea typeface="ＭＳ Ｐゴシック" panose="020B0600070205080204" pitchFamily="34" charset="-128"/>
              </a:rPr>
              <a:t>We will:</a:t>
            </a:r>
          </a:p>
          <a:p>
            <a:pPr marL="284163" marR="0" lvl="0" indent="-284163" algn="l" defTabSz="914400" rtl="0" eaLnBrk="0" fontAlgn="base" latinLnBrk="0" hangingPunct="0">
              <a:lnSpc>
                <a:spcPct val="85000"/>
              </a:lnSpc>
              <a:spcBef>
                <a:spcPct val="20000"/>
              </a:spcBef>
              <a:spcAft>
                <a:spcPct val="0"/>
              </a:spcAft>
              <a:buClr>
                <a:srgbClr val="000099"/>
              </a:buClr>
              <a:buSzPct val="100000"/>
              <a:buFont typeface="Wingdings" pitchFamily="2" charset="2"/>
              <a:buChar char="§"/>
              <a:tabLst/>
              <a:defRPr/>
            </a:pP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incrementally develop sender, receiver sides of </a:t>
            </a:r>
            <a:r>
              <a:rPr kumimoji="0" lang="en-US" altLang="en-US" sz="2800" b="0" i="0" u="sng"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rPr>
              <a:t>r</a:t>
            </a: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eliable </a:t>
            </a:r>
            <a:r>
              <a:rPr kumimoji="0" lang="en-US" altLang="en-US" sz="2800" b="0" i="0" u="sng"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rPr>
              <a:t>d</a:t>
            </a: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ata </a:t>
            </a:r>
            <a:r>
              <a:rPr kumimoji="0" lang="en-US" altLang="en-US" sz="2800" b="0" i="0" u="sng"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rPr>
              <a:t>t</a:t>
            </a: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ransfer protocol (</a:t>
            </a:r>
            <a:r>
              <a:rPr kumimoji="0" lang="en-US" altLang="en-US" sz="2800" i="0" u="none" strike="noStrike" kern="0" cap="none" spc="0" normalizeH="0" baseline="0" noProof="0" dirty="0" err="1">
                <a:ln>
                  <a:noFill/>
                </a:ln>
                <a:solidFill>
                  <a:prstClr val="black"/>
                </a:solidFill>
                <a:effectLst/>
                <a:uLnTx/>
                <a:uFillTx/>
                <a:ea typeface="ＭＳ Ｐゴシック" panose="020B0600070205080204" pitchFamily="34" charset="-128"/>
              </a:rPr>
              <a:t>rdt</a:t>
            </a:r>
            <a:r>
              <a:rPr kumimoji="0" lang="en-US" altLang="en-US" sz="2800" i="0" u="none" strike="noStrike" kern="0" cap="none" spc="0" normalizeH="0" baseline="0" noProof="0" dirty="0" smtClean="0">
                <a:ln>
                  <a:noFill/>
                </a:ln>
                <a:solidFill>
                  <a:prstClr val="black"/>
                </a:solidFill>
                <a:effectLst/>
                <a:uLnTx/>
                <a:uFillTx/>
                <a:ea typeface="ＭＳ Ｐゴシック" panose="020B0600070205080204" pitchFamily="34" charset="-128"/>
              </a:rPr>
              <a:t>).</a:t>
            </a:r>
            <a:endParaRPr kumimoji="0" lang="en-US" altLang="en-US" sz="2800" i="0" u="none" strike="noStrike" kern="0" cap="none" spc="0" normalizeH="0" baseline="0" noProof="0" dirty="0">
              <a:ln>
                <a:noFill/>
              </a:ln>
              <a:solidFill>
                <a:prstClr val="black"/>
              </a:solidFill>
              <a:effectLst/>
              <a:uLnTx/>
              <a:uFillTx/>
              <a:ea typeface="ＭＳ Ｐゴシック" panose="020B0600070205080204" pitchFamily="34" charset="-128"/>
            </a:endParaRPr>
          </a:p>
          <a:p>
            <a:pPr marL="284163" marR="0" lvl="0" indent="-284163" algn="l" defTabSz="914400" rtl="0" eaLnBrk="0" fontAlgn="base" latinLnBrk="0" hangingPunct="0">
              <a:lnSpc>
                <a:spcPct val="85000"/>
              </a:lnSpc>
              <a:spcBef>
                <a:spcPct val="20000"/>
              </a:spcBef>
              <a:spcAft>
                <a:spcPct val="0"/>
              </a:spcAft>
              <a:buClr>
                <a:srgbClr val="000099"/>
              </a:buClr>
              <a:buSzPct val="100000"/>
              <a:buFont typeface="Wingdings" pitchFamily="2" charset="2"/>
              <a:buChar char="§"/>
              <a:tabLst/>
              <a:defRPr/>
            </a:pP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consider only unidirectional data transfer</a:t>
            </a:r>
          </a:p>
          <a:p>
            <a:pPr marL="687388" marR="0" lvl="1" indent="-230188" algn="l" defTabSz="914400" rtl="0" eaLnBrk="0" fontAlgn="base" latinLnBrk="0" hangingPunct="0">
              <a:lnSpc>
                <a:spcPct val="85000"/>
              </a:lnSpc>
              <a:spcBef>
                <a:spcPct val="20000"/>
              </a:spcBef>
              <a:spcAft>
                <a:spcPct val="0"/>
              </a:spcAft>
              <a:buClr>
                <a:srgbClr val="000099"/>
              </a:buClr>
              <a:buSzTx/>
              <a:buFont typeface="Arial" panose="020B0604020202020204" pitchFamily="34" charset="0"/>
              <a:buChar char="•"/>
              <a:tabLst/>
              <a:defRPr/>
            </a:pPr>
            <a:r>
              <a:rPr kumimoji="0" lang="en-US" altLang="en-US" sz="24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but control info will flow in both directions!</a:t>
            </a:r>
          </a:p>
        </p:txBody>
      </p:sp>
      <p:sp>
        <p:nvSpPr>
          <p:cNvPr id="194" name="Oval 5">
            <a:extLst>
              <a:ext uri="{FF2B5EF4-FFF2-40B4-BE49-F238E27FC236}">
                <a16:creationId xmlns="" xmlns:a16="http://schemas.microsoft.com/office/drawing/2014/main" id="{239622CA-E70A-CC42-B345-49DC0319BAA9}"/>
              </a:ext>
            </a:extLst>
          </p:cNvPr>
          <p:cNvSpPr>
            <a:spLocks noChangeArrowheads="1"/>
          </p:cNvSpPr>
          <p:nvPr/>
        </p:nvSpPr>
        <p:spPr bwMode="auto">
          <a:xfrm>
            <a:off x="4017605" y="4873894"/>
            <a:ext cx="885825" cy="876300"/>
          </a:xfrm>
          <a:prstGeom prst="ellipse">
            <a:avLst/>
          </a:prstGeom>
          <a:solidFill>
            <a:srgbClr val="000099"/>
          </a:solidFill>
          <a:ln>
            <a:noFill/>
          </a:ln>
          <a:effectLst/>
          <a:extLst>
            <a:ext uri="{91240B29-F687-4F45-9708-019B960494DF}">
              <a14:hiddenLine xmlns:a14="http://schemas.microsoft.com/office/drawing/2010/main" w="19050">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95" name="Oval 6">
            <a:extLst>
              <a:ext uri="{FF2B5EF4-FFF2-40B4-BE49-F238E27FC236}">
                <a16:creationId xmlns="" xmlns:a16="http://schemas.microsoft.com/office/drawing/2014/main" id="{3070A472-417C-B64C-8596-E60CAE3FAF1E}"/>
              </a:ext>
            </a:extLst>
          </p:cNvPr>
          <p:cNvSpPr>
            <a:spLocks noChangeArrowheads="1"/>
          </p:cNvSpPr>
          <p:nvPr/>
        </p:nvSpPr>
        <p:spPr bwMode="auto">
          <a:xfrm>
            <a:off x="3927117" y="4899294"/>
            <a:ext cx="942975" cy="876300"/>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6" name="Text Box 7">
            <a:extLst>
              <a:ext uri="{FF2B5EF4-FFF2-40B4-BE49-F238E27FC236}">
                <a16:creationId xmlns="" xmlns:a16="http://schemas.microsoft.com/office/drawing/2014/main" id="{08B8C369-B54C-DA42-A239-7C5638495649}"/>
              </a:ext>
            </a:extLst>
          </p:cNvPr>
          <p:cNvSpPr txBox="1">
            <a:spLocks noChangeArrowheads="1"/>
          </p:cNvSpPr>
          <p:nvPr/>
        </p:nvSpPr>
        <p:spPr bwMode="auto">
          <a:xfrm>
            <a:off x="4038243" y="5013594"/>
            <a:ext cx="735012" cy="701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Tahoma" charset="0"/>
                <a:ea typeface="ＭＳ Ｐゴシック" charset="0"/>
                <a:cs typeface="+mn-cs"/>
              </a:rPr>
              <a:t>state</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Tahoma" charset="0"/>
                <a:ea typeface="ＭＳ Ｐゴシック" charset="0"/>
                <a:cs typeface="+mn-cs"/>
              </a:rPr>
              <a:t>1</a:t>
            </a:r>
          </a:p>
        </p:txBody>
      </p:sp>
      <p:sp>
        <p:nvSpPr>
          <p:cNvPr id="234" name="Freeform 8">
            <a:extLst>
              <a:ext uri="{FF2B5EF4-FFF2-40B4-BE49-F238E27FC236}">
                <a16:creationId xmlns="" xmlns:a16="http://schemas.microsoft.com/office/drawing/2014/main" id="{3475345F-C536-0A44-888E-B17681F112D6}"/>
              </a:ext>
            </a:extLst>
          </p:cNvPr>
          <p:cNvSpPr>
            <a:spLocks/>
          </p:cNvSpPr>
          <p:nvPr/>
        </p:nvSpPr>
        <p:spPr bwMode="auto">
          <a:xfrm>
            <a:off x="4870092" y="4851669"/>
            <a:ext cx="3952875" cy="285750"/>
          </a:xfrm>
          <a:custGeom>
            <a:avLst/>
            <a:gdLst>
              <a:gd name="T0" fmla="*/ 0 w 1446"/>
              <a:gd name="T1" fmla="*/ 2147483647 h 180"/>
              <a:gd name="T2" fmla="*/ 2147483647 w 1446"/>
              <a:gd name="T3" fmla="*/ 2147483647 h 180"/>
              <a:gd name="T4" fmla="*/ 0 60000 65536"/>
              <a:gd name="T5" fmla="*/ 0 60000 65536"/>
            </a:gdLst>
            <a:ahLst/>
            <a:cxnLst>
              <a:cxn ang="T4">
                <a:pos x="T0" y="T1"/>
              </a:cxn>
              <a:cxn ang="T5">
                <a:pos x="T2" y="T3"/>
              </a:cxn>
            </a:cxnLst>
            <a:rect l="0" t="0" r="r" b="b"/>
            <a:pathLst>
              <a:path w="1446" h="180">
                <a:moveTo>
                  <a:pt x="0" y="180"/>
                </a:moveTo>
                <a:cubicBezTo>
                  <a:pt x="540" y="30"/>
                  <a:pt x="972" y="0"/>
                  <a:pt x="1446" y="168"/>
                </a:cubicBezTo>
              </a:path>
            </a:pathLst>
          </a:custGeom>
          <a:noFill/>
          <a:ln w="28575" cap="flat" cmpd="sng">
            <a:solidFill>
              <a:srgbClr val="CC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5" name="Oval 10">
            <a:extLst>
              <a:ext uri="{FF2B5EF4-FFF2-40B4-BE49-F238E27FC236}">
                <a16:creationId xmlns="" xmlns:a16="http://schemas.microsoft.com/office/drawing/2014/main" id="{746ECFE2-5CD0-C04F-8B87-C645E1556A9F}"/>
              </a:ext>
            </a:extLst>
          </p:cNvPr>
          <p:cNvSpPr>
            <a:spLocks noChangeArrowheads="1"/>
          </p:cNvSpPr>
          <p:nvPr/>
        </p:nvSpPr>
        <p:spPr bwMode="auto">
          <a:xfrm>
            <a:off x="8802330" y="4977635"/>
            <a:ext cx="873124" cy="876300"/>
          </a:xfrm>
          <a:prstGeom prst="ellipse">
            <a:avLst/>
          </a:prstGeom>
          <a:solidFill>
            <a:srgbClr val="000099"/>
          </a:solidFill>
          <a:ln>
            <a:noFill/>
          </a:ln>
          <a:effectLst/>
          <a:extLst>
            <a:ext uri="{91240B29-F687-4F45-9708-019B960494DF}">
              <a14:hiddenLine xmlns:a14="http://schemas.microsoft.com/office/drawing/2010/main" w="19050">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38" name="Oval 11">
            <a:extLst>
              <a:ext uri="{FF2B5EF4-FFF2-40B4-BE49-F238E27FC236}">
                <a16:creationId xmlns="" xmlns:a16="http://schemas.microsoft.com/office/drawing/2014/main" id="{64FCB6C7-C6F9-8C46-BF1F-E9242E6C942E}"/>
              </a:ext>
            </a:extLst>
          </p:cNvPr>
          <p:cNvSpPr>
            <a:spLocks noChangeArrowheads="1"/>
          </p:cNvSpPr>
          <p:nvPr/>
        </p:nvSpPr>
        <p:spPr bwMode="auto">
          <a:xfrm>
            <a:off x="8737242" y="5004069"/>
            <a:ext cx="885825" cy="876300"/>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9" name="Text Box 12">
            <a:extLst>
              <a:ext uri="{FF2B5EF4-FFF2-40B4-BE49-F238E27FC236}">
                <a16:creationId xmlns="" xmlns:a16="http://schemas.microsoft.com/office/drawing/2014/main" id="{57C97D62-0B61-3848-BBA8-5FCC09BFDC01}"/>
              </a:ext>
            </a:extLst>
          </p:cNvPr>
          <p:cNvSpPr txBox="1">
            <a:spLocks noChangeArrowheads="1"/>
          </p:cNvSpPr>
          <p:nvPr/>
        </p:nvSpPr>
        <p:spPr bwMode="auto">
          <a:xfrm>
            <a:off x="8802017" y="5112019"/>
            <a:ext cx="735012" cy="701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Tahoma" charset="0"/>
                <a:ea typeface="ＭＳ Ｐゴシック" charset="0"/>
                <a:cs typeface="+mn-cs"/>
              </a:rPr>
              <a:t>state</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Tahoma" charset="0"/>
                <a:ea typeface="ＭＳ Ｐゴシック" charset="0"/>
                <a:cs typeface="+mn-cs"/>
              </a:rPr>
              <a:t>2</a:t>
            </a:r>
          </a:p>
        </p:txBody>
      </p:sp>
      <p:sp>
        <p:nvSpPr>
          <p:cNvPr id="246" name="Text Box 13">
            <a:extLst>
              <a:ext uri="{FF2B5EF4-FFF2-40B4-BE49-F238E27FC236}">
                <a16:creationId xmlns="" xmlns:a16="http://schemas.microsoft.com/office/drawing/2014/main" id="{807A58CF-7E9F-DF4E-9818-2CBC4ED16CA2}"/>
              </a:ext>
            </a:extLst>
          </p:cNvPr>
          <p:cNvSpPr txBox="1">
            <a:spLocks noChangeArrowheads="1"/>
          </p:cNvSpPr>
          <p:nvPr/>
        </p:nvSpPr>
        <p:spPr bwMode="auto">
          <a:xfrm>
            <a:off x="5100280" y="4216669"/>
            <a:ext cx="3152775"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CC0000"/>
                </a:solidFill>
                <a:effectLst/>
                <a:uLnTx/>
                <a:uFillTx/>
                <a:latin typeface="Tahoma" charset="0"/>
                <a:ea typeface="ＭＳ Ｐゴシック" charset="0"/>
                <a:cs typeface="+mn-cs"/>
              </a:rPr>
              <a:t>event causing state transition</a:t>
            </a:r>
            <a:endParaRPr kumimoji="0" lang="en-US" sz="2400" b="0" i="0" u="none" strike="noStrike" kern="0" cap="none" spc="0" normalizeH="0" baseline="0" noProof="0" dirty="0">
              <a:ln>
                <a:noFill/>
              </a:ln>
              <a:solidFill>
                <a:srgbClr val="CC0000"/>
              </a:solidFill>
              <a:effectLst/>
              <a:uLnTx/>
              <a:uFillTx/>
              <a:latin typeface="Tahoma" charset="0"/>
              <a:ea typeface="ＭＳ Ｐゴシック" charset="0"/>
              <a:cs typeface="+mn-cs"/>
            </a:endParaRPr>
          </a:p>
        </p:txBody>
      </p:sp>
      <p:sp>
        <p:nvSpPr>
          <p:cNvPr id="248" name="Text Box 14">
            <a:extLst>
              <a:ext uri="{FF2B5EF4-FFF2-40B4-BE49-F238E27FC236}">
                <a16:creationId xmlns="" xmlns:a16="http://schemas.microsoft.com/office/drawing/2014/main" id="{6FE48C09-1C7F-8C4D-B56E-B697D8EF6AD8}"/>
              </a:ext>
            </a:extLst>
          </p:cNvPr>
          <p:cNvSpPr txBox="1">
            <a:spLocks noChangeArrowheads="1"/>
          </p:cNvSpPr>
          <p:nvPr/>
        </p:nvSpPr>
        <p:spPr bwMode="auto">
          <a:xfrm>
            <a:off x="5027255" y="4511944"/>
            <a:ext cx="3421062"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CC0000"/>
                </a:solidFill>
                <a:effectLst/>
                <a:uLnTx/>
                <a:uFillTx/>
                <a:latin typeface="Tahoma" charset="0"/>
                <a:ea typeface="ＭＳ Ｐゴシック" charset="0"/>
                <a:cs typeface="+mn-cs"/>
              </a:rPr>
              <a:t>actions taken on state transition</a:t>
            </a:r>
            <a:endParaRPr kumimoji="0" lang="en-US" sz="2400" b="0" i="0" u="none" strike="noStrike" kern="0" cap="none" spc="0" normalizeH="0" baseline="0" noProof="0">
              <a:ln>
                <a:noFill/>
              </a:ln>
              <a:solidFill>
                <a:srgbClr val="CC0000"/>
              </a:solidFill>
              <a:effectLst/>
              <a:uLnTx/>
              <a:uFillTx/>
              <a:latin typeface="Tahoma" charset="0"/>
              <a:ea typeface="ＭＳ Ｐゴシック" charset="0"/>
              <a:cs typeface="+mn-cs"/>
            </a:endParaRPr>
          </a:p>
        </p:txBody>
      </p:sp>
      <p:sp>
        <p:nvSpPr>
          <p:cNvPr id="254" name="Line 15">
            <a:extLst>
              <a:ext uri="{FF2B5EF4-FFF2-40B4-BE49-F238E27FC236}">
                <a16:creationId xmlns="" xmlns:a16="http://schemas.microsoft.com/office/drawing/2014/main" id="{C6A8A602-5239-A74B-AD17-B72696EF3F0B}"/>
              </a:ext>
            </a:extLst>
          </p:cNvPr>
          <p:cNvSpPr>
            <a:spLocks noChangeShapeType="1"/>
          </p:cNvSpPr>
          <p:nvPr/>
        </p:nvSpPr>
        <p:spPr bwMode="auto">
          <a:xfrm>
            <a:off x="4993917" y="4565919"/>
            <a:ext cx="3381375" cy="0"/>
          </a:xfrm>
          <a:prstGeom prst="line">
            <a:avLst/>
          </a:prstGeom>
          <a:noFill/>
          <a:ln w="2857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55" name="Rectangle 16">
            <a:extLst>
              <a:ext uri="{FF2B5EF4-FFF2-40B4-BE49-F238E27FC236}">
                <a16:creationId xmlns="" xmlns:a16="http://schemas.microsoft.com/office/drawing/2014/main" id="{C0FAC860-2F25-F545-9139-9C98D6260A8C}"/>
              </a:ext>
            </a:extLst>
          </p:cNvPr>
          <p:cNvSpPr>
            <a:spLocks noChangeArrowheads="1"/>
          </p:cNvSpPr>
          <p:nvPr/>
        </p:nvSpPr>
        <p:spPr bwMode="auto">
          <a:xfrm>
            <a:off x="1012467" y="4899294"/>
            <a:ext cx="2771775" cy="1238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marL="342900" indent="-342900">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342900" marR="0" lvl="0" indent="-342900" algn="r" defTabSz="914400" rtl="0" eaLnBrk="0" fontAlgn="base" latinLnBrk="0" hangingPunct="0">
              <a:lnSpc>
                <a:spcPct val="85000"/>
              </a:lnSpc>
              <a:spcBef>
                <a:spcPct val="20000"/>
              </a:spcBef>
              <a:spcAft>
                <a:spcPct val="0"/>
              </a:spcAft>
              <a:buClr>
                <a:srgbClr val="000099"/>
              </a:buClr>
              <a:buSzPct val="65000"/>
              <a:buFont typeface="Wingdings" pitchFamily="2" charset="2"/>
              <a:buNone/>
              <a:tabLst/>
              <a:defRPr/>
            </a:pPr>
            <a:r>
              <a:rPr kumimoji="0" lang="en-US" altLang="en-US" sz="1800" b="0" i="0" u="none"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state:</a:t>
            </a: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 when in this </a:t>
            </a:r>
            <a:r>
              <a:rPr kumimoji="0" lang="ja-JP" altLang="en-US" sz="1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r>
              <a:rPr kumimoji="0" lang="en-US" altLang="ja-JP"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state</a:t>
            </a:r>
            <a:r>
              <a:rPr kumimoji="0" lang="ja-JP" altLang="en-US" sz="1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r>
              <a:rPr kumimoji="0" lang="en-US" altLang="ja-JP"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 next state uniquely determined by next event</a:t>
            </a:r>
            <a:endPar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256" name="Freeform 17">
            <a:extLst>
              <a:ext uri="{FF2B5EF4-FFF2-40B4-BE49-F238E27FC236}">
                <a16:creationId xmlns="" xmlns:a16="http://schemas.microsoft.com/office/drawing/2014/main" id="{6C66B08F-D328-CD47-A7C2-DEFD7C90E7AF}"/>
              </a:ext>
            </a:extLst>
          </p:cNvPr>
          <p:cNvSpPr>
            <a:spLocks/>
          </p:cNvSpPr>
          <p:nvPr/>
        </p:nvSpPr>
        <p:spPr bwMode="auto">
          <a:xfrm>
            <a:off x="4270017" y="5775594"/>
            <a:ext cx="95250" cy="581025"/>
          </a:xfrm>
          <a:custGeom>
            <a:avLst/>
            <a:gdLst>
              <a:gd name="T0" fmla="*/ 2147483647 w 60"/>
              <a:gd name="T1" fmla="*/ 2147483647 h 366"/>
              <a:gd name="T2" fmla="*/ 2147483647 w 60"/>
              <a:gd name="T3" fmla="*/ 0 h 366"/>
              <a:gd name="T4" fmla="*/ 0 60000 65536"/>
              <a:gd name="T5" fmla="*/ 0 60000 65536"/>
            </a:gdLst>
            <a:ahLst/>
            <a:cxnLst>
              <a:cxn ang="T4">
                <a:pos x="T0" y="T1"/>
              </a:cxn>
              <a:cxn ang="T5">
                <a:pos x="T2" y="T3"/>
              </a:cxn>
            </a:cxnLst>
            <a:rect l="0" t="0" r="r" b="b"/>
            <a:pathLst>
              <a:path w="60" h="366">
                <a:moveTo>
                  <a:pt x="48" y="366"/>
                </a:moveTo>
                <a:cubicBezTo>
                  <a:pt x="0" y="204"/>
                  <a:pt x="60" y="55"/>
                  <a:pt x="60" y="0"/>
                </a:cubicBezTo>
              </a:path>
            </a:pathLst>
          </a:custGeom>
          <a:noFill/>
          <a:ln w="28575" cap="flat" cmpd="sng">
            <a:solidFill>
              <a:srgbClr val="CC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57" name="Freeform 18">
            <a:extLst>
              <a:ext uri="{FF2B5EF4-FFF2-40B4-BE49-F238E27FC236}">
                <a16:creationId xmlns="" xmlns:a16="http://schemas.microsoft.com/office/drawing/2014/main" id="{EBD24A16-C963-134E-B147-F90FBCE99895}"/>
              </a:ext>
            </a:extLst>
          </p:cNvPr>
          <p:cNvSpPr>
            <a:spLocks/>
          </p:cNvSpPr>
          <p:nvPr/>
        </p:nvSpPr>
        <p:spPr bwMode="auto">
          <a:xfrm flipH="1" flipV="1">
            <a:off x="9413517" y="5813694"/>
            <a:ext cx="95250" cy="581025"/>
          </a:xfrm>
          <a:custGeom>
            <a:avLst/>
            <a:gdLst>
              <a:gd name="T0" fmla="*/ 2147483647 w 60"/>
              <a:gd name="T1" fmla="*/ 2147483647 h 366"/>
              <a:gd name="T2" fmla="*/ 2147483647 w 60"/>
              <a:gd name="T3" fmla="*/ 0 h 366"/>
              <a:gd name="T4" fmla="*/ 0 60000 65536"/>
              <a:gd name="T5" fmla="*/ 0 60000 65536"/>
            </a:gdLst>
            <a:ahLst/>
            <a:cxnLst>
              <a:cxn ang="T4">
                <a:pos x="T0" y="T1"/>
              </a:cxn>
              <a:cxn ang="T5">
                <a:pos x="T2" y="T3"/>
              </a:cxn>
            </a:cxnLst>
            <a:rect l="0" t="0" r="r" b="b"/>
            <a:pathLst>
              <a:path w="60" h="366">
                <a:moveTo>
                  <a:pt x="48" y="366"/>
                </a:moveTo>
                <a:cubicBezTo>
                  <a:pt x="0" y="204"/>
                  <a:pt x="60" y="55"/>
                  <a:pt x="60" y="0"/>
                </a:cubicBezTo>
              </a:path>
            </a:pathLst>
          </a:custGeom>
          <a:noFill/>
          <a:ln w="28575" cap="flat" cmpd="sng">
            <a:solidFill>
              <a:srgbClr val="CC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58" name="Line 19">
            <a:extLst>
              <a:ext uri="{FF2B5EF4-FFF2-40B4-BE49-F238E27FC236}">
                <a16:creationId xmlns="" xmlns:a16="http://schemas.microsoft.com/office/drawing/2014/main" id="{8C0C0821-24D7-9B48-B890-E098F3F3B2F5}"/>
              </a:ext>
            </a:extLst>
          </p:cNvPr>
          <p:cNvSpPr>
            <a:spLocks noChangeShapeType="1"/>
          </p:cNvSpPr>
          <p:nvPr/>
        </p:nvSpPr>
        <p:spPr bwMode="auto">
          <a:xfrm>
            <a:off x="4824055" y="5532730"/>
            <a:ext cx="1541462" cy="738164"/>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59" name="Text Box 21">
            <a:extLst>
              <a:ext uri="{FF2B5EF4-FFF2-40B4-BE49-F238E27FC236}">
                <a16:creationId xmlns="" xmlns:a16="http://schemas.microsoft.com/office/drawing/2014/main" id="{7E164E54-B268-A247-AA63-9539F6FF224A}"/>
              </a:ext>
            </a:extLst>
          </p:cNvPr>
          <p:cNvSpPr txBox="1">
            <a:spLocks noChangeArrowheads="1"/>
          </p:cNvSpPr>
          <p:nvPr/>
        </p:nvSpPr>
        <p:spPr bwMode="auto">
          <a:xfrm>
            <a:off x="5560655" y="5312044"/>
            <a:ext cx="742950"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CC0000"/>
                </a:solidFill>
                <a:effectLst/>
                <a:uLnTx/>
                <a:uFillTx/>
                <a:latin typeface="Tahoma" charset="0"/>
                <a:ea typeface="ＭＳ Ｐゴシック" charset="0"/>
                <a:cs typeface="+mn-cs"/>
              </a:rPr>
              <a:t>event</a:t>
            </a:r>
            <a:endParaRPr kumimoji="0" lang="en-US" sz="2400" b="0" i="0" u="none" strike="noStrike" kern="0" cap="none" spc="0" normalizeH="0" baseline="0" noProof="0">
              <a:ln>
                <a:noFill/>
              </a:ln>
              <a:solidFill>
                <a:srgbClr val="CC0000"/>
              </a:solidFill>
              <a:effectLst/>
              <a:uLnTx/>
              <a:uFillTx/>
              <a:latin typeface="Tahoma" charset="0"/>
              <a:ea typeface="ＭＳ Ｐゴシック" charset="0"/>
              <a:cs typeface="+mn-cs"/>
            </a:endParaRPr>
          </a:p>
        </p:txBody>
      </p:sp>
      <p:sp>
        <p:nvSpPr>
          <p:cNvPr id="260" name="Text Box 22">
            <a:extLst>
              <a:ext uri="{FF2B5EF4-FFF2-40B4-BE49-F238E27FC236}">
                <a16:creationId xmlns="" xmlns:a16="http://schemas.microsoft.com/office/drawing/2014/main" id="{DE18FED2-1875-864F-91AF-6509DB74229F}"/>
              </a:ext>
            </a:extLst>
          </p:cNvPr>
          <p:cNvSpPr txBox="1">
            <a:spLocks noChangeArrowheads="1"/>
          </p:cNvSpPr>
          <p:nvPr/>
        </p:nvSpPr>
        <p:spPr bwMode="auto">
          <a:xfrm>
            <a:off x="5520967" y="5616844"/>
            <a:ext cx="890588"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CC0000"/>
                </a:solidFill>
                <a:effectLst/>
                <a:uLnTx/>
                <a:uFillTx/>
                <a:latin typeface="Tahoma" charset="0"/>
                <a:ea typeface="ＭＳ Ｐゴシック" charset="0"/>
                <a:cs typeface="+mn-cs"/>
              </a:rPr>
              <a:t>actions</a:t>
            </a:r>
            <a:endParaRPr kumimoji="0" lang="en-US" sz="2400" b="0" i="0" u="none" strike="noStrike" kern="0" cap="none" spc="0" normalizeH="0" baseline="0" noProof="0">
              <a:ln>
                <a:noFill/>
              </a:ln>
              <a:solidFill>
                <a:srgbClr val="CC0000"/>
              </a:solidFill>
              <a:effectLst/>
              <a:uLnTx/>
              <a:uFillTx/>
              <a:latin typeface="Tahoma" charset="0"/>
              <a:ea typeface="ＭＳ Ｐゴシック" charset="0"/>
              <a:cs typeface="+mn-cs"/>
            </a:endParaRPr>
          </a:p>
        </p:txBody>
      </p:sp>
      <p:sp>
        <p:nvSpPr>
          <p:cNvPr id="261" name="Line 23">
            <a:extLst>
              <a:ext uri="{FF2B5EF4-FFF2-40B4-BE49-F238E27FC236}">
                <a16:creationId xmlns="" xmlns:a16="http://schemas.microsoft.com/office/drawing/2014/main" id="{F2E746A2-18BE-7647-9805-C4C76DAACB29}"/>
              </a:ext>
            </a:extLst>
          </p:cNvPr>
          <p:cNvSpPr>
            <a:spLocks noChangeShapeType="1"/>
          </p:cNvSpPr>
          <p:nvPr/>
        </p:nvSpPr>
        <p:spPr bwMode="auto">
          <a:xfrm>
            <a:off x="5470167" y="5670819"/>
            <a:ext cx="942975" cy="0"/>
          </a:xfrm>
          <a:prstGeom prst="line">
            <a:avLst/>
          </a:prstGeom>
          <a:noFill/>
          <a:ln w="2857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3" name="Rectangle 3">
            <a:extLst>
              <a:ext uri="{FF2B5EF4-FFF2-40B4-BE49-F238E27FC236}">
                <a16:creationId xmlns="" xmlns:a16="http://schemas.microsoft.com/office/drawing/2014/main" id="{3081F250-E04F-164D-8093-2C4E84FB9F25}"/>
              </a:ext>
            </a:extLst>
          </p:cNvPr>
          <p:cNvSpPr txBox="1">
            <a:spLocks noChangeArrowheads="1"/>
          </p:cNvSpPr>
          <p:nvPr/>
        </p:nvSpPr>
        <p:spPr bwMode="auto">
          <a:xfrm>
            <a:off x="918939" y="3470275"/>
            <a:ext cx="11056577" cy="542925"/>
          </a:xfrm>
          <a:prstGeom prst="rect">
            <a:avLst/>
          </a:prstGeom>
          <a:noFill/>
          <a:ln>
            <a:noFill/>
          </a:ln>
          <a:effectLst/>
          <a:extLst>
            <a:ext uri="{91240B29-F687-4F45-9708-019B960494DF}">
              <a14:hiddenLine xmlns:a14="http://schemas.microsoft.com/office/drawing/2010/main" w="9525">
                <a:solidFill>
                  <a:srgbClr val="CC0000"/>
                </a:solidFill>
                <a:miter lim="800000"/>
                <a:headEnd/>
                <a:tailEnd/>
              </a14:hiddenLine>
            </a:ext>
          </a:extLst>
        </p:spPr>
        <p:txBody>
          <a:bodyPr vert="horz" wrap="square" lIns="91440" tIns="45720" rIns="91440" bIns="4572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284163" marR="0" lvl="0" indent="-284163" algn="l" defTabSz="914400" rtl="0" eaLnBrk="0" fontAlgn="base" latinLnBrk="0" hangingPunct="0">
              <a:lnSpc>
                <a:spcPct val="85000"/>
              </a:lnSpc>
              <a:spcBef>
                <a:spcPct val="20000"/>
              </a:spcBef>
              <a:spcAft>
                <a:spcPct val="0"/>
              </a:spcAft>
              <a:buClr>
                <a:srgbClr val="000099"/>
              </a:buClr>
              <a:buSzPct val="100000"/>
              <a:buFont typeface="Wingdings" pitchFamily="2" charset="2"/>
              <a:buChar char="§"/>
              <a:tabLst/>
              <a:defRPr/>
            </a:pP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use finite state machines (FSM</a:t>
            </a:r>
            <a:r>
              <a:rPr kumimoji="0" lang="en-US" altLang="en-US" sz="2800" b="0" i="0" u="none" strike="noStrike" kern="0" cap="none" spc="0" normalizeH="0" baseline="0" noProof="0" dirty="0" smtClean="0">
                <a:ln>
                  <a:noFill/>
                </a:ln>
                <a:solidFill>
                  <a:prstClr val="black"/>
                </a:solidFill>
                <a:effectLst/>
                <a:uLnTx/>
                <a:uFillTx/>
                <a:latin typeface="Calibri" panose="020F0502020204030204"/>
                <a:ea typeface="ＭＳ Ｐゴシック" panose="020B0600070205080204" pitchFamily="34" charset="-128"/>
              </a:rPr>
              <a:t>) </a:t>
            </a: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to specify sender, receiver</a:t>
            </a:r>
          </a:p>
        </p:txBody>
      </p:sp>
      <p:sp>
        <p:nvSpPr>
          <p:cNvPr id="22" name="Slide Number Placeholder 2">
            <a:extLst>
              <a:ext uri="{FF2B5EF4-FFF2-40B4-BE49-F238E27FC236}">
                <a16:creationId xmlns="" xmlns:a16="http://schemas.microsoft.com/office/drawing/2014/main" id="{659D8DFE-4F7C-F240-94AE-B357C5060578}"/>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33</a:t>
            </a:fld>
            <a:endParaRPr lang="en-US" dirty="0"/>
          </a:p>
        </p:txBody>
      </p:sp>
    </p:spTree>
    <p:extLst>
      <p:ext uri="{BB962C8B-B14F-4D97-AF65-F5344CB8AC3E}">
        <p14:creationId xmlns:p14="http://schemas.microsoft.com/office/powerpoint/2010/main" val="1599882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94"/>
                                        </p:tgtEl>
                                        <p:attrNameLst>
                                          <p:attrName>style.visibility</p:attrName>
                                        </p:attrNameLst>
                                      </p:cBhvr>
                                      <p:to>
                                        <p:strVal val="visible"/>
                                      </p:to>
                                    </p:set>
                                    <p:animEffect transition="in" filter="dissolve">
                                      <p:cBhvr>
                                        <p:cTn id="7" dur="500"/>
                                        <p:tgtEl>
                                          <p:spTgt spid="194"/>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95"/>
                                        </p:tgtEl>
                                        <p:attrNameLst>
                                          <p:attrName>style.visibility</p:attrName>
                                        </p:attrNameLst>
                                      </p:cBhvr>
                                      <p:to>
                                        <p:strVal val="visible"/>
                                      </p:to>
                                    </p:set>
                                    <p:animEffect transition="in" filter="dissolve">
                                      <p:cBhvr>
                                        <p:cTn id="10" dur="500"/>
                                        <p:tgtEl>
                                          <p:spTgt spid="195"/>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96"/>
                                        </p:tgtEl>
                                        <p:attrNameLst>
                                          <p:attrName>style.visibility</p:attrName>
                                        </p:attrNameLst>
                                      </p:cBhvr>
                                      <p:to>
                                        <p:strVal val="visible"/>
                                      </p:to>
                                    </p:set>
                                    <p:animEffect transition="in" filter="dissolve">
                                      <p:cBhvr>
                                        <p:cTn id="13" dur="500"/>
                                        <p:tgtEl>
                                          <p:spTgt spid="196"/>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234"/>
                                        </p:tgtEl>
                                        <p:attrNameLst>
                                          <p:attrName>style.visibility</p:attrName>
                                        </p:attrNameLst>
                                      </p:cBhvr>
                                      <p:to>
                                        <p:strVal val="visible"/>
                                      </p:to>
                                    </p:set>
                                    <p:animEffect transition="in" filter="dissolve">
                                      <p:cBhvr>
                                        <p:cTn id="16" dur="500"/>
                                        <p:tgtEl>
                                          <p:spTgt spid="234"/>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235"/>
                                        </p:tgtEl>
                                        <p:attrNameLst>
                                          <p:attrName>style.visibility</p:attrName>
                                        </p:attrNameLst>
                                      </p:cBhvr>
                                      <p:to>
                                        <p:strVal val="visible"/>
                                      </p:to>
                                    </p:set>
                                    <p:animEffect transition="in" filter="dissolve">
                                      <p:cBhvr>
                                        <p:cTn id="19" dur="500"/>
                                        <p:tgtEl>
                                          <p:spTgt spid="235"/>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238"/>
                                        </p:tgtEl>
                                        <p:attrNameLst>
                                          <p:attrName>style.visibility</p:attrName>
                                        </p:attrNameLst>
                                      </p:cBhvr>
                                      <p:to>
                                        <p:strVal val="visible"/>
                                      </p:to>
                                    </p:set>
                                    <p:animEffect transition="in" filter="dissolve">
                                      <p:cBhvr>
                                        <p:cTn id="22" dur="500"/>
                                        <p:tgtEl>
                                          <p:spTgt spid="238"/>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239"/>
                                        </p:tgtEl>
                                        <p:attrNameLst>
                                          <p:attrName>style.visibility</p:attrName>
                                        </p:attrNameLst>
                                      </p:cBhvr>
                                      <p:to>
                                        <p:strVal val="visible"/>
                                      </p:to>
                                    </p:set>
                                    <p:animEffect transition="in" filter="dissolve">
                                      <p:cBhvr>
                                        <p:cTn id="25" dur="500"/>
                                        <p:tgtEl>
                                          <p:spTgt spid="239"/>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246"/>
                                        </p:tgtEl>
                                        <p:attrNameLst>
                                          <p:attrName>style.visibility</p:attrName>
                                        </p:attrNameLst>
                                      </p:cBhvr>
                                      <p:to>
                                        <p:strVal val="visible"/>
                                      </p:to>
                                    </p:set>
                                    <p:animEffect transition="in" filter="dissolve">
                                      <p:cBhvr>
                                        <p:cTn id="28" dur="500"/>
                                        <p:tgtEl>
                                          <p:spTgt spid="246"/>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248"/>
                                        </p:tgtEl>
                                        <p:attrNameLst>
                                          <p:attrName>style.visibility</p:attrName>
                                        </p:attrNameLst>
                                      </p:cBhvr>
                                      <p:to>
                                        <p:strVal val="visible"/>
                                      </p:to>
                                    </p:set>
                                    <p:animEffect transition="in" filter="dissolve">
                                      <p:cBhvr>
                                        <p:cTn id="31" dur="500"/>
                                        <p:tgtEl>
                                          <p:spTgt spid="248"/>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254"/>
                                        </p:tgtEl>
                                        <p:attrNameLst>
                                          <p:attrName>style.visibility</p:attrName>
                                        </p:attrNameLst>
                                      </p:cBhvr>
                                      <p:to>
                                        <p:strVal val="visible"/>
                                      </p:to>
                                    </p:set>
                                    <p:animEffect transition="in" filter="dissolve">
                                      <p:cBhvr>
                                        <p:cTn id="34" dur="500"/>
                                        <p:tgtEl>
                                          <p:spTgt spid="254"/>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255"/>
                                        </p:tgtEl>
                                        <p:attrNameLst>
                                          <p:attrName>style.visibility</p:attrName>
                                        </p:attrNameLst>
                                      </p:cBhvr>
                                      <p:to>
                                        <p:strVal val="visible"/>
                                      </p:to>
                                    </p:set>
                                    <p:animEffect transition="in" filter="dissolve">
                                      <p:cBhvr>
                                        <p:cTn id="37" dur="500"/>
                                        <p:tgtEl>
                                          <p:spTgt spid="255"/>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256"/>
                                        </p:tgtEl>
                                        <p:attrNameLst>
                                          <p:attrName>style.visibility</p:attrName>
                                        </p:attrNameLst>
                                      </p:cBhvr>
                                      <p:to>
                                        <p:strVal val="visible"/>
                                      </p:to>
                                    </p:set>
                                    <p:animEffect transition="in" filter="dissolve">
                                      <p:cBhvr>
                                        <p:cTn id="40" dur="500"/>
                                        <p:tgtEl>
                                          <p:spTgt spid="256"/>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257"/>
                                        </p:tgtEl>
                                        <p:attrNameLst>
                                          <p:attrName>style.visibility</p:attrName>
                                        </p:attrNameLst>
                                      </p:cBhvr>
                                      <p:to>
                                        <p:strVal val="visible"/>
                                      </p:to>
                                    </p:set>
                                    <p:animEffect transition="in" filter="dissolve">
                                      <p:cBhvr>
                                        <p:cTn id="43" dur="500"/>
                                        <p:tgtEl>
                                          <p:spTgt spid="257"/>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258"/>
                                        </p:tgtEl>
                                        <p:attrNameLst>
                                          <p:attrName>style.visibility</p:attrName>
                                        </p:attrNameLst>
                                      </p:cBhvr>
                                      <p:to>
                                        <p:strVal val="visible"/>
                                      </p:to>
                                    </p:set>
                                    <p:animEffect transition="in" filter="dissolve">
                                      <p:cBhvr>
                                        <p:cTn id="46" dur="500"/>
                                        <p:tgtEl>
                                          <p:spTgt spid="258"/>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259"/>
                                        </p:tgtEl>
                                        <p:attrNameLst>
                                          <p:attrName>style.visibility</p:attrName>
                                        </p:attrNameLst>
                                      </p:cBhvr>
                                      <p:to>
                                        <p:strVal val="visible"/>
                                      </p:to>
                                    </p:set>
                                    <p:animEffect transition="in" filter="dissolve">
                                      <p:cBhvr>
                                        <p:cTn id="49" dur="500"/>
                                        <p:tgtEl>
                                          <p:spTgt spid="259"/>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260"/>
                                        </p:tgtEl>
                                        <p:attrNameLst>
                                          <p:attrName>style.visibility</p:attrName>
                                        </p:attrNameLst>
                                      </p:cBhvr>
                                      <p:to>
                                        <p:strVal val="visible"/>
                                      </p:to>
                                    </p:set>
                                    <p:animEffect transition="in" filter="dissolve">
                                      <p:cBhvr>
                                        <p:cTn id="52" dur="500"/>
                                        <p:tgtEl>
                                          <p:spTgt spid="260"/>
                                        </p:tgtEl>
                                      </p:cBhvr>
                                    </p:animEffect>
                                  </p:childTnLst>
                                </p:cTn>
                              </p:par>
                              <p:par>
                                <p:cTn id="53" presetID="9" presetClass="entr" presetSubtype="0" fill="hold" grpId="0" nodeType="withEffect">
                                  <p:stCondLst>
                                    <p:cond delay="0"/>
                                  </p:stCondLst>
                                  <p:childTnLst>
                                    <p:set>
                                      <p:cBhvr>
                                        <p:cTn id="54" dur="1" fill="hold">
                                          <p:stCondLst>
                                            <p:cond delay="0"/>
                                          </p:stCondLst>
                                        </p:cTn>
                                        <p:tgtEl>
                                          <p:spTgt spid="261"/>
                                        </p:tgtEl>
                                        <p:attrNameLst>
                                          <p:attrName>style.visibility</p:attrName>
                                        </p:attrNameLst>
                                      </p:cBhvr>
                                      <p:to>
                                        <p:strVal val="visible"/>
                                      </p:to>
                                    </p:set>
                                    <p:animEffect transition="in" filter="dissolve">
                                      <p:cBhvr>
                                        <p:cTn id="55" dur="500"/>
                                        <p:tgtEl>
                                          <p:spTgt spid="261"/>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dissolve">
                                      <p:cBhvr>
                                        <p:cTn id="58"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 grpId="0" animBg="1"/>
      <p:bldP spid="195" grpId="0" animBg="1"/>
      <p:bldP spid="196" grpId="0"/>
      <p:bldP spid="234" grpId="0" animBg="1"/>
      <p:bldP spid="235" grpId="0" animBg="1"/>
      <p:bldP spid="238" grpId="0" animBg="1"/>
      <p:bldP spid="239" grpId="0"/>
      <p:bldP spid="246" grpId="0"/>
      <p:bldP spid="248" grpId="0"/>
      <p:bldP spid="254" grpId="0" animBg="1"/>
      <p:bldP spid="255" grpId="0"/>
      <p:bldP spid="256" grpId="0" animBg="1"/>
      <p:bldP spid="257" grpId="0" animBg="1"/>
      <p:bldP spid="258" grpId="0" animBg="1"/>
      <p:bldP spid="259" grpId="0"/>
      <p:bldP spid="260" grpId="0"/>
      <p:bldP spid="261" grpId="0" animBg="1"/>
      <p:bldP spid="2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rdt1.0: </a:t>
            </a:r>
            <a:r>
              <a:rPr lang="en-US" sz="4400" dirty="0"/>
              <a:t>reliable transfer over a reliable channel</a:t>
            </a:r>
          </a:p>
        </p:txBody>
      </p:sp>
      <p:sp>
        <p:nvSpPr>
          <p:cNvPr id="22" name="Rectangle 3">
            <a:extLst>
              <a:ext uri="{FF2B5EF4-FFF2-40B4-BE49-F238E27FC236}">
                <a16:creationId xmlns="" xmlns:a16="http://schemas.microsoft.com/office/drawing/2014/main" id="{973DDEF7-C28A-F04F-AD65-DE94D6CF205E}"/>
              </a:ext>
            </a:extLst>
          </p:cNvPr>
          <p:cNvSpPr txBox="1">
            <a:spLocks noChangeArrowheads="1"/>
          </p:cNvSpPr>
          <p:nvPr/>
        </p:nvSpPr>
        <p:spPr>
          <a:xfrm>
            <a:off x="613755" y="1176032"/>
            <a:ext cx="11164126" cy="3019425"/>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buFont typeface="Wingdings" charset="2"/>
              <a:buChar char="§"/>
              <a:defRPr/>
            </a:pPr>
            <a:r>
              <a:rPr lang="en-US" sz="2400" dirty="0">
                <a:solidFill>
                  <a:srgbClr val="0000A3"/>
                </a:solidFill>
              </a:rPr>
              <a:t>Assumptions</a:t>
            </a:r>
            <a:r>
              <a:rPr lang="en-US" sz="2400" dirty="0" smtClean="0">
                <a:solidFill>
                  <a:srgbClr val="0000A3"/>
                </a:solidFill>
              </a:rPr>
              <a:t>: </a:t>
            </a:r>
            <a:r>
              <a:rPr lang="en-US" sz="2400" dirty="0" smtClean="0">
                <a:solidFill>
                  <a:prstClr val="black"/>
                </a:solidFill>
              </a:rPr>
              <a:t>No </a:t>
            </a:r>
            <a:r>
              <a:rPr lang="en-US" sz="2400" dirty="0">
                <a:solidFill>
                  <a:prstClr val="black"/>
                </a:solidFill>
              </a:rPr>
              <a:t>bit </a:t>
            </a:r>
            <a:r>
              <a:rPr lang="en-US" sz="2400" dirty="0" smtClean="0">
                <a:solidFill>
                  <a:prstClr val="black"/>
                </a:solidFill>
              </a:rPr>
              <a:t>errors, No </a:t>
            </a:r>
            <a:r>
              <a:rPr lang="en-US" sz="2400" dirty="0">
                <a:solidFill>
                  <a:prstClr val="black"/>
                </a:solidFill>
              </a:rPr>
              <a:t>packet </a:t>
            </a:r>
            <a:r>
              <a:rPr lang="en-US" sz="2400" dirty="0" smtClean="0">
                <a:solidFill>
                  <a:prstClr val="black"/>
                </a:solidFill>
              </a:rPr>
              <a:t>losses, No </a:t>
            </a:r>
            <a:r>
              <a:rPr lang="en-US" sz="2400" dirty="0">
                <a:solidFill>
                  <a:prstClr val="black"/>
                </a:solidFill>
              </a:rPr>
              <a:t>packet </a:t>
            </a:r>
            <a:r>
              <a:rPr lang="en-US" sz="2400" dirty="0" smtClean="0">
                <a:solidFill>
                  <a:prstClr val="black"/>
                </a:solidFill>
              </a:rPr>
              <a:t>duplication, No delays.</a:t>
            </a:r>
          </a:p>
          <a:p>
            <a:pPr lvl="0">
              <a:buFont typeface="Wingdings" charset="2"/>
              <a:buChar char="§"/>
              <a:defRPr/>
            </a:pPr>
            <a:r>
              <a:rPr lang="en-US" sz="2400" dirty="0" smtClean="0">
                <a:solidFill>
                  <a:srgbClr val="0000A3"/>
                </a:solidFill>
              </a:rPr>
              <a:t>Sender: </a:t>
            </a:r>
            <a:r>
              <a:rPr lang="en-US" sz="2400" dirty="0" smtClean="0">
                <a:solidFill>
                  <a:prstClr val="black"/>
                </a:solidFill>
              </a:rPr>
              <a:t>Takes </a:t>
            </a:r>
            <a:r>
              <a:rPr lang="en-US" sz="2400" dirty="0">
                <a:solidFill>
                  <a:prstClr val="black"/>
                </a:solidFill>
              </a:rPr>
              <a:t>data from upper </a:t>
            </a:r>
            <a:r>
              <a:rPr lang="en-US" sz="2400" dirty="0" smtClean="0">
                <a:solidFill>
                  <a:prstClr val="black"/>
                </a:solidFill>
              </a:rPr>
              <a:t>layer and Sends </a:t>
            </a:r>
            <a:r>
              <a:rPr lang="en-US" sz="2400" dirty="0">
                <a:solidFill>
                  <a:prstClr val="black"/>
                </a:solidFill>
              </a:rPr>
              <a:t>it directly to </a:t>
            </a:r>
            <a:r>
              <a:rPr lang="en-US" sz="2400" dirty="0" smtClean="0">
                <a:solidFill>
                  <a:prstClr val="black"/>
                </a:solidFill>
              </a:rPr>
              <a:t>receiver.</a:t>
            </a:r>
          </a:p>
          <a:p>
            <a:pPr lvl="0">
              <a:buFont typeface="Wingdings" charset="2"/>
              <a:buChar char="§"/>
              <a:defRPr/>
            </a:pPr>
            <a:r>
              <a:rPr lang="en-US" sz="2400" dirty="0" smtClean="0">
                <a:solidFill>
                  <a:srgbClr val="0000A3"/>
                </a:solidFill>
              </a:rPr>
              <a:t>Receiver: </a:t>
            </a:r>
            <a:r>
              <a:rPr lang="en-US" sz="2400" dirty="0" smtClean="0">
                <a:solidFill>
                  <a:prstClr val="black"/>
                </a:solidFill>
              </a:rPr>
              <a:t>Reads data Delivers </a:t>
            </a:r>
            <a:r>
              <a:rPr lang="en-US" sz="2400" dirty="0">
                <a:solidFill>
                  <a:prstClr val="black"/>
                </a:solidFill>
              </a:rPr>
              <a:t>to upper </a:t>
            </a:r>
            <a:r>
              <a:rPr lang="en-US" sz="2400" dirty="0" smtClean="0">
                <a:solidFill>
                  <a:prstClr val="black"/>
                </a:solidFill>
              </a:rPr>
              <a:t>layer</a:t>
            </a:r>
          </a:p>
          <a:p>
            <a:pPr lvl="0">
              <a:buFont typeface="Wingdings" charset="2"/>
              <a:buChar char="§"/>
              <a:defRPr/>
            </a:pPr>
            <a:r>
              <a:rPr lang="en-US" sz="2400" dirty="0" smtClean="0"/>
              <a:t>No </a:t>
            </a:r>
            <a:r>
              <a:rPr lang="en-US" sz="2400" dirty="0"/>
              <a:t>need </a:t>
            </a:r>
            <a:r>
              <a:rPr lang="en-US" sz="2400" dirty="0" smtClean="0"/>
              <a:t>for </a:t>
            </a:r>
            <a:r>
              <a:rPr lang="en-US" sz="2400" dirty="0" smtClean="0">
                <a:solidFill>
                  <a:prstClr val="black"/>
                </a:solidFill>
              </a:rPr>
              <a:t>ACK</a:t>
            </a:r>
            <a:r>
              <a:rPr lang="en-US" sz="2400" dirty="0">
                <a:solidFill>
                  <a:prstClr val="black"/>
                </a:solidFill>
              </a:rPr>
              <a:t>, </a:t>
            </a:r>
            <a:r>
              <a:rPr lang="en-US" sz="2400" dirty="0" smtClean="0">
                <a:solidFill>
                  <a:prstClr val="black"/>
                </a:solidFill>
              </a:rPr>
              <a:t>NAK (</a:t>
            </a:r>
            <a:r>
              <a:rPr lang="en-US" sz="2400" dirty="0"/>
              <a:t>Negative Acknowledgment</a:t>
            </a:r>
            <a:r>
              <a:rPr lang="en-US" sz="2400" dirty="0" smtClean="0">
                <a:solidFill>
                  <a:prstClr val="black"/>
                </a:solidFill>
              </a:rPr>
              <a:t>), </a:t>
            </a:r>
            <a:r>
              <a:rPr lang="en-US" sz="2400" dirty="0" smtClean="0">
                <a:solidFill>
                  <a:prstClr val="black"/>
                </a:solidFill>
              </a:rPr>
              <a:t>Sequence numbers and Timers</a:t>
            </a:r>
          </a:p>
          <a:p>
            <a:pPr>
              <a:defRPr/>
            </a:pPr>
            <a:r>
              <a:rPr lang="en-US" sz="2400" dirty="0" smtClean="0">
                <a:solidFill>
                  <a:prstClr val="black"/>
                </a:solidFill>
              </a:rPr>
              <a:t> Very </a:t>
            </a:r>
            <a:r>
              <a:rPr lang="en-US" sz="2400" dirty="0">
                <a:solidFill>
                  <a:prstClr val="black"/>
                </a:solidFill>
              </a:rPr>
              <a:t>simple model</a:t>
            </a:r>
            <a:r>
              <a:rPr lang="en-US" sz="2400" dirty="0" smtClean="0">
                <a:solidFill>
                  <a:prstClr val="black"/>
                </a:solidFill>
              </a:rPr>
              <a:t>. Everything </a:t>
            </a:r>
            <a:r>
              <a:rPr lang="en-US" sz="2400" dirty="0">
                <a:solidFill>
                  <a:prstClr val="black"/>
                </a:solidFill>
              </a:rPr>
              <a:t>works perfectly</a:t>
            </a:r>
            <a:r>
              <a:rPr lang="en-US" sz="2400" dirty="0" smtClean="0">
                <a:solidFill>
                  <a:prstClr val="black"/>
                </a:solidFill>
              </a:rPr>
              <a:t>. Not </a:t>
            </a:r>
            <a:r>
              <a:rPr lang="en-US" sz="2400" dirty="0">
                <a:solidFill>
                  <a:prstClr val="black"/>
                </a:solidFill>
              </a:rPr>
              <a:t>realistic.</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Freeform 6">
            <a:extLst>
              <a:ext uri="{FF2B5EF4-FFF2-40B4-BE49-F238E27FC236}">
                <a16:creationId xmlns="" xmlns:a16="http://schemas.microsoft.com/office/drawing/2014/main" id="{72679C5D-F3D6-DB4D-B0B3-7D339F36B74D}"/>
              </a:ext>
            </a:extLst>
          </p:cNvPr>
          <p:cNvSpPr>
            <a:spLocks/>
          </p:cNvSpPr>
          <p:nvPr/>
        </p:nvSpPr>
        <p:spPr bwMode="auto">
          <a:xfrm>
            <a:off x="2850759" y="4627024"/>
            <a:ext cx="611187" cy="1027112"/>
          </a:xfrm>
          <a:custGeom>
            <a:avLst/>
            <a:gdLst>
              <a:gd name="T0" fmla="*/ 0 w 735"/>
              <a:gd name="T1" fmla="*/ 2147483647 h 1080"/>
              <a:gd name="T2" fmla="*/ 0 w 735"/>
              <a:gd name="T3" fmla="*/ 2147483647 h 1080"/>
              <a:gd name="T4" fmla="*/ 0 60000 65536"/>
              <a:gd name="T5" fmla="*/ 0 60000 65536"/>
            </a:gdLst>
            <a:ahLst/>
            <a:cxnLst>
              <a:cxn ang="T4">
                <a:pos x="T0" y="T1"/>
              </a:cxn>
              <a:cxn ang="T5">
                <a:pos x="T2" y="T3"/>
              </a:cxn>
            </a:cxnLst>
            <a:rect l="0" t="0" r="r" b="b"/>
            <a:pathLst>
              <a:path w="735" h="1080">
                <a:moveTo>
                  <a:pt x="0" y="195"/>
                </a:moveTo>
                <a:cubicBezTo>
                  <a:pt x="690" y="0"/>
                  <a:pt x="735" y="1080"/>
                  <a:pt x="0" y="8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3" name="Text Box 7">
            <a:extLst>
              <a:ext uri="{FF2B5EF4-FFF2-40B4-BE49-F238E27FC236}">
                <a16:creationId xmlns="" xmlns:a16="http://schemas.microsoft.com/office/drawing/2014/main" id="{9B9E7156-7163-514D-9217-22616724C466}"/>
              </a:ext>
            </a:extLst>
          </p:cNvPr>
          <p:cNvSpPr txBox="1">
            <a:spLocks noChangeArrowheads="1"/>
          </p:cNvSpPr>
          <p:nvPr/>
        </p:nvSpPr>
        <p:spPr bwMode="auto">
          <a:xfrm>
            <a:off x="3251680" y="5048046"/>
            <a:ext cx="2682875"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packet = </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make_pkt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(data)</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udt_send</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(packet)</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nvGrpSpPr>
          <p:cNvPr id="5" name="Group 4">
            <a:extLst>
              <a:ext uri="{FF2B5EF4-FFF2-40B4-BE49-F238E27FC236}">
                <a16:creationId xmlns="" xmlns:a16="http://schemas.microsoft.com/office/drawing/2014/main" id="{C7585234-D59C-0545-841B-A27D389014BC}"/>
              </a:ext>
            </a:extLst>
          </p:cNvPr>
          <p:cNvGrpSpPr/>
          <p:nvPr/>
        </p:nvGrpSpPr>
        <p:grpSpPr>
          <a:xfrm>
            <a:off x="3261921" y="4671474"/>
            <a:ext cx="2255838" cy="428625"/>
            <a:chOff x="3084121" y="4379374"/>
            <a:chExt cx="2255838" cy="428625"/>
          </a:xfrm>
        </p:grpSpPr>
        <p:sp>
          <p:nvSpPr>
            <p:cNvPr id="44" name="Text Box 8">
              <a:extLst>
                <a:ext uri="{FF2B5EF4-FFF2-40B4-BE49-F238E27FC236}">
                  <a16:creationId xmlns="" xmlns:a16="http://schemas.microsoft.com/office/drawing/2014/main" id="{F76E2421-9F9F-FC42-837C-A6C05CDF5A21}"/>
                </a:ext>
              </a:extLst>
            </p:cNvPr>
            <p:cNvSpPr txBox="1">
              <a:spLocks noChangeArrowheads="1"/>
            </p:cNvSpPr>
            <p:nvPr/>
          </p:nvSpPr>
          <p:spPr bwMode="auto">
            <a:xfrm>
              <a:off x="3084121" y="4379374"/>
              <a:ext cx="2255838"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rdt_send</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(data)</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45" name="Line 9">
              <a:extLst>
                <a:ext uri="{FF2B5EF4-FFF2-40B4-BE49-F238E27FC236}">
                  <a16:creationId xmlns="" xmlns:a16="http://schemas.microsoft.com/office/drawing/2014/main" id="{7D992FAD-AF7B-FB47-8AD1-6805A49B2633}"/>
                </a:ext>
              </a:extLst>
            </p:cNvPr>
            <p:cNvSpPr>
              <a:spLocks noChangeShapeType="1"/>
            </p:cNvSpPr>
            <p:nvPr/>
          </p:nvSpPr>
          <p:spPr bwMode="auto">
            <a:xfrm>
              <a:off x="3184134" y="4722274"/>
              <a:ext cx="1296987"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47" name="Text Box 11">
            <a:extLst>
              <a:ext uri="{FF2B5EF4-FFF2-40B4-BE49-F238E27FC236}">
                <a16:creationId xmlns="" xmlns:a16="http://schemas.microsoft.com/office/drawing/2014/main" id="{3D37D715-DFFD-D144-86D7-84AAD14254C9}"/>
              </a:ext>
            </a:extLst>
          </p:cNvPr>
          <p:cNvSpPr txBox="1">
            <a:spLocks noChangeArrowheads="1"/>
          </p:cNvSpPr>
          <p:nvPr/>
        </p:nvSpPr>
        <p:spPr bwMode="auto">
          <a:xfrm>
            <a:off x="9581566" y="5063272"/>
            <a:ext cx="2487612"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extract (</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packet,data</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deliver_data</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(data)</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50" name="Freeform 14">
            <a:extLst>
              <a:ext uri="{FF2B5EF4-FFF2-40B4-BE49-F238E27FC236}">
                <a16:creationId xmlns="" xmlns:a16="http://schemas.microsoft.com/office/drawing/2014/main" id="{971AF932-17EF-C746-BE92-15D36EC0FFDD}"/>
              </a:ext>
            </a:extLst>
          </p:cNvPr>
          <p:cNvSpPr>
            <a:spLocks/>
          </p:cNvSpPr>
          <p:nvPr/>
        </p:nvSpPr>
        <p:spPr bwMode="auto">
          <a:xfrm>
            <a:off x="9171991" y="4666397"/>
            <a:ext cx="611187" cy="1027113"/>
          </a:xfrm>
          <a:custGeom>
            <a:avLst/>
            <a:gdLst>
              <a:gd name="T0" fmla="*/ 0 w 735"/>
              <a:gd name="T1" fmla="*/ 2147483647 h 1080"/>
              <a:gd name="T2" fmla="*/ 0 w 735"/>
              <a:gd name="T3" fmla="*/ 2147483647 h 1080"/>
              <a:gd name="T4" fmla="*/ 0 60000 65536"/>
              <a:gd name="T5" fmla="*/ 0 60000 65536"/>
            </a:gdLst>
            <a:ahLst/>
            <a:cxnLst>
              <a:cxn ang="T4">
                <a:pos x="T0" y="T1"/>
              </a:cxn>
              <a:cxn ang="T5">
                <a:pos x="T2" y="T3"/>
              </a:cxn>
            </a:cxnLst>
            <a:rect l="0" t="0" r="r" b="b"/>
            <a:pathLst>
              <a:path w="735" h="1080">
                <a:moveTo>
                  <a:pt x="0" y="195"/>
                </a:moveTo>
                <a:cubicBezTo>
                  <a:pt x="690" y="0"/>
                  <a:pt x="735" y="1080"/>
                  <a:pt x="0" y="8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6" name="Group 5">
            <a:extLst>
              <a:ext uri="{FF2B5EF4-FFF2-40B4-BE49-F238E27FC236}">
                <a16:creationId xmlns="" xmlns:a16="http://schemas.microsoft.com/office/drawing/2014/main" id="{B8AF4F26-5E6F-8F4D-A612-50842B04E515}"/>
              </a:ext>
            </a:extLst>
          </p:cNvPr>
          <p:cNvGrpSpPr/>
          <p:nvPr/>
        </p:nvGrpSpPr>
        <p:grpSpPr>
          <a:xfrm>
            <a:off x="9597441" y="4742597"/>
            <a:ext cx="1541462" cy="336550"/>
            <a:chOff x="9419641" y="4450497"/>
            <a:chExt cx="1541462" cy="336550"/>
          </a:xfrm>
        </p:grpSpPr>
        <p:sp>
          <p:nvSpPr>
            <p:cNvPr id="52" name="Line 16">
              <a:extLst>
                <a:ext uri="{FF2B5EF4-FFF2-40B4-BE49-F238E27FC236}">
                  <a16:creationId xmlns="" xmlns:a16="http://schemas.microsoft.com/office/drawing/2014/main" id="{755DAE31-6FE9-AA43-BE65-0F2D63F3A75D}"/>
                </a:ext>
              </a:extLst>
            </p:cNvPr>
            <p:cNvSpPr>
              <a:spLocks noChangeShapeType="1"/>
            </p:cNvSpPr>
            <p:nvPr/>
          </p:nvSpPr>
          <p:spPr bwMode="auto">
            <a:xfrm>
              <a:off x="9505366" y="4774347"/>
              <a:ext cx="1296987"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4" name="Rectangle 18">
              <a:extLst>
                <a:ext uri="{FF2B5EF4-FFF2-40B4-BE49-F238E27FC236}">
                  <a16:creationId xmlns="" xmlns:a16="http://schemas.microsoft.com/office/drawing/2014/main" id="{CC7E66DF-39CF-1142-BEBC-BFB9E33B62F7}"/>
                </a:ext>
              </a:extLst>
            </p:cNvPr>
            <p:cNvSpPr>
              <a:spLocks noChangeArrowheads="1"/>
            </p:cNvSpPr>
            <p:nvPr/>
          </p:nvSpPr>
          <p:spPr bwMode="auto">
            <a:xfrm>
              <a:off x="9419641" y="4450497"/>
              <a:ext cx="15414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err="1">
                  <a:ln>
                    <a:noFill/>
                  </a:ln>
                  <a:solidFill>
                    <a:srgbClr val="000000"/>
                  </a:solidFill>
                  <a:effectLst/>
                  <a:uLnTx/>
                  <a:uFillTx/>
                  <a:latin typeface="Arial" charset="0"/>
                  <a:ea typeface="ＭＳ Ｐゴシック" charset="0"/>
                  <a:cs typeface="+mn-cs"/>
                </a:rPr>
                <a:t>rdt_rcv</a:t>
              </a:r>
              <a:r>
                <a:rPr kumimoji="0" lang="en-US" sz="1600" b="0" i="0" u="none" strike="noStrike" kern="1200" cap="none" spc="0" normalizeH="0" baseline="0" noProof="0" dirty="0">
                  <a:ln>
                    <a:noFill/>
                  </a:ln>
                  <a:solidFill>
                    <a:srgbClr val="000000"/>
                  </a:solidFill>
                  <a:effectLst/>
                  <a:uLnTx/>
                  <a:uFillTx/>
                  <a:latin typeface="Arial" charset="0"/>
                  <a:ea typeface="ＭＳ Ｐゴシック" charset="0"/>
                  <a:cs typeface="+mn-cs"/>
                </a:rPr>
                <a:t>(packet)</a:t>
              </a:r>
            </a:p>
          </p:txBody>
        </p:sp>
      </p:grpSp>
      <p:grpSp>
        <p:nvGrpSpPr>
          <p:cNvPr id="10" name="Group 9">
            <a:extLst>
              <a:ext uri="{FF2B5EF4-FFF2-40B4-BE49-F238E27FC236}">
                <a16:creationId xmlns="" xmlns:a16="http://schemas.microsoft.com/office/drawing/2014/main" id="{C6A7B144-988F-3142-A53D-2AD67E7E25EE}"/>
              </a:ext>
            </a:extLst>
          </p:cNvPr>
          <p:cNvGrpSpPr/>
          <p:nvPr/>
        </p:nvGrpSpPr>
        <p:grpSpPr>
          <a:xfrm>
            <a:off x="6812375" y="4666397"/>
            <a:ext cx="2496141" cy="1027113"/>
            <a:chOff x="6075775" y="5479197"/>
            <a:chExt cx="2496141" cy="1027113"/>
          </a:xfrm>
        </p:grpSpPr>
        <p:sp>
          <p:nvSpPr>
            <p:cNvPr id="48" name="Oval 12">
              <a:extLst>
                <a:ext uri="{FF2B5EF4-FFF2-40B4-BE49-F238E27FC236}">
                  <a16:creationId xmlns="" xmlns:a16="http://schemas.microsoft.com/office/drawing/2014/main" id="{15A02CFE-8E15-5B47-955E-884B96AD154D}"/>
                </a:ext>
              </a:extLst>
            </p:cNvPr>
            <p:cNvSpPr>
              <a:spLocks noChangeArrowheads="1"/>
            </p:cNvSpPr>
            <p:nvPr/>
          </p:nvSpPr>
          <p:spPr bwMode="auto">
            <a:xfrm>
              <a:off x="7536866" y="5495072"/>
              <a:ext cx="955675" cy="1011238"/>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9" name="Text Box 13">
              <a:extLst>
                <a:ext uri="{FF2B5EF4-FFF2-40B4-BE49-F238E27FC236}">
                  <a16:creationId xmlns="" xmlns:a16="http://schemas.microsoft.com/office/drawing/2014/main" id="{CBC9B555-6B5C-7741-88F2-5079C590022D}"/>
                </a:ext>
              </a:extLst>
            </p:cNvPr>
            <p:cNvSpPr txBox="1">
              <a:spLocks noChangeArrowheads="1"/>
            </p:cNvSpPr>
            <p:nvPr/>
          </p:nvSpPr>
          <p:spPr bwMode="auto">
            <a:xfrm>
              <a:off x="7473366" y="5580797"/>
              <a:ext cx="1098550" cy="91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Wait for call from below</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53" name="Line 17">
              <a:extLst>
                <a:ext uri="{FF2B5EF4-FFF2-40B4-BE49-F238E27FC236}">
                  <a16:creationId xmlns="" xmlns:a16="http://schemas.microsoft.com/office/drawing/2014/main" id="{07806C13-AC0C-744F-A689-B195B8638391}"/>
                </a:ext>
              </a:extLst>
            </p:cNvPr>
            <p:cNvSpPr>
              <a:spLocks noChangeShapeType="1"/>
            </p:cNvSpPr>
            <p:nvPr/>
          </p:nvSpPr>
          <p:spPr bwMode="auto">
            <a:xfrm>
              <a:off x="7213016" y="5479197"/>
              <a:ext cx="385762" cy="242888"/>
            </a:xfrm>
            <a:prstGeom prst="line">
              <a:avLst/>
            </a:prstGeom>
            <a:noFill/>
            <a:ln w="952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6" name="Text Box 20">
              <a:extLst>
                <a:ext uri="{FF2B5EF4-FFF2-40B4-BE49-F238E27FC236}">
                  <a16:creationId xmlns="" xmlns:a16="http://schemas.microsoft.com/office/drawing/2014/main" id="{AD290DCB-DA87-BF46-B9F0-5E8404C38FE9}"/>
                </a:ext>
              </a:extLst>
            </p:cNvPr>
            <p:cNvSpPr txBox="1">
              <a:spLocks noChangeArrowheads="1"/>
            </p:cNvSpPr>
            <p:nvPr/>
          </p:nvSpPr>
          <p:spPr bwMode="auto">
            <a:xfrm>
              <a:off x="6075775" y="5745404"/>
              <a:ext cx="12477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CC0000"/>
                  </a:solidFill>
                  <a:effectLst/>
                  <a:uLnTx/>
                  <a:uFillTx/>
                  <a:latin typeface="Tahoma" charset="0"/>
                  <a:ea typeface="ＭＳ Ｐゴシック" charset="0"/>
                  <a:cs typeface="+mn-cs"/>
                </a:rPr>
                <a:t>receiver</a:t>
              </a:r>
            </a:p>
          </p:txBody>
        </p:sp>
      </p:grpSp>
      <p:sp>
        <p:nvSpPr>
          <p:cNvPr id="25" name="Rectangle 3">
            <a:extLst>
              <a:ext uri="{FF2B5EF4-FFF2-40B4-BE49-F238E27FC236}">
                <a16:creationId xmlns="" xmlns:a16="http://schemas.microsoft.com/office/drawing/2014/main" id="{85610A16-2670-7448-8F41-F03B9E524F38}"/>
              </a:ext>
            </a:extLst>
          </p:cNvPr>
          <p:cNvSpPr txBox="1">
            <a:spLocks noChangeArrowheads="1"/>
          </p:cNvSpPr>
          <p:nvPr/>
        </p:nvSpPr>
        <p:spPr>
          <a:xfrm>
            <a:off x="721729" y="3524976"/>
            <a:ext cx="7896225" cy="15113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400" b="0" i="1" u="none" strike="noStrike" kern="1200" cap="none" spc="0" normalizeH="0" baseline="0" noProof="0" dirty="0">
                <a:ln>
                  <a:noFill/>
                </a:ln>
                <a:solidFill>
                  <a:srgbClr val="C00000"/>
                </a:solidFill>
                <a:effectLst/>
                <a:uLnTx/>
                <a:uFillTx/>
                <a:latin typeface="Calibri" panose="020F0502020204030204"/>
                <a:ea typeface="+mn-ea"/>
                <a:cs typeface="+mn-cs"/>
              </a:rPr>
              <a:t>separate</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FSMs for sender, receiver:</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sender sends data into underlying channel</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receiver reads data from underlying channel</a:t>
            </a:r>
          </a:p>
        </p:txBody>
      </p:sp>
      <p:grpSp>
        <p:nvGrpSpPr>
          <p:cNvPr id="9" name="Group 8">
            <a:extLst>
              <a:ext uri="{FF2B5EF4-FFF2-40B4-BE49-F238E27FC236}">
                <a16:creationId xmlns="" xmlns:a16="http://schemas.microsoft.com/office/drawing/2014/main" id="{7F2EE118-43B6-9B4F-B323-BCE06C274814}"/>
              </a:ext>
            </a:extLst>
          </p:cNvPr>
          <p:cNvGrpSpPr/>
          <p:nvPr/>
        </p:nvGrpSpPr>
        <p:grpSpPr>
          <a:xfrm>
            <a:off x="706840" y="4601624"/>
            <a:ext cx="2271310" cy="1027112"/>
            <a:chOff x="262340" y="5579524"/>
            <a:chExt cx="2271310" cy="1027112"/>
          </a:xfrm>
        </p:grpSpPr>
        <p:grpSp>
          <p:nvGrpSpPr>
            <p:cNvPr id="8" name="Group 7">
              <a:extLst>
                <a:ext uri="{FF2B5EF4-FFF2-40B4-BE49-F238E27FC236}">
                  <a16:creationId xmlns="" xmlns:a16="http://schemas.microsoft.com/office/drawing/2014/main" id="{685AB00B-9A93-AB4E-B61E-272D7AC641F9}"/>
                </a:ext>
              </a:extLst>
            </p:cNvPr>
            <p:cNvGrpSpPr/>
            <p:nvPr/>
          </p:nvGrpSpPr>
          <p:grpSpPr>
            <a:xfrm>
              <a:off x="262340" y="5579524"/>
              <a:ext cx="2201069" cy="1027112"/>
              <a:chOff x="795740" y="4614324"/>
              <a:chExt cx="2201069" cy="1027112"/>
            </a:xfrm>
          </p:grpSpPr>
          <p:sp>
            <p:nvSpPr>
              <p:cNvPr id="46" name="Line 10">
                <a:extLst>
                  <a:ext uri="{FF2B5EF4-FFF2-40B4-BE49-F238E27FC236}">
                    <a16:creationId xmlns="" xmlns:a16="http://schemas.microsoft.com/office/drawing/2014/main" id="{53CBEB33-D2BE-EA4E-9053-8A4F592B82D6}"/>
                  </a:ext>
                </a:extLst>
              </p:cNvPr>
              <p:cNvSpPr>
                <a:spLocks noChangeShapeType="1"/>
              </p:cNvSpPr>
              <p:nvPr/>
            </p:nvSpPr>
            <p:spPr bwMode="auto">
              <a:xfrm>
                <a:off x="1717284" y="4614324"/>
                <a:ext cx="385762" cy="242887"/>
              </a:xfrm>
              <a:prstGeom prst="line">
                <a:avLst/>
              </a:prstGeom>
              <a:noFill/>
              <a:ln w="952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5" name="Text Box 19">
                <a:extLst>
                  <a:ext uri="{FF2B5EF4-FFF2-40B4-BE49-F238E27FC236}">
                    <a16:creationId xmlns="" xmlns:a16="http://schemas.microsoft.com/office/drawing/2014/main" id="{16E30F35-9D21-5542-B316-8DC5ACBE27DA}"/>
                  </a:ext>
                </a:extLst>
              </p:cNvPr>
              <p:cNvSpPr txBox="1">
                <a:spLocks noChangeArrowheads="1"/>
              </p:cNvSpPr>
              <p:nvPr/>
            </p:nvSpPr>
            <p:spPr bwMode="auto">
              <a:xfrm>
                <a:off x="795740" y="4985781"/>
                <a:ext cx="1089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CC0000"/>
                    </a:solidFill>
                    <a:effectLst/>
                    <a:uLnTx/>
                    <a:uFillTx/>
                    <a:latin typeface="Tahoma" charset="0"/>
                    <a:ea typeface="ＭＳ Ｐゴシック" charset="0"/>
                    <a:cs typeface="+mn-cs"/>
                  </a:rPr>
                  <a:t>sender</a:t>
                </a:r>
              </a:p>
            </p:txBody>
          </p:sp>
          <p:sp>
            <p:nvSpPr>
              <p:cNvPr id="40" name="Oval 4">
                <a:extLst>
                  <a:ext uri="{FF2B5EF4-FFF2-40B4-BE49-F238E27FC236}">
                    <a16:creationId xmlns="" xmlns:a16="http://schemas.microsoft.com/office/drawing/2014/main" id="{1B157770-6762-CF45-9B74-7457DBFE2B56}"/>
                  </a:ext>
                </a:extLst>
              </p:cNvPr>
              <p:cNvSpPr>
                <a:spLocks noChangeArrowheads="1"/>
              </p:cNvSpPr>
              <p:nvPr/>
            </p:nvSpPr>
            <p:spPr bwMode="auto">
              <a:xfrm>
                <a:off x="2041134" y="4630199"/>
                <a:ext cx="955675" cy="1011237"/>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41" name="Text Box 5">
              <a:extLst>
                <a:ext uri="{FF2B5EF4-FFF2-40B4-BE49-F238E27FC236}">
                  <a16:creationId xmlns="" xmlns:a16="http://schemas.microsoft.com/office/drawing/2014/main" id="{CE38ECA0-E265-FA4A-950E-CC50EF2CA516}"/>
                </a:ext>
              </a:extLst>
            </p:cNvPr>
            <p:cNvSpPr txBox="1">
              <a:spLocks noChangeArrowheads="1"/>
            </p:cNvSpPr>
            <p:nvPr/>
          </p:nvSpPr>
          <p:spPr bwMode="auto">
            <a:xfrm>
              <a:off x="1435100" y="5693824"/>
              <a:ext cx="1098550" cy="912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Wait for call from above</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sp>
        <p:nvSpPr>
          <p:cNvPr id="27" name="Slide Number Placeholder 2">
            <a:extLst>
              <a:ext uri="{FF2B5EF4-FFF2-40B4-BE49-F238E27FC236}">
                <a16:creationId xmlns="" xmlns:a16="http://schemas.microsoft.com/office/drawing/2014/main" id="{4E6AC2D9-3427-7142-95C3-6DF77122338D}"/>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34</a:t>
            </a:fld>
            <a:endParaRPr lang="en-US" dirty="0"/>
          </a:p>
        </p:txBody>
      </p:sp>
    </p:spTree>
    <p:extLst>
      <p:ext uri="{BB962C8B-B14F-4D97-AF65-F5344CB8AC3E}">
        <p14:creationId xmlns:p14="http://schemas.microsoft.com/office/powerpoint/2010/main" val="851839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dissolve">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2"/>
                                        </p:tgtEl>
                                        <p:attrNameLst>
                                          <p:attrName>style.visibility</p:attrName>
                                        </p:attrNameLst>
                                      </p:cBhvr>
                                      <p:to>
                                        <p:strVal val="visible"/>
                                      </p:to>
                                    </p:set>
                                    <p:animEffect transition="in" filter="dissolve">
                                      <p:cBhvr>
                                        <p:cTn id="17" dur="500"/>
                                        <p:tgtEl>
                                          <p:spTgt spid="42"/>
                                        </p:tgtEl>
                                      </p:cBhvr>
                                    </p:animEffect>
                                  </p:childTnLst>
                                </p:cTn>
                              </p:par>
                            </p:childTnLst>
                          </p:cTn>
                        </p:par>
                        <p:par>
                          <p:cTn id="18" fill="hold">
                            <p:stCondLst>
                              <p:cond delay="500"/>
                            </p:stCondLst>
                            <p:childTnLst>
                              <p:par>
                                <p:cTn id="19" presetID="9" presetClass="entr" presetSubtype="0" fill="hold" nodeType="after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dissolve">
                                      <p:cBhvr>
                                        <p:cTn id="21" dur="500"/>
                                        <p:tgtEl>
                                          <p:spTgt spid="5"/>
                                        </p:tgtEl>
                                      </p:cBhvr>
                                    </p:animEffect>
                                  </p:childTnLst>
                                </p:cTn>
                              </p:par>
                            </p:childTnLst>
                          </p:cTn>
                        </p:par>
                        <p:par>
                          <p:cTn id="22" fill="hold">
                            <p:stCondLst>
                              <p:cond delay="1000"/>
                            </p:stCondLst>
                            <p:childTnLst>
                              <p:par>
                                <p:cTn id="23" presetID="9" presetClass="entr" presetSubtype="0" fill="hold" grpId="0" nodeType="afterEffect">
                                  <p:stCondLst>
                                    <p:cond delay="0"/>
                                  </p:stCondLst>
                                  <p:childTnLst>
                                    <p:set>
                                      <p:cBhvr>
                                        <p:cTn id="24" dur="1" fill="hold">
                                          <p:stCondLst>
                                            <p:cond delay="0"/>
                                          </p:stCondLst>
                                        </p:cTn>
                                        <p:tgtEl>
                                          <p:spTgt spid="43"/>
                                        </p:tgtEl>
                                        <p:attrNameLst>
                                          <p:attrName>style.visibility</p:attrName>
                                        </p:attrNameLst>
                                      </p:cBhvr>
                                      <p:to>
                                        <p:strVal val="visible"/>
                                      </p:to>
                                    </p:set>
                                    <p:animEffect transition="in" filter="dissolve">
                                      <p:cBhvr>
                                        <p:cTn id="25" dur="500"/>
                                        <p:tgtEl>
                                          <p:spTgt spid="43"/>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dissolve">
                                      <p:cBhvr>
                                        <p:cTn id="30" dur="5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50"/>
                                        </p:tgtEl>
                                        <p:attrNameLst>
                                          <p:attrName>style.visibility</p:attrName>
                                        </p:attrNameLst>
                                      </p:cBhvr>
                                      <p:to>
                                        <p:strVal val="visible"/>
                                      </p:to>
                                    </p:set>
                                    <p:animEffect transition="in" filter="dissolve">
                                      <p:cBhvr>
                                        <p:cTn id="35" dur="500"/>
                                        <p:tgtEl>
                                          <p:spTgt spid="50"/>
                                        </p:tgtEl>
                                      </p:cBhvr>
                                    </p:animEffect>
                                  </p:childTnLst>
                                </p:cTn>
                              </p:par>
                            </p:childTnLst>
                          </p:cTn>
                        </p:par>
                        <p:par>
                          <p:cTn id="36" fill="hold">
                            <p:stCondLst>
                              <p:cond delay="500"/>
                            </p:stCondLst>
                            <p:childTnLst>
                              <p:par>
                                <p:cTn id="37" presetID="9" presetClass="entr" presetSubtype="0" fill="hold" nodeType="afterEffect">
                                  <p:stCondLst>
                                    <p:cond delay="0"/>
                                  </p:stCondLst>
                                  <p:childTnLst>
                                    <p:set>
                                      <p:cBhvr>
                                        <p:cTn id="38" dur="1" fill="hold">
                                          <p:stCondLst>
                                            <p:cond delay="0"/>
                                          </p:stCondLst>
                                        </p:cTn>
                                        <p:tgtEl>
                                          <p:spTgt spid="6"/>
                                        </p:tgtEl>
                                        <p:attrNameLst>
                                          <p:attrName>style.visibility</p:attrName>
                                        </p:attrNameLst>
                                      </p:cBhvr>
                                      <p:to>
                                        <p:strVal val="visible"/>
                                      </p:to>
                                    </p:set>
                                    <p:animEffect transition="in" filter="dissolve">
                                      <p:cBhvr>
                                        <p:cTn id="39" dur="500"/>
                                        <p:tgtEl>
                                          <p:spTgt spid="6"/>
                                        </p:tgtEl>
                                      </p:cBhvr>
                                    </p:animEffect>
                                  </p:childTnLst>
                                </p:cTn>
                              </p:par>
                            </p:childTnLst>
                          </p:cTn>
                        </p:par>
                        <p:par>
                          <p:cTn id="40" fill="hold">
                            <p:stCondLst>
                              <p:cond delay="1000"/>
                            </p:stCondLst>
                            <p:childTnLst>
                              <p:par>
                                <p:cTn id="41" presetID="9" presetClass="entr" presetSubtype="0" fill="hold" grpId="0" nodeType="afterEffect">
                                  <p:stCondLst>
                                    <p:cond delay="0"/>
                                  </p:stCondLst>
                                  <p:childTnLst>
                                    <p:set>
                                      <p:cBhvr>
                                        <p:cTn id="42" dur="1" fill="hold">
                                          <p:stCondLst>
                                            <p:cond delay="0"/>
                                          </p:stCondLst>
                                        </p:cTn>
                                        <p:tgtEl>
                                          <p:spTgt spid="47"/>
                                        </p:tgtEl>
                                        <p:attrNameLst>
                                          <p:attrName>style.visibility</p:attrName>
                                        </p:attrNameLst>
                                      </p:cBhvr>
                                      <p:to>
                                        <p:strVal val="visible"/>
                                      </p:to>
                                    </p:set>
                                    <p:animEffect transition="in" filter="dissolve">
                                      <p:cBhvr>
                                        <p:cTn id="43"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43" grpId="0"/>
      <p:bldP spid="47" grpId="0"/>
      <p:bldP spid="50" grpId="0" animBg="1"/>
      <p:bldP spid="2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rdt2.0: channel with bit errors</a:t>
            </a:r>
            <a:endParaRPr lang="en-US" sz="4400" dirty="0"/>
          </a:p>
        </p:txBody>
      </p:sp>
      <p:sp>
        <p:nvSpPr>
          <p:cNvPr id="23" name="Rectangle 3">
            <a:extLst>
              <a:ext uri="{FF2B5EF4-FFF2-40B4-BE49-F238E27FC236}">
                <a16:creationId xmlns="" xmlns:a16="http://schemas.microsoft.com/office/drawing/2014/main" id="{3E368E9F-FC61-C94B-B4CE-5CA7B0FEB788}"/>
              </a:ext>
            </a:extLst>
          </p:cNvPr>
          <p:cNvSpPr txBox="1">
            <a:spLocks noChangeArrowheads="1"/>
          </p:cNvSpPr>
          <p:nvPr/>
        </p:nvSpPr>
        <p:spPr>
          <a:xfrm>
            <a:off x="673994" y="1482748"/>
            <a:ext cx="11100625" cy="4448175"/>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marR="0" lvl="0" indent="-292100" algn="l" defTabSz="914400" rtl="0" eaLnBrk="1" fontAlgn="auto" latinLnBrk="0" hangingPunct="1">
              <a:lnSpc>
                <a:spcPct val="75000"/>
              </a:lnSpc>
              <a:spcBef>
                <a:spcPts val="1000"/>
              </a:spcBef>
              <a:spcAft>
                <a:spcPts val="0"/>
              </a:spcAft>
              <a:buClr>
                <a:srgbClr val="0000A3"/>
              </a:buClr>
              <a:buSzTx/>
              <a:buFont typeface="Wingdings" charset="2"/>
              <a:buChar char="§"/>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lide Number Placeholder 2">
            <a:extLst>
              <a:ext uri="{FF2B5EF4-FFF2-40B4-BE49-F238E27FC236}">
                <a16:creationId xmlns="" xmlns:a16="http://schemas.microsoft.com/office/drawing/2014/main" id="{05B1A153-C333-754C-9249-656206CB5CCF}"/>
              </a:ext>
            </a:extLst>
          </p:cNvPr>
          <p:cNvSpPr>
            <a:spLocks noGrp="1"/>
          </p:cNvSpPr>
          <p:nvPr>
            <p:ph type="sldNum" sz="quarter" idx="4"/>
          </p:nvPr>
        </p:nvSpPr>
        <p:spPr>
          <a:xfrm>
            <a:off x="9219616" y="644308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Transport Layer: 3-</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
        <p:nvSpPr>
          <p:cNvPr id="3" name="Rectangle 2"/>
          <p:cNvSpPr/>
          <p:nvPr/>
        </p:nvSpPr>
        <p:spPr>
          <a:xfrm>
            <a:off x="798690" y="1211968"/>
            <a:ext cx="10513157" cy="4832092"/>
          </a:xfrm>
          <a:prstGeom prst="rect">
            <a:avLst/>
          </a:prstGeom>
        </p:spPr>
        <p:txBody>
          <a:bodyPr wrap="square">
            <a:spAutoFit/>
          </a:bodyPr>
          <a:lstStyle/>
          <a:p>
            <a:pPr marL="457200" indent="-457200">
              <a:buFont typeface="Arial" panose="020B0604020202020204" pitchFamily="34" charset="0"/>
              <a:buChar char="•"/>
            </a:pPr>
            <a:r>
              <a:rPr lang="en-US" sz="2800" dirty="0"/>
              <a:t>Packets can get bit errors during transmission</a:t>
            </a:r>
            <a:r>
              <a:rPr lang="en-US" sz="2800" dirty="0" smtClean="0"/>
              <a:t>.</a:t>
            </a:r>
          </a:p>
          <a:p>
            <a:pPr marL="457200" indent="-457200">
              <a:buFont typeface="Arial" panose="020B0604020202020204" pitchFamily="34" charset="0"/>
              <a:buChar char="•"/>
            </a:pPr>
            <a:r>
              <a:rPr lang="en-US" sz="2800" b="1" dirty="0"/>
              <a:t>Example</a:t>
            </a:r>
            <a:r>
              <a:rPr lang="en-US" sz="2800" dirty="0" smtClean="0"/>
              <a:t>: 01</a:t>
            </a:r>
            <a:r>
              <a:rPr lang="en-US" sz="2800" dirty="0" smtClean="0">
                <a:solidFill>
                  <a:srgbClr val="FF0000"/>
                </a:solidFill>
              </a:rPr>
              <a:t>0101</a:t>
            </a:r>
            <a:r>
              <a:rPr lang="en-US" sz="2800" dirty="0" smtClean="0"/>
              <a:t>10 </a:t>
            </a:r>
            <a:r>
              <a:rPr lang="en-US" sz="2800" dirty="0"/>
              <a:t>→ </a:t>
            </a:r>
            <a:r>
              <a:rPr lang="en-US" sz="2800" dirty="0" smtClean="0"/>
              <a:t>01</a:t>
            </a:r>
            <a:r>
              <a:rPr lang="en-US" sz="2800" dirty="0" smtClean="0">
                <a:solidFill>
                  <a:srgbClr val="FF0000"/>
                </a:solidFill>
              </a:rPr>
              <a:t>0001</a:t>
            </a:r>
            <a:r>
              <a:rPr lang="en-US" sz="2800" dirty="0" smtClean="0"/>
              <a:t>10</a:t>
            </a:r>
          </a:p>
          <a:p>
            <a:r>
              <a:rPr lang="en-US" sz="2800" b="1" dirty="0">
                <a:solidFill>
                  <a:srgbClr val="0000A3"/>
                </a:solidFill>
              </a:rPr>
              <a:t>Sender behavior</a:t>
            </a:r>
            <a:r>
              <a:rPr lang="en-US" sz="2800" b="1" dirty="0" smtClean="0">
                <a:solidFill>
                  <a:srgbClr val="0000A3"/>
                </a:solidFill>
              </a:rPr>
              <a:t>:</a:t>
            </a:r>
          </a:p>
          <a:p>
            <a:pPr marL="457200" indent="-457200">
              <a:buFont typeface="Arial" panose="020B0604020202020204" pitchFamily="34" charset="0"/>
              <a:buChar char="•"/>
            </a:pPr>
            <a:r>
              <a:rPr lang="en-US" sz="2800" dirty="0" smtClean="0"/>
              <a:t>Sends </a:t>
            </a:r>
            <a:r>
              <a:rPr lang="en-US" sz="2800" dirty="0"/>
              <a:t>a </a:t>
            </a:r>
            <a:r>
              <a:rPr lang="en-US" sz="2800" dirty="0" smtClean="0"/>
              <a:t>packet</a:t>
            </a:r>
          </a:p>
          <a:p>
            <a:pPr marL="457200" indent="-457200">
              <a:buFont typeface="Arial" panose="020B0604020202020204" pitchFamily="34" charset="0"/>
              <a:buChar char="•"/>
            </a:pPr>
            <a:r>
              <a:rPr lang="en-US" sz="2800" dirty="0" smtClean="0"/>
              <a:t>Waits </a:t>
            </a:r>
            <a:r>
              <a:rPr lang="en-US" sz="2800" dirty="0"/>
              <a:t>for </a:t>
            </a:r>
            <a:r>
              <a:rPr lang="en-US" sz="2800" dirty="0" smtClean="0"/>
              <a:t>ACK/NAK</a:t>
            </a:r>
          </a:p>
          <a:p>
            <a:pPr marL="457200" indent="-457200">
              <a:buFont typeface="Arial" panose="020B0604020202020204" pitchFamily="34" charset="0"/>
              <a:buChar char="•"/>
            </a:pPr>
            <a:r>
              <a:rPr lang="en-US" sz="2800" dirty="0" smtClean="0"/>
              <a:t>If </a:t>
            </a:r>
            <a:r>
              <a:rPr lang="en-US" sz="2800" dirty="0"/>
              <a:t>ACK → send next </a:t>
            </a:r>
            <a:r>
              <a:rPr lang="en-US" sz="2800" dirty="0" smtClean="0"/>
              <a:t>packet</a:t>
            </a:r>
          </a:p>
          <a:p>
            <a:pPr marL="457200" indent="-457200">
              <a:buFont typeface="Arial" panose="020B0604020202020204" pitchFamily="34" charset="0"/>
              <a:buChar char="•"/>
            </a:pPr>
            <a:r>
              <a:rPr lang="en-US" sz="2800" dirty="0" smtClean="0"/>
              <a:t>If </a:t>
            </a:r>
            <a:r>
              <a:rPr lang="en-US" sz="2800" dirty="0"/>
              <a:t>NAK → </a:t>
            </a:r>
            <a:r>
              <a:rPr lang="en-US" sz="2800" dirty="0" smtClean="0"/>
              <a:t>retransmit</a:t>
            </a:r>
          </a:p>
          <a:p>
            <a:r>
              <a:rPr lang="en-US" sz="2800" b="1" dirty="0">
                <a:solidFill>
                  <a:srgbClr val="0000A3"/>
                </a:solidFill>
              </a:rPr>
              <a:t>Receiver behavior</a:t>
            </a:r>
            <a:r>
              <a:rPr lang="en-US" sz="2800" b="1" dirty="0" smtClean="0">
                <a:solidFill>
                  <a:srgbClr val="0000A3"/>
                </a:solidFill>
              </a:rPr>
              <a:t>:</a:t>
            </a:r>
          </a:p>
          <a:p>
            <a:pPr marL="457200" indent="-457200">
              <a:buFont typeface="Arial" panose="020B0604020202020204" pitchFamily="34" charset="0"/>
              <a:buChar char="•"/>
            </a:pPr>
            <a:r>
              <a:rPr lang="en-US" sz="2800" dirty="0" smtClean="0"/>
              <a:t>Checks checksum</a:t>
            </a:r>
          </a:p>
          <a:p>
            <a:pPr marL="457200" indent="-457200">
              <a:buFont typeface="Arial" panose="020B0604020202020204" pitchFamily="34" charset="0"/>
              <a:buChar char="•"/>
            </a:pPr>
            <a:r>
              <a:rPr lang="en-US" sz="2800" dirty="0" smtClean="0"/>
              <a:t>If </a:t>
            </a:r>
            <a:r>
              <a:rPr lang="en-US" sz="2800" dirty="0"/>
              <a:t>OK → send </a:t>
            </a:r>
            <a:r>
              <a:rPr lang="en-US" sz="2800" dirty="0" smtClean="0"/>
              <a:t>ACK</a:t>
            </a:r>
          </a:p>
          <a:p>
            <a:pPr marL="457200" indent="-457200">
              <a:buFont typeface="Arial" panose="020B0604020202020204" pitchFamily="34" charset="0"/>
              <a:buChar char="•"/>
            </a:pPr>
            <a:r>
              <a:rPr lang="en-US" sz="2800" dirty="0" smtClean="0"/>
              <a:t>If </a:t>
            </a:r>
            <a:r>
              <a:rPr lang="en-US" sz="2800" dirty="0"/>
              <a:t>corrupted → send NAK</a:t>
            </a:r>
          </a:p>
        </p:txBody>
      </p:sp>
    </p:spTree>
    <p:extLst>
      <p:ext uri="{BB962C8B-B14F-4D97-AF65-F5344CB8AC3E}">
        <p14:creationId xmlns:p14="http://schemas.microsoft.com/office/powerpoint/2010/main" val="28116504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rdt2.0: channel with bit errors</a:t>
            </a:r>
            <a:endParaRPr lang="en-US" sz="4400" dirty="0"/>
          </a:p>
        </p:txBody>
      </p:sp>
      <p:sp>
        <p:nvSpPr>
          <p:cNvPr id="23" name="Rectangle 3">
            <a:extLst>
              <a:ext uri="{FF2B5EF4-FFF2-40B4-BE49-F238E27FC236}">
                <a16:creationId xmlns="" xmlns:a16="http://schemas.microsoft.com/office/drawing/2014/main" id="{3E368E9F-FC61-C94B-B4CE-5CA7B0FEB788}"/>
              </a:ext>
            </a:extLst>
          </p:cNvPr>
          <p:cNvSpPr txBox="1">
            <a:spLocks noChangeArrowheads="1"/>
          </p:cNvSpPr>
          <p:nvPr/>
        </p:nvSpPr>
        <p:spPr>
          <a:xfrm>
            <a:off x="673994" y="1274398"/>
            <a:ext cx="11100625" cy="4448175"/>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9575" marR="0" lvl="0" indent="-295275" algn="l" defTabSz="914400" rtl="0" eaLnBrk="1" fontAlgn="auto" latinLnBrk="0" hangingPunct="1">
              <a:lnSpc>
                <a:spcPct val="75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underlying channel may flip bits in packet</a:t>
            </a:r>
          </a:p>
          <a:p>
            <a:pPr marL="695325" marR="0" lvl="1" indent="-231775" algn="l" defTabSz="914400" rtl="0" eaLnBrk="1" fontAlgn="auto" latinLnBrk="0" hangingPunct="1">
              <a:lnSpc>
                <a:spcPct val="80000"/>
              </a:lnSpc>
              <a:spcBef>
                <a:spcPts val="800"/>
              </a:spcBef>
              <a:spcAft>
                <a:spcPts val="0"/>
              </a:spcAft>
              <a:buClr>
                <a:srgbClr val="0000A8"/>
              </a:buClr>
              <a:buSzTx/>
              <a:buFont typeface="Arial"/>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checksum to detect bit errors</a:t>
            </a:r>
          </a:p>
          <a:p>
            <a:pPr marL="409575" marR="0" lvl="0" indent="-279400" algn="l" defTabSz="914400" rtl="0" eaLnBrk="1" fontAlgn="auto" latinLnBrk="0" hangingPunct="1">
              <a:lnSpc>
                <a:spcPct val="75000"/>
              </a:lnSpc>
              <a:spcBef>
                <a:spcPts val="1000"/>
              </a:spcBef>
              <a:spcAft>
                <a:spcPts val="0"/>
              </a:spcAft>
              <a:buClr>
                <a:srgbClr val="0000A3"/>
              </a:buClr>
              <a:buSzTx/>
              <a:buFont typeface="Wingdings" charset="2"/>
              <a:buChar char="§"/>
              <a:tabLst/>
              <a:defRPr/>
            </a:pPr>
            <a:r>
              <a:rPr kumimoji="0" lang="en-US" sz="3200" b="0" i="1" u="none" strike="noStrike" kern="1200" cap="none" spc="0" normalizeH="0" baseline="0" noProof="0" dirty="0">
                <a:ln>
                  <a:noFill/>
                </a:ln>
                <a:solidFill>
                  <a:prstClr val="black"/>
                </a:solidFill>
                <a:effectLst/>
                <a:uLnTx/>
                <a:uFillTx/>
                <a:latin typeface="Calibri" panose="020F0502020204030204"/>
                <a:ea typeface="+mn-ea"/>
                <a:cs typeface="+mn-cs"/>
              </a:rPr>
              <a:t>the</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 question: how to recover from errors?</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Rectangle 2">
            <a:extLst>
              <a:ext uri="{FF2B5EF4-FFF2-40B4-BE49-F238E27FC236}">
                <a16:creationId xmlns="" xmlns:a16="http://schemas.microsoft.com/office/drawing/2014/main" id="{6EBA4373-2F4E-9C40-8D34-CD4CD038CE07}"/>
              </a:ext>
            </a:extLst>
          </p:cNvPr>
          <p:cNvSpPr txBox="1">
            <a:spLocks noChangeArrowheads="1"/>
          </p:cNvSpPr>
          <p:nvPr/>
        </p:nvSpPr>
        <p:spPr>
          <a:xfrm>
            <a:off x="662419" y="2680738"/>
            <a:ext cx="11004862" cy="2157003"/>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95325" marR="0" lvl="1" indent="-231775" algn="l" defTabSz="914400" rtl="0" eaLnBrk="1" fontAlgn="auto" latinLnBrk="0" hangingPunct="1">
              <a:lnSpc>
                <a:spcPct val="90000"/>
              </a:lnSpc>
              <a:spcBef>
                <a:spcPct val="45000"/>
              </a:spcBef>
              <a:spcAft>
                <a:spcPts val="0"/>
              </a:spcAft>
              <a:buClr>
                <a:srgbClr val="0000A8"/>
              </a:buClr>
              <a:buSzTx/>
              <a:buFont typeface="Arial"/>
              <a:buChar char="•"/>
              <a:tabLst/>
              <a:defRPr/>
            </a:pPr>
            <a:r>
              <a:rPr kumimoji="0" lang="en-US" sz="2800" b="0" i="1" u="none" strike="noStrike" kern="1200" cap="none" spc="0" normalizeH="0" baseline="0" noProof="0" dirty="0">
                <a:ln>
                  <a:noFill/>
                </a:ln>
                <a:solidFill>
                  <a:srgbClr val="CC0000"/>
                </a:solidFill>
                <a:effectLst/>
                <a:uLnTx/>
                <a:uFillTx/>
                <a:latin typeface="Calibri" panose="020F0502020204030204"/>
                <a:ea typeface="+mn-ea"/>
                <a:cs typeface="+mn-cs"/>
              </a:rPr>
              <a:t>acknowledgements (ACKs):</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receiver explicitly tells sender that pkt received OK</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800" b="0" i="1" u="none" strike="noStrike" kern="1200" cap="none" spc="0" normalizeH="0" baseline="0" noProof="0" dirty="0">
                <a:ln>
                  <a:noFill/>
                </a:ln>
                <a:solidFill>
                  <a:srgbClr val="CC0000"/>
                </a:solidFill>
                <a:effectLst/>
                <a:uLnTx/>
                <a:uFillTx/>
                <a:latin typeface="Calibri" panose="020F0502020204030204"/>
                <a:ea typeface="+mn-ea"/>
                <a:cs typeface="+mn-cs"/>
              </a:rPr>
              <a:t>negative acknowledgements (NAKs):</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receiver explicitly tells sender that pkt had errors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sender </a:t>
            </a:r>
            <a:r>
              <a:rPr kumimoji="0" lang="en-US" sz="2800" b="0" i="1" u="none" strike="noStrike" kern="1200" cap="none" spc="0" normalizeH="0" baseline="0" noProof="0" dirty="0">
                <a:ln>
                  <a:noFill/>
                </a:ln>
                <a:solidFill>
                  <a:srgbClr val="C00000"/>
                </a:solidFill>
                <a:effectLst/>
                <a:uLnTx/>
                <a:uFillTx/>
                <a:latin typeface="Calibri" panose="020F0502020204030204"/>
                <a:ea typeface="+mn-ea"/>
                <a:cs typeface="+mn-cs"/>
              </a:rPr>
              <a:t>retransmits</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pkt on receipt of NAK</a:t>
            </a:r>
          </a:p>
        </p:txBody>
      </p:sp>
      <p:grpSp>
        <p:nvGrpSpPr>
          <p:cNvPr id="7" name="Group 13">
            <a:extLst>
              <a:ext uri="{FF2B5EF4-FFF2-40B4-BE49-F238E27FC236}">
                <a16:creationId xmlns="" xmlns:a16="http://schemas.microsoft.com/office/drawing/2014/main" id="{0DED2191-7C7B-EA46-AFB1-5A7A4509EEC8}"/>
              </a:ext>
            </a:extLst>
          </p:cNvPr>
          <p:cNvGrpSpPr>
            <a:grpSpLocks/>
          </p:cNvGrpSpPr>
          <p:nvPr/>
        </p:nvGrpSpPr>
        <p:grpSpPr bwMode="auto">
          <a:xfrm>
            <a:off x="937549" y="5087786"/>
            <a:ext cx="10729731" cy="1220788"/>
            <a:chOff x="1552" y="2800"/>
            <a:chExt cx="2578" cy="769"/>
          </a:xfrm>
        </p:grpSpPr>
        <p:sp>
          <p:nvSpPr>
            <p:cNvPr id="8" name="Rectangle 7">
              <a:extLst>
                <a:ext uri="{FF2B5EF4-FFF2-40B4-BE49-F238E27FC236}">
                  <a16:creationId xmlns="" xmlns:a16="http://schemas.microsoft.com/office/drawing/2014/main" id="{CA5C33DB-F1DF-074B-AA2F-B41978703359}"/>
                </a:ext>
              </a:extLst>
            </p:cNvPr>
            <p:cNvSpPr>
              <a:spLocks noChangeArrowheads="1"/>
            </p:cNvSpPr>
            <p:nvPr/>
          </p:nvSpPr>
          <p:spPr bwMode="auto">
            <a:xfrm>
              <a:off x="1552" y="2974"/>
              <a:ext cx="2578" cy="595"/>
            </a:xfrm>
            <a:prstGeom prst="rect">
              <a:avLst/>
            </a:prstGeom>
            <a:noFill/>
            <a:ln w="19050">
              <a:solidFill>
                <a:srgbClr val="CC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9" name="Rectangle 9">
              <a:extLst>
                <a:ext uri="{FF2B5EF4-FFF2-40B4-BE49-F238E27FC236}">
                  <a16:creationId xmlns="" xmlns:a16="http://schemas.microsoft.com/office/drawing/2014/main" id="{CB4139DF-921F-E940-9AD8-677EFA8E24B3}"/>
                </a:ext>
              </a:extLst>
            </p:cNvPr>
            <p:cNvSpPr>
              <a:spLocks noChangeArrowheads="1"/>
            </p:cNvSpPr>
            <p:nvPr/>
          </p:nvSpPr>
          <p:spPr bwMode="auto">
            <a:xfrm>
              <a:off x="2226" y="2864"/>
              <a:ext cx="88" cy="22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0" name="Text Box 10">
              <a:extLst>
                <a:ext uri="{FF2B5EF4-FFF2-40B4-BE49-F238E27FC236}">
                  <a16:creationId xmlns="" xmlns:a16="http://schemas.microsoft.com/office/drawing/2014/main" id="{B44BC4A2-14C8-8A47-B1A1-506171B4D389}"/>
                </a:ext>
              </a:extLst>
            </p:cNvPr>
            <p:cNvSpPr txBox="1">
              <a:spLocks noChangeArrowheads="1"/>
            </p:cNvSpPr>
            <p:nvPr/>
          </p:nvSpPr>
          <p:spPr bwMode="auto">
            <a:xfrm>
              <a:off x="1724" y="2800"/>
              <a:ext cx="687" cy="36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stop and wait</a:t>
              </a:r>
            </a:p>
          </p:txBody>
        </p:sp>
        <p:sp>
          <p:nvSpPr>
            <p:cNvPr id="11" name="Text Box 6">
              <a:extLst>
                <a:ext uri="{FF2B5EF4-FFF2-40B4-BE49-F238E27FC236}">
                  <a16:creationId xmlns="" xmlns:a16="http://schemas.microsoft.com/office/drawing/2014/main" id="{EEE47A92-87A4-AD48-8A94-DC9DCFA6DD50}"/>
                </a:ext>
              </a:extLst>
            </p:cNvPr>
            <p:cNvSpPr txBox="1">
              <a:spLocks noChangeArrowheads="1"/>
            </p:cNvSpPr>
            <p:nvPr/>
          </p:nvSpPr>
          <p:spPr bwMode="auto">
            <a:xfrm>
              <a:off x="1678" y="3136"/>
              <a:ext cx="2452" cy="3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CC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sender sends one packet, </a:t>
              </a:r>
              <a:r>
                <a:rPr kumimoji="0" lang="en-US" sz="3200" b="0" i="0" u="none" strike="noStrike" kern="1200" cap="none" spc="0" normalizeH="0" baseline="0" noProof="0" dirty="0" smtClean="0">
                  <a:ln>
                    <a:noFill/>
                  </a:ln>
                  <a:solidFill>
                    <a:prstClr val="black"/>
                  </a:solidFill>
                  <a:effectLst/>
                  <a:uLnTx/>
                  <a:uFillTx/>
                  <a:latin typeface="Calibri" panose="020F0502020204030204"/>
                  <a:ea typeface="ＭＳ Ｐゴシック" charset="0"/>
                  <a:cs typeface="+mn-cs"/>
                </a:rPr>
                <a:t>then </a:t>
              </a:r>
              <a:r>
                <a:rPr kumimoji="0" lang="en-US" sz="32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waits for receiver </a:t>
              </a:r>
              <a:r>
                <a:rPr kumimoji="0" lang="en-US" sz="3200" b="0" i="0" u="none" strike="noStrike" kern="1200" cap="none" spc="0" normalizeH="0" baseline="0" noProof="0" dirty="0" smtClean="0">
                  <a:ln>
                    <a:noFill/>
                  </a:ln>
                  <a:solidFill>
                    <a:prstClr val="black"/>
                  </a:solidFill>
                  <a:effectLst/>
                  <a:uLnTx/>
                  <a:uFillTx/>
                  <a:latin typeface="Calibri" panose="020F0502020204030204"/>
                  <a:ea typeface="ＭＳ Ｐゴシック" charset="0"/>
                  <a:cs typeface="+mn-cs"/>
                </a:rPr>
                <a:t>response</a:t>
              </a:r>
              <a:endParaRPr kumimoji="0" lang="en-US" sz="32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grpSp>
      <p:sp>
        <p:nvSpPr>
          <p:cNvPr id="12" name="Slide Number Placeholder 2">
            <a:extLst>
              <a:ext uri="{FF2B5EF4-FFF2-40B4-BE49-F238E27FC236}">
                <a16:creationId xmlns="" xmlns:a16="http://schemas.microsoft.com/office/drawing/2014/main" id="{8EDA3199-9071-AC4D-8C68-A368602E92B1}"/>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36</a:t>
            </a:fld>
            <a:endParaRPr lang="en-US" dirty="0"/>
          </a:p>
        </p:txBody>
      </p:sp>
    </p:spTree>
    <p:extLst>
      <p:ext uri="{BB962C8B-B14F-4D97-AF65-F5344CB8AC3E}">
        <p14:creationId xmlns:p14="http://schemas.microsoft.com/office/powerpoint/2010/main" val="157211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dissolv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5">
                                            <p:txEl>
                                              <p:pRg st="0" end="0"/>
                                            </p:txEl>
                                          </p:spTgt>
                                        </p:tgtEl>
                                        <p:attrNameLst>
                                          <p:attrName>style.visibility</p:attrName>
                                        </p:attrNameLst>
                                      </p:cBhvr>
                                      <p:to>
                                        <p:strVal val="visible"/>
                                      </p:to>
                                    </p:set>
                                    <p:animEffect transition="in" filter="dissolve">
                                      <p:cBhvr>
                                        <p:cTn id="12" dur="500"/>
                                        <p:tgtEl>
                                          <p:spTgt spid="2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5">
                                            <p:txEl>
                                              <p:pRg st="1" end="1"/>
                                            </p:txEl>
                                          </p:spTgt>
                                        </p:tgtEl>
                                        <p:attrNameLst>
                                          <p:attrName>style.visibility</p:attrName>
                                        </p:attrNameLst>
                                      </p:cBhvr>
                                      <p:to>
                                        <p:strVal val="visible"/>
                                      </p:to>
                                    </p:set>
                                    <p:animEffect transition="in" filter="dissolve">
                                      <p:cBhvr>
                                        <p:cTn id="17" dur="500"/>
                                        <p:tgtEl>
                                          <p:spTgt spid="2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5">
                                            <p:txEl>
                                              <p:pRg st="2" end="2"/>
                                            </p:txEl>
                                          </p:spTgt>
                                        </p:tgtEl>
                                        <p:attrNameLst>
                                          <p:attrName>style.visibility</p:attrName>
                                        </p:attrNameLst>
                                      </p:cBhvr>
                                      <p:to>
                                        <p:strVal val="visible"/>
                                      </p:to>
                                    </p:set>
                                    <p:animEffect transition="in" filter="dissolve">
                                      <p:cBhvr>
                                        <p:cTn id="22" dur="500"/>
                                        <p:tgtEl>
                                          <p:spTgt spid="2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dissolve">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5" grpId="0" build="p" bldLvl="2"/>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rdt2.0: FSM specification</a:t>
            </a:r>
            <a:endParaRPr lang="en-US" sz="4400" dirty="0"/>
          </a:p>
        </p:txBody>
      </p:sp>
      <p:sp>
        <p:nvSpPr>
          <p:cNvPr id="109" name="Oval 3">
            <a:extLst>
              <a:ext uri="{FF2B5EF4-FFF2-40B4-BE49-F238E27FC236}">
                <a16:creationId xmlns:a16="http://schemas.microsoft.com/office/drawing/2014/main" xmlns="" id="{606B9A69-736A-BE4F-8E57-1E4DD86ADE7D}"/>
              </a:ext>
            </a:extLst>
          </p:cNvPr>
          <p:cNvSpPr>
            <a:spLocks noChangeArrowheads="1"/>
          </p:cNvSpPr>
          <p:nvPr/>
        </p:nvSpPr>
        <p:spPr bwMode="auto">
          <a:xfrm>
            <a:off x="2448951" y="2349843"/>
            <a:ext cx="985837" cy="962025"/>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a:ln>
                <a:noFill/>
              </a:ln>
              <a:solidFill>
                <a:prstClr val="black"/>
              </a:solidFill>
              <a:effectLst/>
              <a:uLnTx/>
              <a:uFillTx/>
              <a:latin typeface="Tahoma" panose="020B0604030504040204" pitchFamily="34" charset="0"/>
              <a:ea typeface="ＭＳ Ｐゴシック" panose="020B0600070205080204" pitchFamily="34" charset="-128"/>
              <a:cs typeface="+mn-cs"/>
            </a:endParaRPr>
          </a:p>
        </p:txBody>
      </p:sp>
      <p:sp>
        <p:nvSpPr>
          <p:cNvPr id="110" name="Text Box 4">
            <a:extLst>
              <a:ext uri="{FF2B5EF4-FFF2-40B4-BE49-F238E27FC236}">
                <a16:creationId xmlns:a16="http://schemas.microsoft.com/office/drawing/2014/main" xmlns="" id="{9158E582-2053-DB47-8544-5430174AAC29}"/>
              </a:ext>
            </a:extLst>
          </p:cNvPr>
          <p:cNvSpPr txBox="1">
            <a:spLocks noChangeArrowheads="1"/>
          </p:cNvSpPr>
          <p:nvPr/>
        </p:nvSpPr>
        <p:spPr bwMode="auto">
          <a:xfrm>
            <a:off x="2347351" y="2433981"/>
            <a:ext cx="12001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Wait for call from above</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grpSp>
        <p:nvGrpSpPr>
          <p:cNvPr id="156" name="Group 155">
            <a:extLst>
              <a:ext uri="{FF2B5EF4-FFF2-40B4-BE49-F238E27FC236}">
                <a16:creationId xmlns:a16="http://schemas.microsoft.com/office/drawing/2014/main" xmlns="" id="{1A819A83-E50E-0842-8735-DFC0B065BABA}"/>
              </a:ext>
            </a:extLst>
          </p:cNvPr>
          <p:cNvGrpSpPr/>
          <p:nvPr/>
        </p:nvGrpSpPr>
        <p:grpSpPr>
          <a:xfrm>
            <a:off x="5004826" y="2400535"/>
            <a:ext cx="3673475" cy="919271"/>
            <a:chOff x="5004826" y="2400535"/>
            <a:chExt cx="3673475" cy="919271"/>
          </a:xfrm>
        </p:grpSpPr>
        <p:sp>
          <p:nvSpPr>
            <p:cNvPr id="120" name="Freeform 14">
              <a:extLst>
                <a:ext uri="{FF2B5EF4-FFF2-40B4-BE49-F238E27FC236}">
                  <a16:creationId xmlns:a16="http://schemas.microsoft.com/office/drawing/2014/main" xmlns="" id="{6794142E-E5B8-3F45-81C1-8A8F8E602B04}"/>
                </a:ext>
              </a:extLst>
            </p:cNvPr>
            <p:cNvSpPr>
              <a:spLocks/>
            </p:cNvSpPr>
            <p:nvPr/>
          </p:nvSpPr>
          <p:spPr bwMode="auto">
            <a:xfrm>
              <a:off x="5004826" y="2426043"/>
              <a:ext cx="466725" cy="893763"/>
            </a:xfrm>
            <a:custGeom>
              <a:avLst/>
              <a:gdLst>
                <a:gd name="T0" fmla="*/ 0 w 735"/>
                <a:gd name="T1" fmla="*/ 2147483647 h 1080"/>
                <a:gd name="T2" fmla="*/ 0 w 735"/>
                <a:gd name="T3" fmla="*/ 2147483647 h 1080"/>
                <a:gd name="T4" fmla="*/ 0 60000 65536"/>
                <a:gd name="T5" fmla="*/ 0 60000 65536"/>
              </a:gdLst>
              <a:ahLst/>
              <a:cxnLst>
                <a:cxn ang="T4">
                  <a:pos x="T0" y="T1"/>
                </a:cxn>
                <a:cxn ang="T5">
                  <a:pos x="T2" y="T3"/>
                </a:cxn>
              </a:cxnLst>
              <a:rect l="0" t="0" r="r" b="b"/>
              <a:pathLst>
                <a:path w="735" h="1080">
                  <a:moveTo>
                    <a:pt x="0" y="195"/>
                  </a:moveTo>
                  <a:cubicBezTo>
                    <a:pt x="690" y="0"/>
                    <a:pt x="735" y="1080"/>
                    <a:pt x="0" y="8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1" name="Text Box 15">
              <a:extLst>
                <a:ext uri="{FF2B5EF4-FFF2-40B4-BE49-F238E27FC236}">
                  <a16:creationId xmlns:a16="http://schemas.microsoft.com/office/drawing/2014/main" xmlns="" id="{EBF1463C-CBD7-1049-80A6-FED400C12A10}"/>
                </a:ext>
              </a:extLst>
            </p:cNvPr>
            <p:cNvSpPr txBox="1">
              <a:spLocks noChangeArrowheads="1"/>
            </p:cNvSpPr>
            <p:nvPr/>
          </p:nvSpPr>
          <p:spPr bwMode="auto">
            <a:xfrm>
              <a:off x="5314388" y="2740368"/>
              <a:ext cx="17637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udt_send(sndpkt)</a:t>
              </a:r>
              <a:endParaRPr kumimoji="0" lang="en-US" altLang="en-US" sz="16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22" name="Text Box 16">
              <a:extLst>
                <a:ext uri="{FF2B5EF4-FFF2-40B4-BE49-F238E27FC236}">
                  <a16:creationId xmlns:a16="http://schemas.microsoft.com/office/drawing/2014/main" xmlns="" id="{C1489951-F533-6243-BF54-F4FB192513F6}"/>
                </a:ext>
              </a:extLst>
            </p:cNvPr>
            <p:cNvSpPr txBox="1">
              <a:spLocks noChangeArrowheads="1"/>
            </p:cNvSpPr>
            <p:nvPr/>
          </p:nvSpPr>
          <p:spPr bwMode="auto">
            <a:xfrm>
              <a:off x="5288988" y="2400535"/>
              <a:ext cx="3389313"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23" name="Line 17">
              <a:extLst>
                <a:ext uri="{FF2B5EF4-FFF2-40B4-BE49-F238E27FC236}">
                  <a16:creationId xmlns:a16="http://schemas.microsoft.com/office/drawing/2014/main" xmlns="" id="{E7CC9AD6-FAA9-474E-B46B-1E603A7D16C8}"/>
                </a:ext>
              </a:extLst>
            </p:cNvPr>
            <p:cNvSpPr>
              <a:spLocks noChangeShapeType="1"/>
            </p:cNvSpPr>
            <p:nvPr/>
          </p:nvSpPr>
          <p:spPr bwMode="auto">
            <a:xfrm>
              <a:off x="5408051" y="2740368"/>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8" name="Group 22">
            <a:extLst>
              <a:ext uri="{FF2B5EF4-FFF2-40B4-BE49-F238E27FC236}">
                <a16:creationId xmlns:a16="http://schemas.microsoft.com/office/drawing/2014/main" xmlns="" id="{6E4E03EB-86D3-824C-9C7B-D6204AA45EF1}"/>
              </a:ext>
            </a:extLst>
          </p:cNvPr>
          <p:cNvGrpSpPr>
            <a:grpSpLocks/>
          </p:cNvGrpSpPr>
          <p:nvPr/>
        </p:nvGrpSpPr>
        <p:grpSpPr bwMode="auto">
          <a:xfrm>
            <a:off x="4044388" y="2362543"/>
            <a:ext cx="1074738" cy="962025"/>
            <a:chOff x="1540" y="2116"/>
            <a:chExt cx="677" cy="606"/>
          </a:xfrm>
        </p:grpSpPr>
        <p:sp>
          <p:nvSpPr>
            <p:cNvPr id="129" name="Oval 23">
              <a:extLst>
                <a:ext uri="{FF2B5EF4-FFF2-40B4-BE49-F238E27FC236}">
                  <a16:creationId xmlns:a16="http://schemas.microsoft.com/office/drawing/2014/main" xmlns="" id="{290478B3-253F-D048-8DE9-187624FD0138}"/>
                </a:ext>
              </a:extLst>
            </p:cNvPr>
            <p:cNvSpPr>
              <a:spLocks noChangeArrowheads="1"/>
            </p:cNvSpPr>
            <p:nvPr/>
          </p:nvSpPr>
          <p:spPr bwMode="auto">
            <a:xfrm>
              <a:off x="1565" y="2116"/>
              <a:ext cx="621" cy="606"/>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a:ln>
                  <a:noFill/>
                </a:ln>
                <a:solidFill>
                  <a:prstClr val="black"/>
                </a:solidFill>
                <a:effectLst/>
                <a:uLnTx/>
                <a:uFillTx/>
                <a:latin typeface="Tahoma" panose="020B0604030504040204" pitchFamily="34" charset="0"/>
                <a:ea typeface="ＭＳ Ｐゴシック" panose="020B0600070205080204" pitchFamily="34" charset="-128"/>
                <a:cs typeface="+mn-cs"/>
              </a:endParaRPr>
            </a:p>
          </p:txBody>
        </p:sp>
        <p:sp>
          <p:nvSpPr>
            <p:cNvPr id="130" name="Text Box 24">
              <a:extLst>
                <a:ext uri="{FF2B5EF4-FFF2-40B4-BE49-F238E27FC236}">
                  <a16:creationId xmlns:a16="http://schemas.microsoft.com/office/drawing/2014/main" xmlns="" id="{33128FC3-7340-2B43-998B-4D14B544CCA9}"/>
                </a:ext>
              </a:extLst>
            </p:cNvPr>
            <p:cNvSpPr txBox="1">
              <a:spLocks noChangeArrowheads="1"/>
            </p:cNvSpPr>
            <p:nvPr/>
          </p:nvSpPr>
          <p:spPr bwMode="auto">
            <a:xfrm>
              <a:off x="1540" y="2163"/>
              <a:ext cx="67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Wait for ACK or NAK</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159" name="Group 158">
            <a:extLst>
              <a:ext uri="{FF2B5EF4-FFF2-40B4-BE49-F238E27FC236}">
                <a16:creationId xmlns:a16="http://schemas.microsoft.com/office/drawing/2014/main" xmlns="" id="{D0E913FD-5AB0-D647-A2DB-C235CF8D718B}"/>
              </a:ext>
            </a:extLst>
          </p:cNvPr>
          <p:cNvGrpSpPr/>
          <p:nvPr/>
        </p:nvGrpSpPr>
        <p:grpSpPr>
          <a:xfrm>
            <a:off x="8325876" y="2721318"/>
            <a:ext cx="3394075" cy="1036638"/>
            <a:chOff x="8325876" y="2721318"/>
            <a:chExt cx="3394075" cy="1036638"/>
          </a:xfrm>
        </p:grpSpPr>
        <p:grpSp>
          <p:nvGrpSpPr>
            <p:cNvPr id="124" name="Group 18">
              <a:extLst>
                <a:ext uri="{FF2B5EF4-FFF2-40B4-BE49-F238E27FC236}">
                  <a16:creationId xmlns:a16="http://schemas.microsoft.com/office/drawing/2014/main" xmlns="" id="{1FD009B5-82D3-A54A-A742-8202ED8CE702}"/>
                </a:ext>
              </a:extLst>
            </p:cNvPr>
            <p:cNvGrpSpPr>
              <a:grpSpLocks/>
            </p:cNvGrpSpPr>
            <p:nvPr/>
          </p:nvGrpSpPr>
          <p:grpSpPr bwMode="auto">
            <a:xfrm>
              <a:off x="8325876" y="2721318"/>
              <a:ext cx="3394075" cy="630238"/>
              <a:chOff x="2222" y="2804"/>
              <a:chExt cx="2138" cy="397"/>
            </a:xfrm>
          </p:grpSpPr>
          <p:sp>
            <p:nvSpPr>
              <p:cNvPr id="125" name="Text Box 19">
                <a:extLst>
                  <a:ext uri="{FF2B5EF4-FFF2-40B4-BE49-F238E27FC236}">
                    <a16:creationId xmlns:a16="http://schemas.microsoft.com/office/drawing/2014/main" xmlns="" id="{A317A424-F2E1-824F-B626-E01E0E2404B1}"/>
                  </a:ext>
                </a:extLst>
              </p:cNvPr>
              <p:cNvSpPr txBox="1">
                <a:spLocks noChangeArrowheads="1"/>
              </p:cNvSpPr>
              <p:nvPr/>
            </p:nvSpPr>
            <p:spPr bwMode="auto">
              <a:xfrm>
                <a:off x="2222" y="3039"/>
                <a:ext cx="1152"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udt_send</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(NAK)</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26" name="Text Box 20">
                <a:extLst>
                  <a:ext uri="{FF2B5EF4-FFF2-40B4-BE49-F238E27FC236}">
                    <a16:creationId xmlns:a16="http://schemas.microsoft.com/office/drawing/2014/main" xmlns="" id="{F3C2F2D4-E406-8746-8990-3E5ED0A5CAE1}"/>
                  </a:ext>
                </a:extLst>
              </p:cNvPr>
              <p:cNvSpPr txBox="1">
                <a:spLocks noChangeArrowheads="1"/>
              </p:cNvSpPr>
              <p:nvPr/>
            </p:nvSpPr>
            <p:spPr bwMode="auto">
              <a:xfrm>
                <a:off x="2225" y="2804"/>
                <a:ext cx="2135"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rdt_rcv</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&amp;&amp; corrupt(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27" name="Line 21">
                <a:extLst>
                  <a:ext uri="{FF2B5EF4-FFF2-40B4-BE49-F238E27FC236}">
                    <a16:creationId xmlns:a16="http://schemas.microsoft.com/office/drawing/2014/main" xmlns="" id="{BE673EC8-DD07-7A43-8EF8-4AF46E325C31}"/>
                  </a:ext>
                </a:extLst>
              </p:cNvPr>
              <p:cNvSpPr>
                <a:spLocks noChangeShapeType="1"/>
              </p:cNvSpPr>
              <p:nvPr/>
            </p:nvSpPr>
            <p:spPr bwMode="auto">
              <a:xfrm>
                <a:off x="2285" y="3040"/>
                <a:ext cx="62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31" name="Freeform 25">
              <a:extLst>
                <a:ext uri="{FF2B5EF4-FFF2-40B4-BE49-F238E27FC236}">
                  <a16:creationId xmlns:a16="http://schemas.microsoft.com/office/drawing/2014/main" xmlns="" id="{0EE6DE3B-8CC5-4840-9E43-E2F13B451312}"/>
                </a:ext>
              </a:extLst>
            </p:cNvPr>
            <p:cNvSpPr>
              <a:spLocks/>
            </p:cNvSpPr>
            <p:nvPr/>
          </p:nvSpPr>
          <p:spPr bwMode="auto">
            <a:xfrm>
              <a:off x="8424301" y="3288056"/>
              <a:ext cx="1257300" cy="469900"/>
            </a:xfrm>
            <a:custGeom>
              <a:avLst/>
              <a:gdLst>
                <a:gd name="T0" fmla="*/ 2147483647 w 1500"/>
                <a:gd name="T1" fmla="*/ 2147483647 h 740"/>
                <a:gd name="T2" fmla="*/ 2147483647 w 1500"/>
                <a:gd name="T3" fmla="*/ 2147483647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32" name="Oval 26">
            <a:extLst>
              <a:ext uri="{FF2B5EF4-FFF2-40B4-BE49-F238E27FC236}">
                <a16:creationId xmlns:a16="http://schemas.microsoft.com/office/drawing/2014/main" xmlns="" id="{D886EFDE-A0BD-234F-9505-E1DFE71A45A0}"/>
              </a:ext>
            </a:extLst>
          </p:cNvPr>
          <p:cNvSpPr>
            <a:spLocks noChangeArrowheads="1"/>
          </p:cNvSpPr>
          <p:nvPr/>
        </p:nvSpPr>
        <p:spPr bwMode="auto">
          <a:xfrm>
            <a:off x="8516376" y="3708743"/>
            <a:ext cx="985837" cy="962025"/>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a:ln>
                <a:noFill/>
              </a:ln>
              <a:solidFill>
                <a:prstClr val="black"/>
              </a:solidFill>
              <a:effectLst/>
              <a:uLnTx/>
              <a:uFillTx/>
              <a:latin typeface="Tahoma" panose="020B0604030504040204" pitchFamily="34" charset="0"/>
              <a:ea typeface="ＭＳ Ｐゴシック" panose="020B0600070205080204" pitchFamily="34" charset="-128"/>
              <a:cs typeface="+mn-cs"/>
            </a:endParaRPr>
          </a:p>
        </p:txBody>
      </p:sp>
      <p:sp>
        <p:nvSpPr>
          <p:cNvPr id="133" name="Text Box 27">
            <a:extLst>
              <a:ext uri="{FF2B5EF4-FFF2-40B4-BE49-F238E27FC236}">
                <a16:creationId xmlns:a16="http://schemas.microsoft.com/office/drawing/2014/main" xmlns="" id="{7D124EF1-1801-CC41-AA27-4430B21813BF}"/>
              </a:ext>
            </a:extLst>
          </p:cNvPr>
          <p:cNvSpPr txBox="1">
            <a:spLocks noChangeArrowheads="1"/>
          </p:cNvSpPr>
          <p:nvPr/>
        </p:nvSpPr>
        <p:spPr bwMode="auto">
          <a:xfrm>
            <a:off x="8429063" y="3792881"/>
            <a:ext cx="12001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Wait for call from below</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grpSp>
        <p:nvGrpSpPr>
          <p:cNvPr id="164" name="Group 163">
            <a:extLst>
              <a:ext uri="{FF2B5EF4-FFF2-40B4-BE49-F238E27FC236}">
                <a16:creationId xmlns:a16="http://schemas.microsoft.com/office/drawing/2014/main" xmlns="" id="{311BB54D-2176-2D44-BD7F-B18C9C74D8A4}"/>
              </a:ext>
            </a:extLst>
          </p:cNvPr>
          <p:cNvGrpSpPr/>
          <p:nvPr/>
        </p:nvGrpSpPr>
        <p:grpSpPr>
          <a:xfrm>
            <a:off x="8049650" y="4591214"/>
            <a:ext cx="4142349" cy="1379872"/>
            <a:chOff x="8049650" y="4591214"/>
            <a:chExt cx="4142349" cy="1379872"/>
          </a:xfrm>
        </p:grpSpPr>
        <p:grpSp>
          <p:nvGrpSpPr>
            <p:cNvPr id="163" name="Group 162">
              <a:extLst>
                <a:ext uri="{FF2B5EF4-FFF2-40B4-BE49-F238E27FC236}">
                  <a16:creationId xmlns:a16="http://schemas.microsoft.com/office/drawing/2014/main" xmlns="" id="{E182C09B-F3FC-C340-BB16-737F51CA96BE}"/>
                </a:ext>
              </a:extLst>
            </p:cNvPr>
            <p:cNvGrpSpPr/>
            <p:nvPr/>
          </p:nvGrpSpPr>
          <p:grpSpPr>
            <a:xfrm>
              <a:off x="8049650" y="5037504"/>
              <a:ext cx="4142349" cy="933582"/>
              <a:chOff x="8049650" y="5037504"/>
              <a:chExt cx="4142349" cy="933582"/>
            </a:xfrm>
          </p:grpSpPr>
          <p:sp>
            <p:nvSpPr>
              <p:cNvPr id="113" name="Text Box 7">
                <a:extLst>
                  <a:ext uri="{FF2B5EF4-FFF2-40B4-BE49-F238E27FC236}">
                    <a16:creationId xmlns:a16="http://schemas.microsoft.com/office/drawing/2014/main" xmlns="" id="{60B53257-B255-5D45-9C56-20A5CE5DE77F}"/>
                  </a:ext>
                </a:extLst>
              </p:cNvPr>
              <p:cNvSpPr txBox="1">
                <a:spLocks noChangeArrowheads="1"/>
              </p:cNvSpPr>
              <p:nvPr/>
            </p:nvSpPr>
            <p:spPr bwMode="auto">
              <a:xfrm>
                <a:off x="8071876" y="5351961"/>
                <a:ext cx="21431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extract(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rcvpkt,data</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deliver_data</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(data)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udt_send</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(ACK)</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14" name="Text Box 8">
                <a:extLst>
                  <a:ext uri="{FF2B5EF4-FFF2-40B4-BE49-F238E27FC236}">
                    <a16:creationId xmlns:a16="http://schemas.microsoft.com/office/drawing/2014/main" xmlns="" id="{2151DB25-A53F-EF4A-BDBD-C8DD839A6224}"/>
                  </a:ext>
                </a:extLst>
              </p:cNvPr>
              <p:cNvSpPr txBox="1">
                <a:spLocks noChangeArrowheads="1"/>
              </p:cNvSpPr>
              <p:nvPr/>
            </p:nvSpPr>
            <p:spPr bwMode="auto">
              <a:xfrm>
                <a:off x="8049650" y="5037504"/>
                <a:ext cx="4142349"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rdt_rcv</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&amp;&amp;  </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notcorrupt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15" name="Line 9">
                <a:extLst>
                  <a:ext uri="{FF2B5EF4-FFF2-40B4-BE49-F238E27FC236}">
                    <a16:creationId xmlns:a16="http://schemas.microsoft.com/office/drawing/2014/main" xmlns="" id="{4797C970-D2E8-AA47-91A6-90DF435C025D}"/>
                  </a:ext>
                </a:extLst>
              </p:cNvPr>
              <p:cNvSpPr>
                <a:spLocks noChangeShapeType="1"/>
              </p:cNvSpPr>
              <p:nvPr/>
            </p:nvSpPr>
            <p:spPr bwMode="auto">
              <a:xfrm>
                <a:off x="8171888" y="5407524"/>
                <a:ext cx="148907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34" name="Freeform 28">
              <a:extLst>
                <a:ext uri="{FF2B5EF4-FFF2-40B4-BE49-F238E27FC236}">
                  <a16:creationId xmlns:a16="http://schemas.microsoft.com/office/drawing/2014/main" xmlns="" id="{8D9E8E7D-01E2-7040-828E-B4AD37E6C50C}"/>
                </a:ext>
              </a:extLst>
            </p:cNvPr>
            <p:cNvSpPr>
              <a:spLocks/>
            </p:cNvSpPr>
            <p:nvPr/>
          </p:nvSpPr>
          <p:spPr bwMode="auto">
            <a:xfrm flipV="1">
              <a:off x="8437001" y="4591214"/>
              <a:ext cx="1257300" cy="469900"/>
            </a:xfrm>
            <a:custGeom>
              <a:avLst/>
              <a:gdLst>
                <a:gd name="T0" fmla="*/ 2147483647 w 1500"/>
                <a:gd name="T1" fmla="*/ 2147483647 h 740"/>
                <a:gd name="T2" fmla="*/ 2147483647 w 1500"/>
                <a:gd name="T3" fmla="*/ 2147483647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55" name="Group 154">
            <a:extLst>
              <a:ext uri="{FF2B5EF4-FFF2-40B4-BE49-F238E27FC236}">
                <a16:creationId xmlns:a16="http://schemas.microsoft.com/office/drawing/2014/main" xmlns="" id="{FCAE8B13-78CF-DD4C-AD79-FE70F24547E0}"/>
              </a:ext>
            </a:extLst>
          </p:cNvPr>
          <p:cNvGrpSpPr/>
          <p:nvPr/>
        </p:nvGrpSpPr>
        <p:grpSpPr>
          <a:xfrm>
            <a:off x="2756926" y="1340193"/>
            <a:ext cx="3643312" cy="1027113"/>
            <a:chOff x="2756926" y="1340193"/>
            <a:chExt cx="3643312" cy="1027113"/>
          </a:xfrm>
        </p:grpSpPr>
        <p:sp>
          <p:nvSpPr>
            <p:cNvPr id="111" name="Text Box 5">
              <a:extLst>
                <a:ext uri="{FF2B5EF4-FFF2-40B4-BE49-F238E27FC236}">
                  <a16:creationId xmlns:a16="http://schemas.microsoft.com/office/drawing/2014/main" xmlns="" id="{B4419231-71F9-2847-A8A7-8F91C3BFAD5F}"/>
                </a:ext>
              </a:extLst>
            </p:cNvPr>
            <p:cNvSpPr txBox="1">
              <a:spLocks noChangeArrowheads="1"/>
            </p:cNvSpPr>
            <p:nvPr/>
          </p:nvSpPr>
          <p:spPr bwMode="auto">
            <a:xfrm>
              <a:off x="2756926" y="1630706"/>
              <a:ext cx="36433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snkpkt = make_pkt(data, checksum)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udt_send(sndpkt)</a:t>
              </a:r>
              <a:endParaRPr kumimoji="0" lang="en-US" altLang="en-US" sz="16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12" name="Line 6">
              <a:extLst>
                <a:ext uri="{FF2B5EF4-FFF2-40B4-BE49-F238E27FC236}">
                  <a16:creationId xmlns:a16="http://schemas.microsoft.com/office/drawing/2014/main" xmlns="" id="{9D8A7D98-AFD4-AA49-B033-1C3F29FDF103}"/>
                </a:ext>
              </a:extLst>
            </p:cNvPr>
            <p:cNvSpPr>
              <a:spLocks noChangeShapeType="1"/>
            </p:cNvSpPr>
            <p:nvPr/>
          </p:nvSpPr>
          <p:spPr bwMode="auto">
            <a:xfrm>
              <a:off x="2861701" y="1675156"/>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 name="Freeform 10">
              <a:extLst>
                <a:ext uri="{FF2B5EF4-FFF2-40B4-BE49-F238E27FC236}">
                  <a16:creationId xmlns:a16="http://schemas.microsoft.com/office/drawing/2014/main" xmlns="" id="{C65AC33D-DAC6-0248-903C-715D380A05CD}"/>
                </a:ext>
              </a:extLst>
            </p:cNvPr>
            <p:cNvSpPr>
              <a:spLocks/>
            </p:cNvSpPr>
            <p:nvPr/>
          </p:nvSpPr>
          <p:spPr bwMode="auto">
            <a:xfrm flipV="1">
              <a:off x="2809313" y="2119656"/>
              <a:ext cx="1800225"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1" name="Text Box 35">
              <a:extLst>
                <a:ext uri="{FF2B5EF4-FFF2-40B4-BE49-F238E27FC236}">
                  <a16:creationId xmlns:a16="http://schemas.microsoft.com/office/drawing/2014/main" xmlns="" id="{8B2CC675-7409-974B-A183-2AC7E249C391}"/>
                </a:ext>
              </a:extLst>
            </p:cNvPr>
            <p:cNvSpPr txBox="1">
              <a:spLocks noChangeArrowheads="1"/>
            </p:cNvSpPr>
            <p:nvPr/>
          </p:nvSpPr>
          <p:spPr bwMode="auto">
            <a:xfrm>
              <a:off x="2782326" y="1340193"/>
              <a:ext cx="2255837"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rdt_send(data)</a:t>
              </a:r>
              <a:endParaRPr kumimoji="0" lang="en-US" altLang="en-US" sz="16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158" name="Group 157">
            <a:extLst>
              <a:ext uri="{FF2B5EF4-FFF2-40B4-BE49-F238E27FC236}">
                <a16:creationId xmlns:a16="http://schemas.microsoft.com/office/drawing/2014/main" xmlns="" id="{02805388-DFB1-CA42-9623-430C96CD0F0B}"/>
              </a:ext>
            </a:extLst>
          </p:cNvPr>
          <p:cNvGrpSpPr/>
          <p:nvPr/>
        </p:nvGrpSpPr>
        <p:grpSpPr>
          <a:xfrm>
            <a:off x="2270357" y="3283338"/>
            <a:ext cx="3548062" cy="989290"/>
            <a:chOff x="2270357" y="3283338"/>
            <a:chExt cx="3548062" cy="989290"/>
          </a:xfrm>
        </p:grpSpPr>
        <p:sp>
          <p:nvSpPr>
            <p:cNvPr id="117" name="Freeform 11">
              <a:extLst>
                <a:ext uri="{FF2B5EF4-FFF2-40B4-BE49-F238E27FC236}">
                  <a16:creationId xmlns:a16="http://schemas.microsoft.com/office/drawing/2014/main" xmlns="" id="{A19E971B-C68E-A549-8D13-4C8364D2B1AA}"/>
                </a:ext>
              </a:extLst>
            </p:cNvPr>
            <p:cNvSpPr>
              <a:spLocks/>
            </p:cNvSpPr>
            <p:nvPr/>
          </p:nvSpPr>
          <p:spPr bwMode="auto">
            <a:xfrm>
              <a:off x="2882338" y="3283338"/>
              <a:ext cx="1800225"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p:txBody>
        </p:sp>
        <p:grpSp>
          <p:nvGrpSpPr>
            <p:cNvPr id="157" name="Group 156">
              <a:extLst>
                <a:ext uri="{FF2B5EF4-FFF2-40B4-BE49-F238E27FC236}">
                  <a16:creationId xmlns:a16="http://schemas.microsoft.com/office/drawing/2014/main" xmlns="" id="{ABF189C5-1BB2-BC42-81CE-EEB51DB2B907}"/>
                </a:ext>
              </a:extLst>
            </p:cNvPr>
            <p:cNvGrpSpPr/>
            <p:nvPr/>
          </p:nvGrpSpPr>
          <p:grpSpPr>
            <a:xfrm>
              <a:off x="2270357" y="3545923"/>
              <a:ext cx="3548062" cy="726705"/>
              <a:chOff x="2270357" y="3545923"/>
              <a:chExt cx="3548062" cy="726705"/>
            </a:xfrm>
          </p:grpSpPr>
          <p:sp>
            <p:nvSpPr>
              <p:cNvPr id="118" name="Text Box 12">
                <a:extLst>
                  <a:ext uri="{FF2B5EF4-FFF2-40B4-BE49-F238E27FC236}">
                    <a16:creationId xmlns:a16="http://schemas.microsoft.com/office/drawing/2014/main" xmlns="" id="{FCE2965F-754F-364F-B14F-750853FEF20A}"/>
                  </a:ext>
                </a:extLst>
              </p:cNvPr>
              <p:cNvSpPr txBox="1">
                <a:spLocks noChangeArrowheads="1"/>
              </p:cNvSpPr>
              <p:nvPr/>
            </p:nvSpPr>
            <p:spPr bwMode="auto">
              <a:xfrm>
                <a:off x="2270357" y="3545923"/>
                <a:ext cx="3548062"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rdt_rcv</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&amp;&amp; </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isACK</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19" name="Line 13">
                <a:extLst>
                  <a:ext uri="{FF2B5EF4-FFF2-40B4-BE49-F238E27FC236}">
                    <a16:creationId xmlns:a16="http://schemas.microsoft.com/office/drawing/2014/main" xmlns="" id="{0299AD54-1602-364D-808A-ECEE022223FD}"/>
                  </a:ext>
                </a:extLst>
              </p:cNvPr>
              <p:cNvSpPr>
                <a:spLocks noChangeShapeType="1"/>
              </p:cNvSpPr>
              <p:nvPr/>
            </p:nvSpPr>
            <p:spPr bwMode="auto">
              <a:xfrm>
                <a:off x="3330476" y="3919619"/>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4" name="Text Box 48">
                <a:extLst>
                  <a:ext uri="{FF2B5EF4-FFF2-40B4-BE49-F238E27FC236}">
                    <a16:creationId xmlns:a16="http://schemas.microsoft.com/office/drawing/2014/main" xmlns="" id="{1FB61FFA-0819-7D46-887F-D92660FD923F}"/>
                  </a:ext>
                </a:extLst>
              </p:cNvPr>
              <p:cNvSpPr txBox="1">
                <a:spLocks noChangeArrowheads="1"/>
              </p:cNvSpPr>
              <p:nvPr/>
            </p:nvSpPr>
            <p:spPr bwMode="auto">
              <a:xfrm>
                <a:off x="3665151" y="3936078"/>
                <a:ext cx="3238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Symbol" charset="0"/>
                    <a:ea typeface="ＭＳ Ｐゴシック" charset="0"/>
                    <a:cs typeface="+mn-cs"/>
                  </a:rPr>
                  <a:t>L</a:t>
                </a:r>
              </a:p>
            </p:txBody>
          </p:sp>
        </p:grpSp>
      </p:grpSp>
      <p:sp>
        <p:nvSpPr>
          <p:cNvPr id="161" name="Text Box 19">
            <a:extLst>
              <a:ext uri="{FF2B5EF4-FFF2-40B4-BE49-F238E27FC236}">
                <a16:creationId xmlns:a16="http://schemas.microsoft.com/office/drawing/2014/main" xmlns="" id="{E3EA8A75-DE92-3B4A-9ED1-2A5CE8EFB2FD}"/>
              </a:ext>
            </a:extLst>
          </p:cNvPr>
          <p:cNvSpPr txBox="1">
            <a:spLocks noChangeArrowheads="1"/>
          </p:cNvSpPr>
          <p:nvPr/>
        </p:nvSpPr>
        <p:spPr bwMode="auto">
          <a:xfrm>
            <a:off x="1163066" y="2517724"/>
            <a:ext cx="1089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CC0000"/>
                </a:solidFill>
                <a:effectLst/>
                <a:uLnTx/>
                <a:uFillTx/>
                <a:latin typeface="Tahoma" charset="0"/>
                <a:ea typeface="ＭＳ Ｐゴシック" charset="0"/>
                <a:cs typeface="+mn-cs"/>
              </a:rPr>
              <a:t>sender</a:t>
            </a:r>
          </a:p>
        </p:txBody>
      </p:sp>
      <p:sp>
        <p:nvSpPr>
          <p:cNvPr id="162" name="Text Box 20">
            <a:extLst>
              <a:ext uri="{FF2B5EF4-FFF2-40B4-BE49-F238E27FC236}">
                <a16:creationId xmlns:a16="http://schemas.microsoft.com/office/drawing/2014/main" xmlns="" id="{D2BC55B0-1B2D-D346-8B9C-EC274C2EC352}"/>
              </a:ext>
            </a:extLst>
          </p:cNvPr>
          <p:cNvSpPr txBox="1">
            <a:spLocks noChangeArrowheads="1"/>
          </p:cNvSpPr>
          <p:nvPr/>
        </p:nvSpPr>
        <p:spPr bwMode="auto">
          <a:xfrm>
            <a:off x="9660963" y="3961155"/>
            <a:ext cx="12477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CC0000"/>
                </a:solidFill>
                <a:effectLst/>
                <a:uLnTx/>
                <a:uFillTx/>
                <a:latin typeface="Tahoma" charset="0"/>
                <a:ea typeface="ＭＳ Ｐゴシック" charset="0"/>
                <a:cs typeface="+mn-cs"/>
              </a:rPr>
              <a:t>receiver</a:t>
            </a:r>
          </a:p>
        </p:txBody>
      </p:sp>
      <p:sp>
        <p:nvSpPr>
          <p:cNvPr id="4" name="TextBox 3">
            <a:extLst>
              <a:ext uri="{FF2B5EF4-FFF2-40B4-BE49-F238E27FC236}">
                <a16:creationId xmlns:a16="http://schemas.microsoft.com/office/drawing/2014/main" xmlns="" id="{6FA53170-F7EC-A34D-8A41-984A3AC85C5B}"/>
              </a:ext>
            </a:extLst>
          </p:cNvPr>
          <p:cNvSpPr txBox="1"/>
          <p:nvPr/>
        </p:nvSpPr>
        <p:spPr>
          <a:xfrm>
            <a:off x="965915" y="4680633"/>
            <a:ext cx="6532819" cy="15696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Calibri" panose="020F0502020204030204"/>
                <a:ea typeface="+mn-ea"/>
                <a:cs typeface="+mn-cs"/>
              </a:rPr>
              <a:t>Note: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“state” of receiver (did the receiver get my message correctly?) isn’t known to sender unless somehow communicated from receiver to sender</a:t>
            </a:r>
          </a:p>
          <a:p>
            <a:pPr marL="342900" marR="0" lvl="0" indent="-228600" algn="l" defTabSz="914400" rtl="0" eaLnBrk="1" fontAlgn="auto" latinLnBrk="0" hangingPunct="1">
              <a:lnSpc>
                <a:spcPct val="100000"/>
              </a:lnSpc>
              <a:spcBef>
                <a:spcPts val="0"/>
              </a:spcBef>
              <a:spcAft>
                <a:spcPts val="0"/>
              </a:spcAft>
              <a:buClr>
                <a:srgbClr val="0000A8"/>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that’s why we need a protocol!</a:t>
            </a:r>
          </a:p>
        </p:txBody>
      </p:sp>
      <p:sp>
        <p:nvSpPr>
          <p:cNvPr id="43" name="Text Box 16">
            <a:extLst>
              <a:ext uri="{FF2B5EF4-FFF2-40B4-BE49-F238E27FC236}">
                <a16:creationId xmlns:a16="http://schemas.microsoft.com/office/drawing/2014/main" xmlns="" id="{ADA65A1F-AF0E-7A4E-89E8-DE7816681B41}"/>
              </a:ext>
            </a:extLst>
          </p:cNvPr>
          <p:cNvSpPr txBox="1">
            <a:spLocks noChangeArrowheads="1"/>
          </p:cNvSpPr>
          <p:nvPr/>
        </p:nvSpPr>
        <p:spPr bwMode="auto">
          <a:xfrm>
            <a:off x="5288477" y="2154581"/>
            <a:ext cx="2085975"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rdt_rcv</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&amp;&amp;</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isNAK</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46" name="Text Box 16">
            <a:extLst>
              <a:ext uri="{FF2B5EF4-FFF2-40B4-BE49-F238E27FC236}">
                <a16:creationId xmlns:a16="http://schemas.microsoft.com/office/drawing/2014/main" xmlns="" id="{D6DB0EA5-C28C-5D47-A606-CB6349A9853F}"/>
              </a:ext>
            </a:extLst>
          </p:cNvPr>
          <p:cNvSpPr txBox="1">
            <a:spLocks noChangeArrowheads="1"/>
          </p:cNvSpPr>
          <p:nvPr/>
        </p:nvSpPr>
        <p:spPr bwMode="auto">
          <a:xfrm>
            <a:off x="5459797" y="2400795"/>
            <a:ext cx="2085975" cy="398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err="1">
                <a:ln>
                  <a:noFill/>
                </a:ln>
                <a:solidFill>
                  <a:srgbClr val="000000"/>
                </a:solidFill>
                <a:effectLst/>
                <a:highlight>
                  <a:srgbClr val="FFFF00"/>
                </a:highlight>
                <a:uLnTx/>
                <a:uFillTx/>
                <a:latin typeface="Arial" panose="020B0604020202020204" pitchFamily="34" charset="0"/>
                <a:ea typeface="ＭＳ Ｐゴシック" panose="020B0600070205080204" pitchFamily="34" charset="-128"/>
                <a:cs typeface="+mn-cs"/>
              </a:rPr>
              <a:t>isNAK</a:t>
            </a:r>
            <a:r>
              <a:rPr kumimoji="0" lang="en-US" altLang="en-US" sz="1600" b="0" i="0" u="none" strike="noStrike" kern="1200" cap="none" spc="0" normalizeH="0" baseline="0" noProof="0" dirty="0">
                <a:ln>
                  <a:noFill/>
                </a:ln>
                <a:solidFill>
                  <a:srgbClr val="000000"/>
                </a:solidFill>
                <a:effectLst/>
                <a:highlight>
                  <a:srgbClr val="FFFF00"/>
                </a:highligh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srgbClr val="000000"/>
                </a:solidFill>
                <a:effectLst/>
                <a:highlight>
                  <a:srgbClr val="FFFF00"/>
                </a:highligh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srgbClr val="000000"/>
                </a:solidFill>
                <a:effectLst/>
                <a:highlight>
                  <a:srgbClr val="FFFF00"/>
                </a:highligh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srgbClr val="000000"/>
              </a:solidFill>
              <a:effectLst/>
              <a:highlight>
                <a:srgbClr val="FFFF00"/>
              </a:highlight>
              <a:uLnTx/>
              <a:uFillTx/>
              <a:latin typeface="Times New Roman" panose="02020603050405020304" pitchFamily="18" charset="0"/>
              <a:ea typeface="ＭＳ Ｐゴシック" panose="020B0600070205080204" pitchFamily="34" charset="-128"/>
              <a:cs typeface="+mn-cs"/>
            </a:endParaRPr>
          </a:p>
        </p:txBody>
      </p:sp>
      <p:sp>
        <p:nvSpPr>
          <p:cNvPr id="47" name="Text Box 16">
            <a:extLst>
              <a:ext uri="{FF2B5EF4-FFF2-40B4-BE49-F238E27FC236}">
                <a16:creationId xmlns:a16="http://schemas.microsoft.com/office/drawing/2014/main" xmlns="" id="{C8AFC91C-B2AA-274D-BDE6-DBE3D808D252}"/>
              </a:ext>
            </a:extLst>
          </p:cNvPr>
          <p:cNvSpPr txBox="1">
            <a:spLocks noChangeArrowheads="1"/>
          </p:cNvSpPr>
          <p:nvPr/>
        </p:nvSpPr>
        <p:spPr bwMode="auto">
          <a:xfrm>
            <a:off x="3949171" y="3557373"/>
            <a:ext cx="2085975" cy="398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err="1">
                <a:ln>
                  <a:noFill/>
                </a:ln>
                <a:solidFill>
                  <a:srgbClr val="000000"/>
                </a:solidFill>
                <a:effectLst/>
                <a:highlight>
                  <a:srgbClr val="FFFF00"/>
                </a:highlight>
                <a:uLnTx/>
                <a:uFillTx/>
                <a:latin typeface="Arial" panose="020B0604020202020204" pitchFamily="34" charset="0"/>
                <a:ea typeface="ＭＳ Ｐゴシック" panose="020B0600070205080204" pitchFamily="34" charset="-128"/>
                <a:cs typeface="+mn-cs"/>
              </a:rPr>
              <a:t>isACK</a:t>
            </a:r>
            <a:r>
              <a:rPr kumimoji="0" lang="en-US" altLang="en-US" sz="1600" b="0" i="0" u="none" strike="noStrike" kern="1200" cap="none" spc="0" normalizeH="0" baseline="0" noProof="0" dirty="0">
                <a:ln>
                  <a:noFill/>
                </a:ln>
                <a:solidFill>
                  <a:srgbClr val="000000"/>
                </a:solidFill>
                <a:effectLst/>
                <a:highlight>
                  <a:srgbClr val="FFFF00"/>
                </a:highligh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srgbClr val="000000"/>
                </a:solidFill>
                <a:effectLst/>
                <a:highlight>
                  <a:srgbClr val="FFFF00"/>
                </a:highligh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srgbClr val="000000"/>
                </a:solidFill>
                <a:effectLst/>
                <a:highlight>
                  <a:srgbClr val="FFFF00"/>
                </a:highligh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srgbClr val="000000"/>
              </a:solidFill>
              <a:effectLst/>
              <a:highlight>
                <a:srgbClr val="FFFF00"/>
              </a:highlight>
              <a:uLnTx/>
              <a:uFillTx/>
              <a:latin typeface="Times New Roman" panose="02020603050405020304" pitchFamily="18" charset="0"/>
              <a:ea typeface="ＭＳ Ｐゴシック" panose="020B0600070205080204" pitchFamily="34" charset="-128"/>
              <a:cs typeface="+mn-cs"/>
            </a:endParaRPr>
          </a:p>
        </p:txBody>
      </p:sp>
      <p:sp>
        <p:nvSpPr>
          <p:cNvPr id="45" name="Slide Number Placeholder 2">
            <a:extLst>
              <a:ext uri="{FF2B5EF4-FFF2-40B4-BE49-F238E27FC236}">
                <a16:creationId xmlns:a16="http://schemas.microsoft.com/office/drawing/2014/main" xmlns="" id="{74821291-B2F1-5248-8BEE-C21E2CB09702}"/>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37</a:t>
            </a:fld>
            <a:endParaRPr lang="en-US" dirty="0"/>
          </a:p>
        </p:txBody>
      </p:sp>
    </p:spTree>
    <p:extLst>
      <p:ext uri="{BB962C8B-B14F-4D97-AF65-F5344CB8AC3E}">
        <p14:creationId xmlns:p14="http://schemas.microsoft.com/office/powerpoint/2010/main" val="4272583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dissolve">
                                      <p:cBhvr>
                                        <p:cTn id="7" dur="500"/>
                                        <p:tgtEl>
                                          <p:spTgt spid="46"/>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7"/>
                                        </p:tgtEl>
                                        <p:attrNameLst>
                                          <p:attrName>style.visibility</p:attrName>
                                        </p:attrNameLst>
                                      </p:cBhvr>
                                      <p:to>
                                        <p:strVal val="visible"/>
                                      </p:to>
                                    </p:set>
                                    <p:animEffect transition="in" filter="dissolve">
                                      <p:cBhvr>
                                        <p:cTn id="10"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7"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9116</TotalTime>
  <Words>3575</Words>
  <Application>Microsoft Office PowerPoint</Application>
  <PresentationFormat>Custom</PresentationFormat>
  <Paragraphs>770</Paragraphs>
  <Slides>37</Slides>
  <Notes>36</Notes>
  <HiddenSlides>0</HiddenSlides>
  <MMClips>0</MMClips>
  <ScaleCrop>false</ScaleCrop>
  <HeadingPairs>
    <vt:vector size="4" baseType="variant">
      <vt:variant>
        <vt:lpstr>Theme</vt:lpstr>
      </vt:variant>
      <vt:variant>
        <vt:i4>2</vt:i4>
      </vt:variant>
      <vt:variant>
        <vt:lpstr>Slide Titles</vt:lpstr>
      </vt:variant>
      <vt:variant>
        <vt:i4>37</vt:i4>
      </vt:variant>
    </vt:vector>
  </HeadingPairs>
  <TitlesOfParts>
    <vt:vector size="39" baseType="lpstr">
      <vt:lpstr>Office Theme</vt:lpstr>
      <vt:lpstr>1_Office Theme</vt:lpstr>
      <vt:lpstr>Computer Networks (CS-241)</vt:lpstr>
      <vt:lpstr>Recapitulation: Layered TCP/IP stack (1/3)</vt:lpstr>
      <vt:lpstr>Recapitulation: Services, Layering and Encapsulation (2/3)</vt:lpstr>
      <vt:lpstr>Recapitulation: Application layer (3/3)</vt:lpstr>
      <vt:lpstr>Transport layer: overview</vt:lpstr>
      <vt:lpstr>Transport layer: roadmap</vt:lpstr>
      <vt:lpstr>Transport services and protocols</vt:lpstr>
      <vt:lpstr>Transport services and protocols</vt:lpstr>
      <vt:lpstr>Transport services and protocols</vt:lpstr>
      <vt:lpstr>Transport vs. network layer services and protocols</vt:lpstr>
      <vt:lpstr>Transport Layer Actions</vt:lpstr>
      <vt:lpstr>Transport Layer Actions</vt:lpstr>
      <vt:lpstr>Overview of the Transport Layer in the Internet</vt:lpstr>
      <vt:lpstr>Two principal Internet transport protocols</vt:lpstr>
      <vt:lpstr>Chapter 3: roadmap</vt:lpstr>
      <vt:lpstr>UDP: User Datagram Protocol</vt:lpstr>
      <vt:lpstr>UDP: User Datagram Protocol</vt:lpstr>
      <vt:lpstr>UDP: User Datagram Protocol [RFC 768]</vt:lpstr>
      <vt:lpstr>UDP: Transport Layer Actions</vt:lpstr>
      <vt:lpstr>UDP: Transport Layer Actions</vt:lpstr>
      <vt:lpstr>UDP: Transport Layer Actions</vt:lpstr>
      <vt:lpstr>UDP segment header</vt:lpstr>
      <vt:lpstr>UDP checksum</vt:lpstr>
      <vt:lpstr>UDP checksum</vt:lpstr>
      <vt:lpstr>Summary: UDP</vt:lpstr>
      <vt:lpstr>Chapter 3: roadmap</vt:lpstr>
      <vt:lpstr>Principles of reliable data transfer </vt:lpstr>
      <vt:lpstr>Principles of reliable data transfer </vt:lpstr>
      <vt:lpstr>Principles of reliable data transfer </vt:lpstr>
      <vt:lpstr>Principles of reliable data transfer </vt:lpstr>
      <vt:lpstr>Reliable data transfer (rdt) protocol: interfaces</vt:lpstr>
      <vt:lpstr>Principles of Reliable Data Transfer in UDP and Protocols</vt:lpstr>
      <vt:lpstr>Reliable data transfer (rdt): getting started</vt:lpstr>
      <vt:lpstr>rdt1.0: reliable transfer over a reliable channel</vt:lpstr>
      <vt:lpstr>rdt2.0: channel with bit errors</vt:lpstr>
      <vt:lpstr>rdt2.0: channel with bit errors</vt:lpstr>
      <vt:lpstr>rdt2.0: FSM specification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James Kurose</dc:creator>
  <cp:lastModifiedBy>UbaidComputers</cp:lastModifiedBy>
  <cp:revision>456</cp:revision>
  <dcterms:created xsi:type="dcterms:W3CDTF">2020-01-18T07:24:59Z</dcterms:created>
  <dcterms:modified xsi:type="dcterms:W3CDTF">2025-11-13T03:53:27Z</dcterms:modified>
</cp:coreProperties>
</file>