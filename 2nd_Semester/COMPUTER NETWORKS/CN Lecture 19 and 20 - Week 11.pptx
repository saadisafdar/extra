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</p:sldMasterIdLst>
  <p:notesMasterIdLst>
    <p:notesMasterId r:id="rId30"/>
  </p:notesMasterIdLst>
  <p:sldIdLst>
    <p:sldId id="1362" r:id="rId3"/>
    <p:sldId id="1223" r:id="rId4"/>
    <p:sldId id="1051" r:id="rId5"/>
    <p:sldId id="1050" r:id="rId6"/>
    <p:sldId id="1351" r:id="rId7"/>
    <p:sldId id="1271" r:id="rId8"/>
    <p:sldId id="1225" r:id="rId9"/>
    <p:sldId id="1227" r:id="rId10"/>
    <p:sldId id="1228" r:id="rId11"/>
    <p:sldId id="1272" r:id="rId12"/>
    <p:sldId id="1363" r:id="rId13"/>
    <p:sldId id="1364" r:id="rId14"/>
    <p:sldId id="1229" r:id="rId15"/>
    <p:sldId id="1230" r:id="rId16"/>
    <p:sldId id="1352" r:id="rId17"/>
    <p:sldId id="1353" r:id="rId18"/>
    <p:sldId id="1354" r:id="rId19"/>
    <p:sldId id="1355" r:id="rId20"/>
    <p:sldId id="1356" r:id="rId21"/>
    <p:sldId id="1357" r:id="rId22"/>
    <p:sldId id="1358" r:id="rId23"/>
    <p:sldId id="1359" r:id="rId24"/>
    <p:sldId id="1300" r:id="rId25"/>
    <p:sldId id="1360" r:id="rId26"/>
    <p:sldId id="1361" r:id="rId27"/>
    <p:sldId id="1232" r:id="rId28"/>
    <p:sldId id="123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2" pos="696" userDrawn="1">
          <p15:clr>
            <a:srgbClr val="A4A3A4"/>
          </p15:clr>
        </p15:guide>
        <p15:guide id="3" orient="horz" pos="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E0FA"/>
    <a:srgbClr val="0000A8"/>
    <a:srgbClr val="8DDFB0"/>
    <a:srgbClr val="FFFE6D"/>
    <a:srgbClr val="F6F323"/>
    <a:srgbClr val="010F90"/>
    <a:srgbClr val="B5E7FF"/>
    <a:srgbClr val="A2C1FF"/>
    <a:srgbClr val="8FAADC"/>
    <a:srgbClr val="E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245"/>
    <p:restoredTop sz="94880"/>
  </p:normalViewPr>
  <p:slideViewPr>
    <p:cSldViewPr snapToGrid="0" snapToObjects="1">
      <p:cViewPr>
        <p:scale>
          <a:sx n="87" d="100"/>
          <a:sy n="87" d="100"/>
        </p:scale>
        <p:origin x="-115" y="-58"/>
      </p:cViewPr>
      <p:guideLst>
        <p:guide orient="horz" pos="792"/>
        <p:guide pos="6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6082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770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544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6865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133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165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212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03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792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17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7844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2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784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868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20880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9133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5773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72194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5407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4199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5076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0301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35303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28670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3778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2242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1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xmlns="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88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xmlns="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78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547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6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51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xmlns="" id="{014327ED-1729-4CF5-B0EF-DC2B5CF7137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720726"/>
            <a:ext cx="10363200" cy="1470025"/>
          </a:xfrm>
        </p:spPr>
        <p:txBody>
          <a:bodyPr/>
          <a:lstStyle/>
          <a:p>
            <a:pPr algn="ctr"/>
            <a:r>
              <a:rPr lang="en-US" altLang="en-US" dirty="0"/>
              <a:t>Computer Networks (CS-241)</a:t>
            </a:r>
          </a:p>
        </p:txBody>
      </p:sp>
      <p:sp>
        <p:nvSpPr>
          <p:cNvPr id="10243" name="Subtitle 2">
            <a:extLst>
              <a:ext uri="{FF2B5EF4-FFF2-40B4-BE49-F238E27FC236}">
                <a16:creationId xmlns:a16="http://schemas.microsoft.com/office/drawing/2014/main" xmlns="" id="{B4C45B81-2463-4E90-93A3-F4551BFA52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86448"/>
            <a:ext cx="9209314" cy="1189892"/>
          </a:xfrm>
        </p:spPr>
        <p:txBody>
          <a:bodyPr>
            <a:noAutofit/>
          </a:bodyPr>
          <a:lstStyle/>
          <a:p>
            <a:r>
              <a:rPr lang="en-US" altLang="en-US" sz="1800" dirty="0" err="1"/>
              <a:t>Dr</a:t>
            </a:r>
            <a:r>
              <a:rPr lang="en-US" altLang="en-US" sz="1800" dirty="0"/>
              <a:t> Syed Muhammad Mohsin,</a:t>
            </a:r>
          </a:p>
          <a:p>
            <a:r>
              <a:rPr lang="en-US" altLang="en-US" sz="1800" dirty="0"/>
              <a:t>Department of Computer Science,</a:t>
            </a:r>
          </a:p>
          <a:p>
            <a:r>
              <a:rPr lang="en-US" altLang="en-US" sz="1800" dirty="0"/>
              <a:t>University of Wah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71D89A5-A209-4B52-BF77-E96A6C2997F3}"/>
              </a:ext>
            </a:extLst>
          </p:cNvPr>
          <p:cNvSpPr txBox="1"/>
          <p:nvPr/>
        </p:nvSpPr>
        <p:spPr>
          <a:xfrm>
            <a:off x="1571243" y="4964593"/>
            <a:ext cx="958625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Adapted From: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Computer Networking:  A Top-Down Approach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/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  <a:r>
              <a:rPr kumimoji="0" lang="en-US" alt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edition: Jim Kurose, Keith Ross Pearson, 2020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052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0FCA6316-79A6-B14E-8F63-A42967EB3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36" y="4247536"/>
            <a:ext cx="10515600" cy="147386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Two approaches to structuring network control plane:</a:t>
            </a:r>
          </a:p>
          <a:p>
            <a:pPr marL="466725" indent="-249238"/>
            <a:r>
              <a:rPr lang="en-US" dirty="0"/>
              <a:t>per-router control (traditional)</a:t>
            </a:r>
          </a:p>
          <a:p>
            <a:pPr marL="466725" indent="-249238"/>
            <a:r>
              <a:rPr lang="en-US" dirty="0"/>
              <a:t>logically centralized control (software defined networking)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E6933BFA-FFE1-0149-8120-54BF3A2DA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Network-layer functions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959312D-6602-054C-94D1-70724062A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6FDE94C0-73F6-B048-AAAB-8D0D8D89E2D1}"/>
              </a:ext>
            </a:extLst>
          </p:cNvPr>
          <p:cNvGrpSpPr/>
          <p:nvPr/>
        </p:nvGrpSpPr>
        <p:grpSpPr>
          <a:xfrm>
            <a:off x="817202" y="1662139"/>
            <a:ext cx="9934373" cy="918829"/>
            <a:chOff x="817202" y="1662139"/>
            <a:chExt cx="9934373" cy="918829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xmlns="" id="{FEAC7B53-78D6-1B48-9942-0293ECA70C3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17202" y="1662139"/>
              <a:ext cx="6556992" cy="91882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6725" indent="-336550">
                <a:spcBef>
                  <a:spcPts val="1200"/>
                </a:spcBef>
                <a:defRPr/>
              </a:pPr>
              <a:r>
                <a:rPr lang="en-US" dirty="0">
                  <a:solidFill>
                    <a:srgbClr val="C00000"/>
                  </a:solidFill>
                </a:rPr>
                <a:t>forwarding: </a:t>
              </a:r>
              <a:r>
                <a:rPr lang="en-US" dirty="0"/>
                <a:t>move packets from router’</a:t>
              </a:r>
              <a:r>
                <a:rPr lang="en-US" altLang="ja-JP" dirty="0"/>
                <a:t>s input to appropriate router output</a:t>
              </a:r>
            </a:p>
            <a:p>
              <a:pPr>
                <a:buFont typeface="Wingdings" charset="0"/>
                <a:buNone/>
                <a:defRPr/>
              </a:pPr>
              <a:endParaRPr lang="en-US" dirty="0"/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xmlns="" id="{921A3F06-1DC8-C24B-9C1D-D833C15E3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8781" y="1807341"/>
              <a:ext cx="2882794" cy="508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r>
                <a:rPr lang="en-US" sz="3600" i="1" dirty="0">
                  <a:solidFill>
                    <a:srgbClr val="000090"/>
                  </a:solidFill>
                </a:rPr>
                <a:t>data plane</a:t>
              </a:r>
            </a:p>
            <a:p>
              <a:pPr marL="342900" indent="-342900"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endParaRPr lang="en-US" sz="2800" dirty="0"/>
            </a:p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8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DF499515-ACC5-5E44-BAC7-0535D920E0BE}"/>
              </a:ext>
            </a:extLst>
          </p:cNvPr>
          <p:cNvGrpSpPr/>
          <p:nvPr/>
        </p:nvGrpSpPr>
        <p:grpSpPr>
          <a:xfrm>
            <a:off x="1285300" y="2660651"/>
            <a:ext cx="9825520" cy="920619"/>
            <a:chOff x="1314797" y="2881877"/>
            <a:chExt cx="9825520" cy="920619"/>
          </a:xfrm>
        </p:grpSpPr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xmlns="" id="{F4BDCF0F-801F-9241-A6B1-11645A67C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7249" y="3047636"/>
              <a:ext cx="3293068" cy="563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100000"/>
                <a:defRPr/>
              </a:pPr>
              <a:r>
                <a:rPr lang="en-US" sz="3600" i="1" dirty="0">
                  <a:solidFill>
                    <a:srgbClr val="000099"/>
                  </a:solidFill>
                </a:rPr>
                <a:t>control</a:t>
              </a:r>
              <a:r>
                <a:rPr lang="en-US" sz="3600" b="1" i="1" dirty="0">
                  <a:solidFill>
                    <a:srgbClr val="000099"/>
                  </a:solidFill>
                </a:rPr>
                <a:t> </a:t>
              </a:r>
              <a:r>
                <a:rPr lang="en-US" sz="3600" i="1" dirty="0">
                  <a:solidFill>
                    <a:srgbClr val="000099"/>
                  </a:solidFill>
                </a:rPr>
                <a:t>plane</a:t>
              </a:r>
              <a:endParaRPr lang="en-US" sz="3600" i="1" dirty="0"/>
            </a:p>
            <a:p>
              <a:pPr marL="342900" indent="-342900">
                <a:lnSpc>
                  <a:spcPct val="85000"/>
                </a:lnSpc>
                <a:spcBef>
                  <a:spcPct val="7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800" dirty="0"/>
            </a:p>
            <a:p>
              <a: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defRPr/>
              </a:pPr>
              <a:endParaRPr lang="en-US" sz="2800" dirty="0"/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xmlns="" id="{470A0826-D747-A94C-89BA-1620D77E3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4797" y="2881877"/>
              <a:ext cx="6529016" cy="920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1200"/>
                </a:spcBef>
                <a:defRPr/>
              </a:pPr>
              <a:r>
                <a:rPr lang="en-US" dirty="0">
                  <a:solidFill>
                    <a:srgbClr val="C00000"/>
                  </a:solidFill>
                </a:rPr>
                <a:t>routing: </a:t>
              </a:r>
              <a:r>
                <a:rPr lang="en-US" dirty="0"/>
                <a:t>determine route taken by packets from source to destination</a:t>
              </a:r>
            </a:p>
            <a:p>
              <a:pPr>
                <a:buFont typeface="Wingdings" charset="0"/>
                <a:buNone/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646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543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Per-router control plane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xmlns="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73" y="1101105"/>
            <a:ext cx="1098715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Individual routing algorithm components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 each and every router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 in the control plane</a:t>
            </a:r>
          </a:p>
        </p:txBody>
      </p:sp>
      <p:sp>
        <p:nvSpPr>
          <p:cNvPr id="238" name="Freeform 2">
            <a:extLst>
              <a:ext uri="{FF2B5EF4-FFF2-40B4-BE49-F238E27FC236}">
                <a16:creationId xmlns:a16="http://schemas.microsoft.com/office/drawing/2014/main" xmlns="" id="{66A80B54-F93B-A94A-938E-DFA6C3C90E64}"/>
              </a:ext>
            </a:extLst>
          </p:cNvPr>
          <p:cNvSpPr>
            <a:spLocks/>
          </p:cNvSpPr>
          <p:nvPr/>
        </p:nvSpPr>
        <p:spPr bwMode="auto">
          <a:xfrm>
            <a:off x="4182648" y="5476945"/>
            <a:ext cx="4027487" cy="939800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xmlns="" id="{6B89A56E-4B45-1449-B1CC-C8EF7ABE50B3}"/>
              </a:ext>
            </a:extLst>
          </p:cNvPr>
          <p:cNvCxnSpPr/>
          <p:nvPr/>
        </p:nvCxnSpPr>
        <p:spPr>
          <a:xfrm flipV="1">
            <a:off x="4812885" y="5629345"/>
            <a:ext cx="1316038" cy="13176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xmlns="" id="{2740CBE6-0A59-E645-A69D-A9AE662529A8}"/>
              </a:ext>
            </a:extLst>
          </p:cNvPr>
          <p:cNvCxnSpPr/>
          <p:nvPr/>
        </p:nvCxnSpPr>
        <p:spPr>
          <a:xfrm>
            <a:off x="4701760" y="5815082"/>
            <a:ext cx="2259013" cy="300038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xmlns="" id="{FEDEF0D8-C674-7A42-948E-7E305FE7E98D}"/>
              </a:ext>
            </a:extLst>
          </p:cNvPr>
          <p:cNvCxnSpPr/>
          <p:nvPr/>
        </p:nvCxnSpPr>
        <p:spPr>
          <a:xfrm>
            <a:off x="4714460" y="5921445"/>
            <a:ext cx="714375" cy="274637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xmlns="" id="{88FEC270-B253-8E44-A411-9C7971EEB2C5}"/>
              </a:ext>
            </a:extLst>
          </p:cNvPr>
          <p:cNvCxnSpPr/>
          <p:nvPr/>
        </p:nvCxnSpPr>
        <p:spPr>
          <a:xfrm flipV="1">
            <a:off x="5732048" y="6115120"/>
            <a:ext cx="1247775" cy="8096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xmlns="" id="{829E7CD6-E2DF-3F41-969B-DA845A408D9F}"/>
              </a:ext>
            </a:extLst>
          </p:cNvPr>
          <p:cNvCxnSpPr/>
          <p:nvPr/>
        </p:nvCxnSpPr>
        <p:spPr>
          <a:xfrm>
            <a:off x="6392448" y="5661095"/>
            <a:ext cx="1057275" cy="12382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xmlns="" id="{DE601DF1-8D2D-2A46-BC8F-F868A11F76CA}"/>
              </a:ext>
            </a:extLst>
          </p:cNvPr>
          <p:cNvCxnSpPr/>
          <p:nvPr/>
        </p:nvCxnSpPr>
        <p:spPr>
          <a:xfrm flipV="1">
            <a:off x="5676485" y="5815082"/>
            <a:ext cx="1790700" cy="300038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xmlns="" id="{A11DDE0B-F575-FA48-8F6B-03D4A7733DCF}"/>
              </a:ext>
            </a:extLst>
          </p:cNvPr>
          <p:cNvCxnSpPr/>
          <p:nvPr/>
        </p:nvCxnSpPr>
        <p:spPr>
          <a:xfrm flipV="1">
            <a:off x="7003635" y="5843657"/>
            <a:ext cx="588963" cy="271463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xmlns="" id="{ADA6CD88-616E-B24E-8E41-831DCFC74F88}"/>
              </a:ext>
            </a:extLst>
          </p:cNvPr>
          <p:cNvCxnSpPr/>
          <p:nvPr/>
        </p:nvCxnSpPr>
        <p:spPr>
          <a:xfrm>
            <a:off x="6146385" y="5629345"/>
            <a:ext cx="814388" cy="4000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247" name="Group 7">
            <a:extLst>
              <a:ext uri="{FF2B5EF4-FFF2-40B4-BE49-F238E27FC236}">
                <a16:creationId xmlns:a16="http://schemas.microsoft.com/office/drawing/2014/main" xmlns="" id="{F23FF8D1-2C6B-9448-B97C-26AA0FF38328}"/>
              </a:ext>
            </a:extLst>
          </p:cNvPr>
          <p:cNvGrpSpPr>
            <a:grpSpLocks/>
          </p:cNvGrpSpPr>
          <p:nvPr/>
        </p:nvGrpSpPr>
        <p:grpSpPr bwMode="auto">
          <a:xfrm>
            <a:off x="5271673" y="6054795"/>
            <a:ext cx="563562" cy="293687"/>
            <a:chOff x="1871277" y="1576300"/>
            <a:chExt cx="1128371" cy="437861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xmlns="" id="{F781E7E0-A5A4-AD4A-A844-E9A7BB7A797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55" y="1694641"/>
              <a:ext cx="1125193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xmlns="" id="{3D5BD08E-FA2E-E04F-A545-2E0866784F93}"/>
                </a:ext>
              </a:extLst>
            </p:cNvPr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xmlns="" id="{01E234FF-7C0E-FD47-9DA3-FA96190131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xmlns="" id="{563210E5-D710-8E45-8417-02EB79B5C81A}"/>
                </a:ext>
              </a:extLst>
            </p:cNvPr>
            <p:cNvSpPr/>
            <p:nvPr/>
          </p:nvSpPr>
          <p:spPr bwMode="auto">
            <a:xfrm>
              <a:off x="2160521" y="1673339"/>
              <a:ext cx="546704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xmlns="" id="{430FD04E-46A2-3749-B589-BEE902C8D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307" y="1633104"/>
              <a:ext cx="661131" cy="111240"/>
            </a:xfrm>
            <a:custGeom>
              <a:avLst/>
              <a:gdLst>
                <a:gd name="T0" fmla="*/ 0 w 3723451"/>
                <a:gd name="T1" fmla="*/ 27215 h 932950"/>
                <a:gd name="T2" fmla="*/ 116331 w 3723451"/>
                <a:gd name="T3" fmla="*/ 321 h 932950"/>
                <a:gd name="T4" fmla="*/ 329509 w 3723451"/>
                <a:gd name="T5" fmla="*/ 62069 h 932950"/>
                <a:gd name="T6" fmla="*/ 532884 w 3723451"/>
                <a:gd name="T7" fmla="*/ 0 h 932950"/>
                <a:gd name="T8" fmla="*/ 661131 w 3723451"/>
                <a:gd name="T9" fmla="*/ 24699 h 932950"/>
                <a:gd name="T10" fmla="*/ 565716 w 3723451"/>
                <a:gd name="T11" fmla="*/ 55071 h 932950"/>
                <a:gd name="T12" fmla="*/ 534996 w 3723451"/>
                <a:gd name="T13" fmla="*/ 46883 h 932950"/>
                <a:gd name="T14" fmla="*/ 333255 w 3723451"/>
                <a:gd name="T15" fmla="*/ 111240 h 932950"/>
                <a:gd name="T16" fmla="*/ 126353 w 3723451"/>
                <a:gd name="T17" fmla="*/ 49250 h 932950"/>
                <a:gd name="T18" fmla="*/ 92901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xmlns="" id="{BDBA4CA4-485A-D94A-B148-5C44318A1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765" y="1727776"/>
              <a:ext cx="241567" cy="97039"/>
            </a:xfrm>
            <a:custGeom>
              <a:avLst/>
              <a:gdLst>
                <a:gd name="T0" fmla="*/ 0 w 1366596"/>
                <a:gd name="T1" fmla="*/ 0 h 809868"/>
                <a:gd name="T2" fmla="*/ 241567 w 1366596"/>
                <a:gd name="T3" fmla="*/ 74985 h 809868"/>
                <a:gd name="T4" fmla="*/ 152911 w 1366596"/>
                <a:gd name="T5" fmla="*/ 97039 h 809868"/>
                <a:gd name="T6" fmla="*/ 813 w 1366596"/>
                <a:gd name="T7" fmla="*/ 5127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xmlns="" id="{4F7BCFB0-4862-0040-98EF-79148CCE2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593" y="1730143"/>
              <a:ext cx="238389" cy="97040"/>
            </a:xfrm>
            <a:custGeom>
              <a:avLst/>
              <a:gdLst>
                <a:gd name="T0" fmla="*/ 235135 w 1348191"/>
                <a:gd name="T1" fmla="*/ 0 h 791462"/>
                <a:gd name="T2" fmla="*/ 238389 w 1348191"/>
                <a:gd name="T3" fmla="*/ 46827 h 791462"/>
                <a:gd name="T4" fmla="*/ 86243 w 1348191"/>
                <a:gd name="T5" fmla="*/ 97040 h 791462"/>
                <a:gd name="T6" fmla="*/ 0 w 1348191"/>
                <a:gd name="T7" fmla="*/ 75037 h 791462"/>
                <a:gd name="T8" fmla="*/ 235135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xmlns="" id="{FA80ECE7-29EF-E045-8DE9-443E8B56CBA4}"/>
                </a:ext>
              </a:extLst>
            </p:cNvPr>
            <p:cNvCxnSpPr>
              <a:cxnSpLocks noChangeShapeType="1"/>
              <a:endCxn id="250" idx="2"/>
            </p:cNvCxnSpPr>
            <p:nvPr/>
          </p:nvCxnSpPr>
          <p:spPr bwMode="auto">
            <a:xfrm flipH="1" flipV="1">
              <a:off x="1871277" y="1737244"/>
              <a:ext cx="3178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xmlns="" id="{886C4C8B-81F8-494E-B3C9-F2C152BA75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0" y="1734876"/>
              <a:ext cx="3178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57" name="Group 327">
            <a:extLst>
              <a:ext uri="{FF2B5EF4-FFF2-40B4-BE49-F238E27FC236}">
                <a16:creationId xmlns:a16="http://schemas.microsoft.com/office/drawing/2014/main" xmlns="" id="{C6D6E434-396F-824D-B42D-39B257E17412}"/>
              </a:ext>
            </a:extLst>
          </p:cNvPr>
          <p:cNvGrpSpPr>
            <a:grpSpLocks/>
          </p:cNvGrpSpPr>
          <p:nvPr/>
        </p:nvGrpSpPr>
        <p:grpSpPr bwMode="auto">
          <a:xfrm>
            <a:off x="5966998" y="5513457"/>
            <a:ext cx="565150" cy="292100"/>
            <a:chOff x="1871277" y="1576300"/>
            <a:chExt cx="1128371" cy="437861"/>
          </a:xfrm>
        </p:grpSpPr>
        <p:sp>
          <p:nvSpPr>
            <p:cNvPr id="258" name="Oval 257">
              <a:extLst>
                <a:ext uri="{FF2B5EF4-FFF2-40B4-BE49-F238E27FC236}">
                  <a16:creationId xmlns:a16="http://schemas.microsoft.com/office/drawing/2014/main" xmlns="" id="{BD523501-0761-ED43-9FA5-AEA15E2D1C9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xmlns="" id="{1B2C53EE-99C4-9041-B078-E1DEA73E56F8}"/>
                </a:ext>
              </a:extLst>
            </p:cNvPr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xmlns="" id="{27361595-2FF4-1B46-839D-326969B484F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xmlns="" id="{89642470-FD74-1047-9747-D0EB2363B800}"/>
                </a:ext>
              </a:extLst>
            </p:cNvPr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xmlns="" id="{12E17BAF-3675-9946-91CF-C0BD05A47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T0" fmla="*/ 0 w 3723451"/>
                <a:gd name="T1" fmla="*/ 27363 h 932950"/>
                <a:gd name="T2" fmla="*/ 116562 w 3723451"/>
                <a:gd name="T3" fmla="*/ 322 h 932950"/>
                <a:gd name="T4" fmla="*/ 330164 w 3723451"/>
                <a:gd name="T5" fmla="*/ 62407 h 932950"/>
                <a:gd name="T6" fmla="*/ 533943 w 3723451"/>
                <a:gd name="T7" fmla="*/ 0 h 932950"/>
                <a:gd name="T8" fmla="*/ 662444 w 3723451"/>
                <a:gd name="T9" fmla="*/ 24834 h 932950"/>
                <a:gd name="T10" fmla="*/ 566839 w 3723451"/>
                <a:gd name="T11" fmla="*/ 55371 h 932950"/>
                <a:gd name="T12" fmla="*/ 536059 w 3723451"/>
                <a:gd name="T13" fmla="*/ 47138 h 932950"/>
                <a:gd name="T14" fmla="*/ 333917 w 3723451"/>
                <a:gd name="T15" fmla="*/ 111846 h 932950"/>
                <a:gd name="T16" fmla="*/ 126604 w 3723451"/>
                <a:gd name="T17" fmla="*/ 49519 h 932950"/>
                <a:gd name="T18" fmla="*/ 93086 w 3723451"/>
                <a:gd name="T19" fmla="*/ 56246 h 932950"/>
                <a:gd name="T20" fmla="*/ 0 w 3723451"/>
                <a:gd name="T21" fmla="*/ 27363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xmlns="" id="{FB02D5C9-E16C-D545-9658-9B08CD700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5393 h 809868"/>
                <a:gd name="T4" fmla="*/ 154487 w 1366596"/>
                <a:gd name="T5" fmla="*/ 97568 h 809868"/>
                <a:gd name="T6" fmla="*/ 822 w 1366596"/>
                <a:gd name="T7" fmla="*/ 5155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xmlns="" id="{43C530C6-57F7-D943-BF8C-3B8BE501F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5933 h 791462"/>
                <a:gd name="T4" fmla="*/ 87147 w 1348191"/>
                <a:gd name="T5" fmla="*/ 95187 h 791462"/>
                <a:gd name="T6" fmla="*/ 0 w 1348191"/>
                <a:gd name="T7" fmla="*/ 73604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xmlns="" id="{04998C4B-6CC3-804D-8149-EB9753D18CA7}"/>
                </a:ext>
              </a:extLst>
            </p:cNvPr>
            <p:cNvCxnSpPr>
              <a:cxnSpLocks noChangeShapeType="1"/>
              <a:endCxn id="260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xmlns="" id="{565D2A47-CC6C-8440-A5DF-83E670BCAF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7" name="Group 337">
            <a:extLst>
              <a:ext uri="{FF2B5EF4-FFF2-40B4-BE49-F238E27FC236}">
                <a16:creationId xmlns:a16="http://schemas.microsoft.com/office/drawing/2014/main" xmlns="" id="{82B40A4C-BCB9-0F49-86D8-65358510B247}"/>
              </a:ext>
            </a:extLst>
          </p:cNvPr>
          <p:cNvGrpSpPr>
            <a:grpSpLocks/>
          </p:cNvGrpSpPr>
          <p:nvPr/>
        </p:nvGrpSpPr>
        <p:grpSpPr bwMode="auto">
          <a:xfrm>
            <a:off x="6609935" y="5967482"/>
            <a:ext cx="563563" cy="293688"/>
            <a:chOff x="1871277" y="1576300"/>
            <a:chExt cx="1128371" cy="437861"/>
          </a:xfrm>
        </p:grpSpPr>
        <p:sp>
          <p:nvSpPr>
            <p:cNvPr id="268" name="Oval 267">
              <a:extLst>
                <a:ext uri="{FF2B5EF4-FFF2-40B4-BE49-F238E27FC236}">
                  <a16:creationId xmlns:a16="http://schemas.microsoft.com/office/drawing/2014/main" xmlns="" id="{683F4F4C-42FD-9846-A017-5B90A1CDF30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57" y="1694641"/>
              <a:ext cx="1125191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xmlns="" id="{3F600344-6D5A-5149-9480-8AD325F910A2}"/>
                </a:ext>
              </a:extLst>
            </p:cNvPr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xmlns="" id="{358912A5-2365-7548-98D1-05C254AB8C9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xmlns="" id="{856A4118-FA0A-BF49-876A-9D235E6C6E2E}"/>
                </a:ext>
              </a:extLst>
            </p:cNvPr>
            <p:cNvSpPr/>
            <p:nvPr/>
          </p:nvSpPr>
          <p:spPr bwMode="auto">
            <a:xfrm>
              <a:off x="2160522" y="1673340"/>
              <a:ext cx="546703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xmlns="" id="{73066D64-2E3F-F24D-B741-44F8F9E6C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309" y="1633103"/>
              <a:ext cx="661129" cy="111241"/>
            </a:xfrm>
            <a:custGeom>
              <a:avLst/>
              <a:gdLst>
                <a:gd name="T0" fmla="*/ 0 w 3723451"/>
                <a:gd name="T1" fmla="*/ 27215 h 932950"/>
                <a:gd name="T2" fmla="*/ 116330 w 3723451"/>
                <a:gd name="T3" fmla="*/ 321 h 932950"/>
                <a:gd name="T4" fmla="*/ 329508 w 3723451"/>
                <a:gd name="T5" fmla="*/ 62070 h 932950"/>
                <a:gd name="T6" fmla="*/ 532883 w 3723451"/>
                <a:gd name="T7" fmla="*/ 0 h 932950"/>
                <a:gd name="T8" fmla="*/ 661129 w 3723451"/>
                <a:gd name="T9" fmla="*/ 24700 h 932950"/>
                <a:gd name="T10" fmla="*/ 565714 w 3723451"/>
                <a:gd name="T11" fmla="*/ 55072 h 932950"/>
                <a:gd name="T12" fmla="*/ 534995 w 3723451"/>
                <a:gd name="T13" fmla="*/ 46883 h 932950"/>
                <a:gd name="T14" fmla="*/ 333254 w 3723451"/>
                <a:gd name="T15" fmla="*/ 111241 h 932950"/>
                <a:gd name="T16" fmla="*/ 126353 w 3723451"/>
                <a:gd name="T17" fmla="*/ 49251 h 932950"/>
                <a:gd name="T18" fmla="*/ 92901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xmlns="" id="{63C7C818-A6BA-5B46-8663-C7EB1B1CE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763" y="1727776"/>
              <a:ext cx="241567" cy="97040"/>
            </a:xfrm>
            <a:custGeom>
              <a:avLst/>
              <a:gdLst>
                <a:gd name="T0" fmla="*/ 0 w 1366596"/>
                <a:gd name="T1" fmla="*/ 0 h 809868"/>
                <a:gd name="T2" fmla="*/ 241567 w 1366596"/>
                <a:gd name="T3" fmla="*/ 74985 h 809868"/>
                <a:gd name="T4" fmla="*/ 152911 w 1366596"/>
                <a:gd name="T5" fmla="*/ 97040 h 809868"/>
                <a:gd name="T6" fmla="*/ 813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xmlns="" id="{958FEB88-75FB-2D44-9A10-0367FDB3A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595" y="1730144"/>
              <a:ext cx="238387" cy="97039"/>
            </a:xfrm>
            <a:custGeom>
              <a:avLst/>
              <a:gdLst>
                <a:gd name="T0" fmla="*/ 235133 w 1348191"/>
                <a:gd name="T1" fmla="*/ 0 h 791462"/>
                <a:gd name="T2" fmla="*/ 238387 w 1348191"/>
                <a:gd name="T3" fmla="*/ 46827 h 791462"/>
                <a:gd name="T4" fmla="*/ 86242 w 1348191"/>
                <a:gd name="T5" fmla="*/ 97039 h 791462"/>
                <a:gd name="T6" fmla="*/ 0 w 1348191"/>
                <a:gd name="T7" fmla="*/ 75036 h 791462"/>
                <a:gd name="T8" fmla="*/ 235133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xmlns="" id="{E5F8810D-58B9-1B41-9069-743A57CBD942}"/>
                </a:ext>
              </a:extLst>
            </p:cNvPr>
            <p:cNvCxnSpPr>
              <a:cxnSpLocks noChangeShapeType="1"/>
              <a:endCxn id="270" idx="2"/>
            </p:cNvCxnSpPr>
            <p:nvPr/>
          </p:nvCxnSpPr>
          <p:spPr bwMode="auto">
            <a:xfrm flipH="1" flipV="1">
              <a:off x="1871277" y="1737243"/>
              <a:ext cx="3180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xmlns="" id="{B7248C01-1BC9-084D-9C19-4C517E6680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68" y="1734877"/>
              <a:ext cx="3180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7" name="Group 347">
            <a:extLst>
              <a:ext uri="{FF2B5EF4-FFF2-40B4-BE49-F238E27FC236}">
                <a16:creationId xmlns:a16="http://schemas.microsoft.com/office/drawing/2014/main" xmlns="" id="{EA66C38A-2A9F-054D-B190-0607C48440C0}"/>
              </a:ext>
            </a:extLst>
          </p:cNvPr>
          <p:cNvGrpSpPr>
            <a:grpSpLocks/>
          </p:cNvGrpSpPr>
          <p:nvPr/>
        </p:nvGrpSpPr>
        <p:grpSpPr bwMode="auto">
          <a:xfrm>
            <a:off x="7332248" y="5653157"/>
            <a:ext cx="565150" cy="293688"/>
            <a:chOff x="1871277" y="1576300"/>
            <a:chExt cx="1128371" cy="437861"/>
          </a:xfrm>
        </p:grpSpPr>
        <p:sp>
          <p:nvSpPr>
            <p:cNvPr id="278" name="Oval 277">
              <a:extLst>
                <a:ext uri="{FF2B5EF4-FFF2-40B4-BE49-F238E27FC236}">
                  <a16:creationId xmlns:a16="http://schemas.microsoft.com/office/drawing/2014/main" xmlns="" id="{578C6C8A-3C2C-CA47-A52F-E5336E397A8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xmlns="" id="{40527894-E8D6-8847-A758-9F4A98B89D5B}"/>
                </a:ext>
              </a:extLst>
            </p:cNvPr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xmlns="" id="{50FCBF9F-6CE0-7B47-94FC-CD5787B788A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xmlns="" id="{5D5ADD21-3F21-8E47-B87D-2BDC146712B9}"/>
                </a:ext>
              </a:extLst>
            </p:cNvPr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xmlns="" id="{0FF22D66-78A9-2245-ACA6-A35063B95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T0" fmla="*/ 0 w 3723451"/>
                <a:gd name="T1" fmla="*/ 27215 h 932950"/>
                <a:gd name="T2" fmla="*/ 116562 w 3723451"/>
                <a:gd name="T3" fmla="*/ 321 h 932950"/>
                <a:gd name="T4" fmla="*/ 330164 w 3723451"/>
                <a:gd name="T5" fmla="*/ 62070 h 932950"/>
                <a:gd name="T6" fmla="*/ 533943 w 3723451"/>
                <a:gd name="T7" fmla="*/ 0 h 932950"/>
                <a:gd name="T8" fmla="*/ 662444 w 3723451"/>
                <a:gd name="T9" fmla="*/ 24700 h 932950"/>
                <a:gd name="T10" fmla="*/ 566839 w 3723451"/>
                <a:gd name="T11" fmla="*/ 55072 h 932950"/>
                <a:gd name="T12" fmla="*/ 536059 w 3723451"/>
                <a:gd name="T13" fmla="*/ 46883 h 932950"/>
                <a:gd name="T14" fmla="*/ 333917 w 3723451"/>
                <a:gd name="T15" fmla="*/ 111241 h 932950"/>
                <a:gd name="T16" fmla="*/ 126604 w 3723451"/>
                <a:gd name="T17" fmla="*/ 49251 h 932950"/>
                <a:gd name="T18" fmla="*/ 93086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xmlns="" id="{A86BA2E2-E459-454D-98E3-2CB0E41E1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4985 h 809868"/>
                <a:gd name="T4" fmla="*/ 154487 w 1366596"/>
                <a:gd name="T5" fmla="*/ 97040 h 809868"/>
                <a:gd name="T6" fmla="*/ 822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xmlns="" id="{32EB212F-0575-FD42-B1AF-F3AAD1FDE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39 h 791462"/>
                <a:gd name="T6" fmla="*/ 0 w 1348191"/>
                <a:gd name="T7" fmla="*/ 75036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xmlns="" id="{913FC001-18AF-3A49-BFB4-0B914F19FFD8}"/>
                </a:ext>
              </a:extLst>
            </p:cNvPr>
            <p:cNvCxnSpPr>
              <a:cxnSpLocks noChangeShapeType="1"/>
              <a:endCxn id="280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xmlns="" id="{7194EB53-3E3D-024D-B0D2-5596DAD2A3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xmlns="" id="{7169FC3C-178E-6048-AB6C-8493893B17E5}"/>
              </a:ext>
            </a:extLst>
          </p:cNvPr>
          <p:cNvGrpSpPr>
            <a:grpSpLocks/>
          </p:cNvGrpSpPr>
          <p:nvPr/>
        </p:nvGrpSpPr>
        <p:grpSpPr bwMode="auto">
          <a:xfrm>
            <a:off x="3347623" y="2370207"/>
            <a:ext cx="5270500" cy="3805238"/>
            <a:chOff x="1757805" y="2331054"/>
            <a:chExt cx="5270058" cy="3804634"/>
          </a:xfrm>
        </p:grpSpPr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xmlns="" id="{440C625E-763F-DC45-B239-42BFE9E9081B}"/>
                </a:ext>
              </a:extLst>
            </p:cNvPr>
            <p:cNvSpPr/>
            <p:nvPr/>
          </p:nvSpPr>
          <p:spPr>
            <a:xfrm>
              <a:off x="1776853" y="4829382"/>
              <a:ext cx="1220685" cy="920604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510" h="921649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xmlns="" id="{7B2A49C4-873B-2743-B356-AA474598AAC7}"/>
                </a:ext>
              </a:extLst>
            </p:cNvPr>
            <p:cNvSpPr/>
            <p:nvPr/>
          </p:nvSpPr>
          <p:spPr>
            <a:xfrm>
              <a:off x="6102428" y="4916682"/>
              <a:ext cx="925435" cy="75711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304" h="758185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xmlns="" id="{0D9AB348-D7F2-A742-9B0C-84535C1F8A96}"/>
                </a:ext>
              </a:extLst>
            </p:cNvPr>
            <p:cNvSpPr/>
            <p:nvPr/>
          </p:nvSpPr>
          <p:spPr>
            <a:xfrm>
              <a:off x="5288109" y="4937315"/>
              <a:ext cx="725426" cy="1099963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009" h="110147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xmlns="" id="{98F06BD2-BA43-1144-B69F-BF325541EB43}"/>
                </a:ext>
              </a:extLst>
            </p:cNvPr>
            <p:cNvSpPr/>
            <p:nvPr/>
          </p:nvSpPr>
          <p:spPr>
            <a:xfrm>
              <a:off x="4300767" y="4956362"/>
              <a:ext cx="514307" cy="57775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578353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xmlns="" id="{57135A78-79C3-CB4B-8E8E-D9A274265F07}"/>
                </a:ext>
              </a:extLst>
            </p:cNvPr>
            <p:cNvSpPr/>
            <p:nvPr/>
          </p:nvSpPr>
          <p:spPr>
            <a:xfrm>
              <a:off x="3521369" y="4919856"/>
              <a:ext cx="593675" cy="121583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113" h="1215612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293" name="Group 17">
              <a:extLst>
                <a:ext uri="{FF2B5EF4-FFF2-40B4-BE49-F238E27FC236}">
                  <a16:creationId xmlns:a16="http://schemas.microsoft.com/office/drawing/2014/main" xmlns="" id="{3DCFE7AC-3DDA-544E-9FBA-E2013CB1F7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7805" y="2331054"/>
              <a:ext cx="1079500" cy="2674334"/>
              <a:chOff x="1757805" y="2331054"/>
              <a:chExt cx="1079500" cy="2674334"/>
            </a:xfrm>
          </p:grpSpPr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xmlns="" id="{4A6C83BC-7EC5-0F45-B8BB-C3B547B3E007}"/>
                  </a:ext>
                </a:extLst>
              </p:cNvPr>
              <p:cNvSpPr/>
              <p:nvPr/>
            </p:nvSpPr>
            <p:spPr bwMode="auto"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381" name="Group 104">
                <a:extLst>
                  <a:ext uri="{FF2B5EF4-FFF2-40B4-BE49-F238E27FC236}">
                    <a16:creationId xmlns:a16="http://schemas.microsoft.com/office/drawing/2014/main" xmlns="" id="{C49CCBB3-581C-F744-9C12-88066A544A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2739" y="4616206"/>
                <a:ext cx="1034710" cy="389182"/>
                <a:chOff x="4128636" y="3606589"/>
                <a:chExt cx="568145" cy="338667"/>
              </a:xfrm>
            </p:grpSpPr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xmlns="" id="{1360C793-55DD-E448-BB09-2AF9F40ABA16}"/>
                    </a:ext>
                  </a:extLst>
                </p:cNvPr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Rectangle 395">
                  <a:extLst>
                    <a:ext uri="{FF2B5EF4-FFF2-40B4-BE49-F238E27FC236}">
                      <a16:creationId xmlns:a16="http://schemas.microsoft.com/office/drawing/2014/main" xmlns="" id="{B5E5E126-5712-074A-827E-49B7AB6291A3}"/>
                    </a:ext>
                  </a:extLst>
                </p:cNvPr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xmlns="" id="{90782D44-406D-1A44-B8FA-7DABB141B919}"/>
                    </a:ext>
                  </a:extLst>
                </p:cNvPr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xmlns="" id="{91CE1BD1-E198-874C-A63D-F01D330549A7}"/>
                    </a:ext>
                  </a:extLst>
                </p:cNvPr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xmlns="" id="{5C32A76A-C218-CD4F-A5EA-5F04BEBB7C8B}"/>
                    </a:ext>
                  </a:extLst>
                </p:cNvPr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xmlns="" id="{9568C327-A8B8-714A-9EC6-981C762ACAD5}"/>
                  </a:ext>
                </a:extLst>
              </p:cNvPr>
              <p:cNvSpPr/>
              <p:nvPr/>
            </p:nvSpPr>
            <p:spPr bwMode="auto">
              <a:xfrm>
                <a:off x="1802251" y="3602440"/>
                <a:ext cx="1027025" cy="1163452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83" name="Straight Connector 382">
                <a:extLst>
                  <a:ext uri="{FF2B5EF4-FFF2-40B4-BE49-F238E27FC236}">
                    <a16:creationId xmlns:a16="http://schemas.microsoft.com/office/drawing/2014/main" xmlns="" id="{CE43604B-D39F-7044-94F2-CD4AD82F1987}"/>
                  </a:ext>
                </a:extLst>
              </p:cNvPr>
              <p:cNvCxnSpPr/>
              <p:nvPr/>
            </p:nvCxnSpPr>
            <p:spPr bwMode="auto">
              <a:xfrm>
                <a:off x="1781615" y="2805642"/>
                <a:ext cx="20636" cy="202056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xmlns="" id="{5C4C1EF2-5AB5-114F-AE30-53470A226E36}"/>
                  </a:ext>
                </a:extLst>
              </p:cNvPr>
              <p:cNvCxnSpPr/>
              <p:nvPr/>
            </p:nvCxnSpPr>
            <p:spPr bwMode="auto">
              <a:xfrm flipH="1">
                <a:off x="2818166" y="2805642"/>
                <a:ext cx="4762" cy="1976123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85" name="Group 9">
                <a:extLst>
                  <a:ext uri="{FF2B5EF4-FFF2-40B4-BE49-F238E27FC236}">
                    <a16:creationId xmlns:a16="http://schemas.microsoft.com/office/drawing/2014/main" xmlns="" id="{052F022E-CD26-8744-AC3E-C859146E38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7805" y="2331054"/>
                <a:ext cx="1079500" cy="430213"/>
                <a:chOff x="2183302" y="1574638"/>
                <a:chExt cx="1200154" cy="430181"/>
              </a:xfrm>
            </p:grpSpPr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xmlns="" id="{80AE789D-EAFB-F44C-ACC8-D4E9E127F29B}"/>
                    </a:ext>
                  </a:extLst>
                </p:cNvPr>
                <p:cNvSpPr/>
                <p:nvPr/>
              </p:nvSpPr>
              <p:spPr bwMode="auto">
                <a:xfrm flipV="1">
                  <a:off x="2186832" y="1690499"/>
                  <a:ext cx="1194758" cy="31425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7" name="Rectangle 386">
                  <a:extLst>
                    <a:ext uri="{FF2B5EF4-FFF2-40B4-BE49-F238E27FC236}">
                      <a16:creationId xmlns:a16="http://schemas.microsoft.com/office/drawing/2014/main" xmlns="" id="{5F200699-ED1E-0245-9D7A-C9227AC90EC0}"/>
                    </a:ext>
                  </a:extLst>
                </p:cNvPr>
                <p:cNvSpPr/>
                <p:nvPr/>
              </p:nvSpPr>
              <p:spPr bwMode="auto"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xmlns="" id="{1653876D-5808-4845-8D45-41E30CCABC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" name="Freeform 388">
                  <a:extLst>
                    <a:ext uri="{FF2B5EF4-FFF2-40B4-BE49-F238E27FC236}">
                      <a16:creationId xmlns:a16="http://schemas.microsoft.com/office/drawing/2014/main" xmlns="" id="{B63C1A57-A326-E44D-89A7-AE4E169A70AE}"/>
                    </a:ext>
                  </a:extLst>
                </p:cNvPr>
                <p:cNvSpPr/>
                <p:nvPr/>
              </p:nvSpPr>
              <p:spPr bwMode="auto">
                <a:xfrm>
                  <a:off x="2490374" y="1671453"/>
                  <a:ext cx="582379" cy="15712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0" name="Freeform 389">
                  <a:extLst>
                    <a:ext uri="{FF2B5EF4-FFF2-40B4-BE49-F238E27FC236}">
                      <a16:creationId xmlns:a16="http://schemas.microsoft.com/office/drawing/2014/main" xmlns="" id="{C060360D-64F4-6C46-9C73-B1B076DAA1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372" y="1630188"/>
                  <a:ext cx="702384" cy="109512"/>
                </a:xfrm>
                <a:custGeom>
                  <a:avLst/>
                  <a:gdLst>
                    <a:gd name="T0" fmla="*/ 0 w 3723451"/>
                    <a:gd name="T1" fmla="*/ 26792 h 932950"/>
                    <a:gd name="T2" fmla="*/ 123590 w 3723451"/>
                    <a:gd name="T3" fmla="*/ 316 h 932950"/>
                    <a:gd name="T4" fmla="*/ 350070 w 3723451"/>
                    <a:gd name="T5" fmla="*/ 61105 h 932950"/>
                    <a:gd name="T6" fmla="*/ 566135 w 3723451"/>
                    <a:gd name="T7" fmla="*/ 0 h 932950"/>
                    <a:gd name="T8" fmla="*/ 702384 w 3723451"/>
                    <a:gd name="T9" fmla="*/ 24316 h 932950"/>
                    <a:gd name="T10" fmla="*/ 601015 w 3723451"/>
                    <a:gd name="T11" fmla="*/ 54216 h 932950"/>
                    <a:gd name="T12" fmla="*/ 568379 w 3723451"/>
                    <a:gd name="T13" fmla="*/ 46155 h 932950"/>
                    <a:gd name="T14" fmla="*/ 354049 w 3723451"/>
                    <a:gd name="T15" fmla="*/ 109512 h 932950"/>
                    <a:gd name="T16" fmla="*/ 134237 w 3723451"/>
                    <a:gd name="T17" fmla="*/ 48485 h 932950"/>
                    <a:gd name="T18" fmla="*/ 98698 w 3723451"/>
                    <a:gd name="T19" fmla="*/ 55072 h 932950"/>
                    <a:gd name="T20" fmla="*/ 0 w 3723451"/>
                    <a:gd name="T21" fmla="*/ 2679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1" name="Freeform 390">
                  <a:extLst>
                    <a:ext uri="{FF2B5EF4-FFF2-40B4-BE49-F238E27FC236}">
                      <a16:creationId xmlns:a16="http://schemas.microsoft.com/office/drawing/2014/main" xmlns="" id="{6762EEAF-2C47-B149-8689-0C95EC53C3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745" y="1723828"/>
                  <a:ext cx="257658" cy="9522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658 w 1366596"/>
                    <a:gd name="T3" fmla="*/ 73585 h 809868"/>
                    <a:gd name="T4" fmla="*/ 163097 w 1366596"/>
                    <a:gd name="T5" fmla="*/ 95228 h 809868"/>
                    <a:gd name="T6" fmla="*/ 867 w 1366596"/>
                    <a:gd name="T7" fmla="*/ 5031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2" name="Freeform 391">
                  <a:extLst>
                    <a:ext uri="{FF2B5EF4-FFF2-40B4-BE49-F238E27FC236}">
                      <a16:creationId xmlns:a16="http://schemas.microsoft.com/office/drawing/2014/main" xmlns="" id="{EEF29461-B5AA-2744-A3DA-2814904A2E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8018" y="1725416"/>
                  <a:ext cx="254129" cy="95228"/>
                </a:xfrm>
                <a:custGeom>
                  <a:avLst/>
                  <a:gdLst>
                    <a:gd name="T0" fmla="*/ 250660 w 1348191"/>
                    <a:gd name="T1" fmla="*/ 0 h 791462"/>
                    <a:gd name="T2" fmla="*/ 254129 w 1348191"/>
                    <a:gd name="T3" fmla="*/ 45953 h 791462"/>
                    <a:gd name="T4" fmla="*/ 91938 w 1348191"/>
                    <a:gd name="T5" fmla="*/ 95228 h 791462"/>
                    <a:gd name="T6" fmla="*/ 0 w 1348191"/>
                    <a:gd name="T7" fmla="*/ 73636 h 791462"/>
                    <a:gd name="T8" fmla="*/ 250660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xmlns="" id="{BE5A273A-2FEE-9545-BB88-87C7E505179F}"/>
                    </a:ext>
                  </a:extLst>
                </p:cNvPr>
                <p:cNvCxnSpPr>
                  <a:cxnSpLocks noChangeShapeType="1"/>
                  <a:endCxn id="388" idx="2"/>
                </p:cNvCxnSpPr>
                <p:nvPr/>
              </p:nvCxnSpPr>
              <p:spPr bwMode="auto">
                <a:xfrm flipH="1" flipV="1">
                  <a:off x="2183302" y="1731764"/>
                  <a:ext cx="3530" cy="12220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xmlns="" id="{3C46EAE7-509B-4E45-A6E7-9A33E4F0FC7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25" y="1728590"/>
                  <a:ext cx="3530" cy="12220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4" name="Group 18">
              <a:extLst>
                <a:ext uri="{FF2B5EF4-FFF2-40B4-BE49-F238E27FC236}">
                  <a16:creationId xmlns:a16="http://schemas.microsoft.com/office/drawing/2014/main" xmlns="" id="{482172DC-CB77-9547-9B55-AA80104E7E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0438" y="3174091"/>
              <a:ext cx="522287" cy="1831297"/>
              <a:chOff x="3500438" y="3174091"/>
              <a:chExt cx="522287" cy="18312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xmlns="" id="{62075464-1A4E-BF45-A532-01A9C76E55CE}"/>
                  </a:ext>
                </a:extLst>
              </p:cNvPr>
              <p:cNvSpPr/>
              <p:nvPr/>
            </p:nvSpPr>
            <p:spPr bwMode="auto"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xmlns="" id="{E6476089-4E8D-9748-8A20-B65AB809DCB0}"/>
                  </a:ext>
                </a:extLst>
              </p:cNvPr>
              <p:cNvCxnSpPr/>
              <p:nvPr/>
            </p:nvCxnSpPr>
            <p:spPr bwMode="auto">
              <a:xfrm flipH="1">
                <a:off x="4019802" y="3321497"/>
                <a:ext cx="1588" cy="153645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pic>
            <p:nvPicPr>
              <p:cNvPr id="361" name="Picture 86" descr="router_top.png">
                <a:extLst>
                  <a:ext uri="{FF2B5EF4-FFF2-40B4-BE49-F238E27FC236}">
                    <a16:creationId xmlns:a16="http://schemas.microsoft.com/office/drawing/2014/main" xmlns="" id="{903307E4-A9C2-9644-824F-D336213F4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62" name="Group 82">
                <a:extLst>
                  <a:ext uri="{FF2B5EF4-FFF2-40B4-BE49-F238E27FC236}">
                    <a16:creationId xmlns:a16="http://schemas.microsoft.com/office/drawing/2014/main" xmlns="" id="{F71CE2FF-B936-C547-A3CE-97AE0CF5BB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1442" y="4783543"/>
                <a:ext cx="507858" cy="221845"/>
                <a:chOff x="4128636" y="3606589"/>
                <a:chExt cx="568145" cy="338667"/>
              </a:xfrm>
            </p:grpSpPr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xmlns="" id="{586404AE-C86C-2743-98EF-9CF4A95F4440}"/>
                    </a:ext>
                  </a:extLst>
                </p:cNvPr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6" name="Rectangle 375">
                  <a:extLst>
                    <a:ext uri="{FF2B5EF4-FFF2-40B4-BE49-F238E27FC236}">
                      <a16:creationId xmlns:a16="http://schemas.microsoft.com/office/drawing/2014/main" xmlns="" id="{5396A314-1026-4E4E-A149-99672789B306}"/>
                    </a:ext>
                  </a:extLst>
                </p:cNvPr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xmlns="" id="{23054A25-C068-9244-9B31-DD0F45D202D9}"/>
                    </a:ext>
                  </a:extLst>
                </p:cNvPr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xmlns="" id="{CD4A2AA1-5618-3140-9C21-11DC36124DCC}"/>
                    </a:ext>
                  </a:extLst>
                </p:cNvPr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xmlns="" id="{C0356843-B7EB-A343-9F3C-424592CF11BD}"/>
                    </a:ext>
                  </a:extLst>
                </p:cNvPr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xmlns="" id="{AC6DBBE1-F8C8-7C49-A55E-1A360F9F0FF8}"/>
                  </a:ext>
                </a:extLst>
              </p:cNvPr>
              <p:cNvSpPr/>
              <p:nvPr/>
            </p:nvSpPr>
            <p:spPr bwMode="auto">
              <a:xfrm>
                <a:off x="3516608" y="3697675"/>
                <a:ext cx="498433" cy="1163452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xmlns="" id="{30264003-6422-A246-8128-339027C2EFE4}"/>
                  </a:ext>
                </a:extLst>
              </p:cNvPr>
              <p:cNvCxnSpPr>
                <a:stCxn id="368" idx="2"/>
              </p:cNvCxnSpPr>
              <p:nvPr/>
            </p:nvCxnSpPr>
            <p:spPr bwMode="auto">
              <a:xfrm flipH="1">
                <a:off x="3507083" y="3262769"/>
                <a:ext cx="4762" cy="168883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65" name="Group 377">
                <a:extLst>
                  <a:ext uri="{FF2B5EF4-FFF2-40B4-BE49-F238E27FC236}">
                    <a16:creationId xmlns:a16="http://schemas.microsoft.com/office/drawing/2014/main" xmlns="" id="{39ED4179-25C2-BD40-8CB0-2D2D19D3B8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1057" y="3174091"/>
                <a:ext cx="504096" cy="242719"/>
                <a:chOff x="2183302" y="1574638"/>
                <a:chExt cx="1200154" cy="430218"/>
              </a:xfrm>
            </p:grpSpPr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xmlns="" id="{8E546C63-6051-664A-A3B3-09898899A0F6}"/>
                    </a:ext>
                  </a:extLst>
                </p:cNvPr>
                <p:cNvSpPr/>
                <p:nvPr/>
              </p:nvSpPr>
              <p:spPr bwMode="auto">
                <a:xfrm flipV="1">
                  <a:off x="2188958" y="1689617"/>
                  <a:ext cx="1194231" cy="3150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7" name="Rectangle 366">
                  <a:extLst>
                    <a:ext uri="{FF2B5EF4-FFF2-40B4-BE49-F238E27FC236}">
                      <a16:creationId xmlns:a16="http://schemas.microsoft.com/office/drawing/2014/main" xmlns="" id="{F85D8891-4691-274F-8A4C-6EB421E1A629}"/>
                    </a:ext>
                  </a:extLst>
                </p:cNvPr>
                <p:cNvSpPr/>
                <p:nvPr/>
              </p:nvSpPr>
              <p:spPr bwMode="auto"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xmlns="" id="{F6D6309A-F621-8F43-966A-42EE2F5341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9" name="Freeform 368">
                  <a:extLst>
                    <a:ext uri="{FF2B5EF4-FFF2-40B4-BE49-F238E27FC236}">
                      <a16:creationId xmlns:a16="http://schemas.microsoft.com/office/drawing/2014/main" xmlns="" id="{E0967AA3-A871-A446-BBBF-E652596BA5E0}"/>
                    </a:ext>
                  </a:extLst>
                </p:cNvPr>
                <p:cNvSpPr/>
                <p:nvPr/>
              </p:nvSpPr>
              <p:spPr bwMode="auto">
                <a:xfrm>
                  <a:off x="2491295" y="1669924"/>
                  <a:ext cx="581999" cy="15754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0" name="Freeform 369">
                  <a:extLst>
                    <a:ext uri="{FF2B5EF4-FFF2-40B4-BE49-F238E27FC236}">
                      <a16:creationId xmlns:a16="http://schemas.microsoft.com/office/drawing/2014/main" xmlns="" id="{928F9198-71DD-1048-BF0F-138BFE3045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828" y="1630537"/>
                  <a:ext cx="702933" cy="109721"/>
                </a:xfrm>
                <a:custGeom>
                  <a:avLst/>
                  <a:gdLst>
                    <a:gd name="T0" fmla="*/ 0 w 3723451"/>
                    <a:gd name="T1" fmla="*/ 26843 h 932950"/>
                    <a:gd name="T2" fmla="*/ 123686 w 3723451"/>
                    <a:gd name="T3" fmla="*/ 316 h 932950"/>
                    <a:gd name="T4" fmla="*/ 350344 w 3723451"/>
                    <a:gd name="T5" fmla="*/ 61221 h 932950"/>
                    <a:gd name="T6" fmla="*/ 566578 w 3723451"/>
                    <a:gd name="T7" fmla="*/ 0 h 932950"/>
                    <a:gd name="T8" fmla="*/ 702933 w 3723451"/>
                    <a:gd name="T9" fmla="*/ 24362 h 932950"/>
                    <a:gd name="T10" fmla="*/ 601485 w 3723451"/>
                    <a:gd name="T11" fmla="*/ 54319 h 932950"/>
                    <a:gd name="T12" fmla="*/ 568823 w 3723451"/>
                    <a:gd name="T13" fmla="*/ 46243 h 932950"/>
                    <a:gd name="T14" fmla="*/ 354326 w 3723451"/>
                    <a:gd name="T15" fmla="*/ 109721 h 932950"/>
                    <a:gd name="T16" fmla="*/ 134342 w 3723451"/>
                    <a:gd name="T17" fmla="*/ 48578 h 932950"/>
                    <a:gd name="T18" fmla="*/ 98775 w 3723451"/>
                    <a:gd name="T19" fmla="*/ 55177 h 932950"/>
                    <a:gd name="T20" fmla="*/ 0 w 3723451"/>
                    <a:gd name="T21" fmla="*/ 26843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1" name="Freeform 370">
                  <a:extLst>
                    <a:ext uri="{FF2B5EF4-FFF2-40B4-BE49-F238E27FC236}">
                      <a16:creationId xmlns:a16="http://schemas.microsoft.com/office/drawing/2014/main" xmlns="" id="{1C72F53E-6D8A-1247-85AD-4F6DFA9BC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1892" y="1723378"/>
                  <a:ext cx="260764" cy="95655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764 w 1366596"/>
                    <a:gd name="T3" fmla="*/ 73915 h 809868"/>
                    <a:gd name="T4" fmla="*/ 165063 w 1366596"/>
                    <a:gd name="T5" fmla="*/ 95655 h 809868"/>
                    <a:gd name="T6" fmla="*/ 878 w 1366596"/>
                    <a:gd name="T7" fmla="*/ 5054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2" name="Freeform 371">
                  <a:extLst>
                    <a:ext uri="{FF2B5EF4-FFF2-40B4-BE49-F238E27FC236}">
                      <a16:creationId xmlns:a16="http://schemas.microsoft.com/office/drawing/2014/main" xmlns="" id="{AC38375A-6308-3C42-8428-1BC8EF1E3E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489" y="1726192"/>
                  <a:ext cx="253208" cy="92841"/>
                </a:xfrm>
                <a:custGeom>
                  <a:avLst/>
                  <a:gdLst>
                    <a:gd name="T0" fmla="*/ 249751 w 1348191"/>
                    <a:gd name="T1" fmla="*/ 0 h 791462"/>
                    <a:gd name="T2" fmla="*/ 253208 w 1348191"/>
                    <a:gd name="T3" fmla="*/ 44801 h 791462"/>
                    <a:gd name="T4" fmla="*/ 91604 w 1348191"/>
                    <a:gd name="T5" fmla="*/ 92841 h 791462"/>
                    <a:gd name="T6" fmla="*/ 0 w 1348191"/>
                    <a:gd name="T7" fmla="*/ 71790 h 791462"/>
                    <a:gd name="T8" fmla="*/ 249751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xmlns="" id="{2676B342-72B9-EC4E-BEB9-884A31061112}"/>
                    </a:ext>
                  </a:extLst>
                </p:cNvPr>
                <p:cNvCxnSpPr>
                  <a:cxnSpLocks noChangeShapeType="1"/>
                  <a:endCxn id="368" idx="2"/>
                </p:cNvCxnSpPr>
                <p:nvPr/>
              </p:nvCxnSpPr>
              <p:spPr bwMode="auto">
                <a:xfrm flipH="1" flipV="1">
                  <a:off x="2185178" y="1731819"/>
                  <a:ext cx="3780" cy="120975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xmlns="" id="{C9E5ACD2-0571-394B-B54A-E4FD99B680A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409" y="1729005"/>
                  <a:ext cx="3780" cy="120976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5" name="Group 19">
              <a:extLst>
                <a:ext uri="{FF2B5EF4-FFF2-40B4-BE49-F238E27FC236}">
                  <a16:creationId xmlns:a16="http://schemas.microsoft.com/office/drawing/2014/main" xmlns="" id="{3F4E53BA-5956-854C-B31F-6EC1D0D21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9212" y="2486508"/>
              <a:ext cx="528376" cy="2517292"/>
              <a:chOff x="4299212" y="2486508"/>
              <a:chExt cx="528376" cy="2517292"/>
            </a:xfrm>
          </p:grpSpPr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xmlns="" id="{E47F6DBD-7B1F-E84E-80B1-B0007CEE2ECA}"/>
                  </a:ext>
                </a:extLst>
              </p:cNvPr>
              <p:cNvSpPr/>
              <p:nvPr/>
            </p:nvSpPr>
            <p:spPr bwMode="auto"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xmlns="" id="{AD6BA39E-C72A-2B46-89AC-72BC6ECE8737}"/>
                  </a:ext>
                </a:extLst>
              </p:cNvPr>
              <p:cNvCxnSpPr/>
              <p:nvPr/>
            </p:nvCxnSpPr>
            <p:spPr bwMode="auto">
              <a:xfrm>
                <a:off x="4821424" y="2642154"/>
                <a:ext cx="6349" cy="2214211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41" name="Group 442">
                <a:extLst>
                  <a:ext uri="{FF2B5EF4-FFF2-40B4-BE49-F238E27FC236}">
                    <a16:creationId xmlns:a16="http://schemas.microsoft.com/office/drawing/2014/main" xmlns="" id="{3A2CD557-2097-8643-A2CC-2FC42E1156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9479" y="4781999"/>
                <a:ext cx="507859" cy="221801"/>
                <a:chOff x="4128636" y="3606589"/>
                <a:chExt cx="568145" cy="338667"/>
              </a:xfrm>
            </p:grpSpPr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xmlns="" id="{B01BCE74-1665-8347-ABE7-7ED7C4611208}"/>
                    </a:ext>
                  </a:extLst>
                </p:cNvPr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xmlns="" id="{3E2DD078-496C-2B4E-9AB7-8E3ED7B0B010}"/>
                    </a:ext>
                  </a:extLst>
                </p:cNvPr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xmlns="" id="{0589AD59-3F91-674B-AB1F-9687AE0A7155}"/>
                    </a:ext>
                  </a:extLst>
                </p:cNvPr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57" name="Straight Connector 356">
                  <a:extLst>
                    <a:ext uri="{FF2B5EF4-FFF2-40B4-BE49-F238E27FC236}">
                      <a16:creationId xmlns:a16="http://schemas.microsoft.com/office/drawing/2014/main" xmlns="" id="{D7DF9909-4629-2B41-A097-0EE5060D231F}"/>
                    </a:ext>
                  </a:extLst>
                </p:cNvPr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58" name="Straight Connector 357">
                  <a:extLst>
                    <a:ext uri="{FF2B5EF4-FFF2-40B4-BE49-F238E27FC236}">
                      <a16:creationId xmlns:a16="http://schemas.microsoft.com/office/drawing/2014/main" xmlns="" id="{E00A7AA3-4A7D-5A4A-923D-8190368DDD2A}"/>
                    </a:ext>
                  </a:extLst>
                </p:cNvPr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xmlns="" id="{BC350F5D-A217-434B-B0AD-B82598901D58}"/>
                  </a:ext>
                </a:extLst>
              </p:cNvPr>
              <p:cNvSpPr/>
              <p:nvPr/>
            </p:nvSpPr>
            <p:spPr bwMode="auto">
              <a:xfrm>
                <a:off x="4324577" y="3696087"/>
                <a:ext cx="498433" cy="116345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xmlns="" id="{59C23D10-C5AD-324E-A998-0B2D8811551A}"/>
                  </a:ext>
                </a:extLst>
              </p:cNvPr>
              <p:cNvCxnSpPr>
                <a:stCxn id="345" idx="2"/>
              </p:cNvCxnSpPr>
              <p:nvPr/>
            </p:nvCxnSpPr>
            <p:spPr bwMode="auto">
              <a:xfrm>
                <a:off x="4300767" y="2640568"/>
                <a:ext cx="14286" cy="23094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44" name="Group 456">
                <a:extLst>
                  <a:ext uri="{FF2B5EF4-FFF2-40B4-BE49-F238E27FC236}">
                    <a16:creationId xmlns:a16="http://schemas.microsoft.com/office/drawing/2014/main" xmlns="" id="{3D4ED6A7-656E-564B-9724-777A0E00F8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99212" y="2486508"/>
                <a:ext cx="504825" cy="242888"/>
                <a:chOff x="2183302" y="1574638"/>
                <a:chExt cx="1200154" cy="430218"/>
              </a:xfrm>
            </p:grpSpPr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xmlns="" id="{5CA9CA10-6CB9-8C4D-9798-DE3642585FBF}"/>
                    </a:ext>
                  </a:extLst>
                </p:cNvPr>
                <p:cNvSpPr/>
                <p:nvPr/>
              </p:nvSpPr>
              <p:spPr bwMode="auto">
                <a:xfrm flipV="1">
                  <a:off x="2186998" y="1690077"/>
                  <a:ext cx="1196279" cy="3148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6" name="Rectangle 345">
                  <a:extLst>
                    <a:ext uri="{FF2B5EF4-FFF2-40B4-BE49-F238E27FC236}">
                      <a16:creationId xmlns:a16="http://schemas.microsoft.com/office/drawing/2014/main" xmlns="" id="{ED7DFE49-0AB2-5F4A-8804-D8EE2F5D8051}"/>
                    </a:ext>
                  </a:extLst>
                </p:cNvPr>
                <p:cNvSpPr/>
                <p:nvPr/>
              </p:nvSpPr>
              <p:spPr bwMode="auto"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xmlns="" id="{D9CC071E-9384-A844-AEDF-4D3D5A3D01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48" name="Freeform 347">
                  <a:extLst>
                    <a:ext uri="{FF2B5EF4-FFF2-40B4-BE49-F238E27FC236}">
                      <a16:creationId xmlns:a16="http://schemas.microsoft.com/office/drawing/2014/main" xmlns="" id="{9221CFD6-F2B1-BC4A-8685-E97AB592CAEA}"/>
                    </a:ext>
                  </a:extLst>
                </p:cNvPr>
                <p:cNvSpPr/>
                <p:nvPr/>
              </p:nvSpPr>
              <p:spPr bwMode="auto">
                <a:xfrm>
                  <a:off x="2488899" y="1670396"/>
                  <a:ext cx="584931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9" name="Freeform 348">
                  <a:extLst>
                    <a:ext uri="{FF2B5EF4-FFF2-40B4-BE49-F238E27FC236}">
                      <a16:creationId xmlns:a16="http://schemas.microsoft.com/office/drawing/2014/main" xmlns="" id="{E1EB2301-9912-744E-B205-5948ED836C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8519" y="1631037"/>
                  <a:ext cx="705691" cy="109646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1 w 3723451"/>
                    <a:gd name="T3" fmla="*/ 316 h 932950"/>
                    <a:gd name="T4" fmla="*/ 351718 w 3723451"/>
                    <a:gd name="T5" fmla="*/ 61180 h 932950"/>
                    <a:gd name="T6" fmla="*/ 568801 w 3723451"/>
                    <a:gd name="T7" fmla="*/ 0 h 932950"/>
                    <a:gd name="T8" fmla="*/ 705691 w 3723451"/>
                    <a:gd name="T9" fmla="*/ 24345 h 932950"/>
                    <a:gd name="T10" fmla="*/ 603845 w 3723451"/>
                    <a:gd name="T11" fmla="*/ 54282 h 932950"/>
                    <a:gd name="T12" fmla="*/ 571055 w 3723451"/>
                    <a:gd name="T13" fmla="*/ 46211 h 932950"/>
                    <a:gd name="T14" fmla="*/ 355716 w 3723451"/>
                    <a:gd name="T15" fmla="*/ 109646 h 932950"/>
                    <a:gd name="T16" fmla="*/ 134869 w 3723451"/>
                    <a:gd name="T17" fmla="*/ 48545 h 932950"/>
                    <a:gd name="T18" fmla="*/ 99163 w 3723451"/>
                    <a:gd name="T19" fmla="*/ 55139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0" name="Freeform 349">
                  <a:extLst>
                    <a:ext uri="{FF2B5EF4-FFF2-40B4-BE49-F238E27FC236}">
                      <a16:creationId xmlns:a16="http://schemas.microsoft.com/office/drawing/2014/main" xmlns="" id="{274D27B5-7E68-5C4D-964B-A01609731F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690" y="1723814"/>
                  <a:ext cx="256615" cy="9558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3 h 809868"/>
                    <a:gd name="T4" fmla="*/ 162436 w 1366596"/>
                    <a:gd name="T5" fmla="*/ 95588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1" name="Freeform 350">
                  <a:extLst>
                    <a:ext uri="{FF2B5EF4-FFF2-40B4-BE49-F238E27FC236}">
                      <a16:creationId xmlns:a16="http://schemas.microsoft.com/office/drawing/2014/main" xmlns="" id="{CCCB88EE-5244-8644-B451-9B5D239AEB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7196" y="1726625"/>
                  <a:ext cx="252843" cy="92778"/>
                </a:xfrm>
                <a:custGeom>
                  <a:avLst/>
                  <a:gdLst>
                    <a:gd name="T0" fmla="*/ 249391 w 1348191"/>
                    <a:gd name="T1" fmla="*/ 0 h 791462"/>
                    <a:gd name="T2" fmla="*/ 252843 w 1348191"/>
                    <a:gd name="T3" fmla="*/ 44771 h 791462"/>
                    <a:gd name="T4" fmla="*/ 91472 w 1348191"/>
                    <a:gd name="T5" fmla="*/ 92778 h 791462"/>
                    <a:gd name="T6" fmla="*/ 0 w 1348191"/>
                    <a:gd name="T7" fmla="*/ 71741 h 791462"/>
                    <a:gd name="T8" fmla="*/ 249391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52" name="Straight Connector 351">
                  <a:extLst>
                    <a:ext uri="{FF2B5EF4-FFF2-40B4-BE49-F238E27FC236}">
                      <a16:creationId xmlns:a16="http://schemas.microsoft.com/office/drawing/2014/main" xmlns="" id="{4DFA4F03-E97A-1E4E-8C06-5FCF8ACB1D15}"/>
                    </a:ext>
                  </a:extLst>
                </p:cNvPr>
                <p:cNvCxnSpPr>
                  <a:cxnSpLocks noChangeShapeType="1"/>
                  <a:endCxn id="347" idx="2"/>
                </p:cNvCxnSpPr>
                <p:nvPr/>
              </p:nvCxnSpPr>
              <p:spPr bwMode="auto">
                <a:xfrm flipH="1" flipV="1">
                  <a:off x="2183224" y="1732248"/>
                  <a:ext cx="3775" cy="12089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53" name="Straight Connector 352">
                  <a:extLst>
                    <a:ext uri="{FF2B5EF4-FFF2-40B4-BE49-F238E27FC236}">
                      <a16:creationId xmlns:a16="http://schemas.microsoft.com/office/drawing/2014/main" xmlns="" id="{8A9EDB0B-D51F-9C4D-A606-035EEB4B8D2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505" y="1729437"/>
                  <a:ext cx="3773" cy="12089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6" name="Group 20">
              <a:extLst>
                <a:ext uri="{FF2B5EF4-FFF2-40B4-BE49-F238E27FC236}">
                  <a16:creationId xmlns:a16="http://schemas.microsoft.com/office/drawing/2014/main" xmlns="" id="{7B3927DE-D2D4-0549-B6FC-DB36E97AF6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91163" y="3179295"/>
              <a:ext cx="522287" cy="1824505"/>
              <a:chOff x="5491163" y="3179295"/>
              <a:chExt cx="522287" cy="1824505"/>
            </a:xfrm>
          </p:grpSpPr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xmlns="" id="{94693F99-2D5B-7E44-B2D3-365FDA0CFBDB}"/>
                  </a:ext>
                </a:extLst>
              </p:cNvPr>
              <p:cNvSpPr/>
              <p:nvPr/>
            </p:nvSpPr>
            <p:spPr bwMode="auto"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 rotWithShape="1">
                <a:gsLst>
                  <a:gs pos="1000">
                    <a:srgbClr val="3333CC">
                      <a:lumMod val="75000"/>
                      <a:alpha val="62000"/>
                    </a:srgbClr>
                  </a:gs>
                  <a:gs pos="5400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xmlns="" id="{0BE62149-301B-CD40-877F-421A14409479}"/>
                  </a:ext>
                </a:extLst>
              </p:cNvPr>
              <p:cNvCxnSpPr>
                <a:stCxn id="327" idx="6"/>
              </p:cNvCxnSpPr>
              <p:nvPr/>
            </p:nvCxnSpPr>
            <p:spPr bwMode="auto">
              <a:xfrm>
                <a:off x="6004011" y="3267530"/>
                <a:ext cx="6349" cy="158248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pic>
            <p:nvPicPr>
              <p:cNvPr id="320" name="Picture 469" descr="router_top.png">
                <a:extLst>
                  <a:ext uri="{FF2B5EF4-FFF2-40B4-BE49-F238E27FC236}">
                    <a16:creationId xmlns:a16="http://schemas.microsoft.com/office/drawing/2014/main" xmlns="" id="{DD59AE55-8859-5841-B6AC-641E9B1FF7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21" name="Group 471">
                <a:extLst>
                  <a:ext uri="{FF2B5EF4-FFF2-40B4-BE49-F238E27FC236}">
                    <a16:creationId xmlns:a16="http://schemas.microsoft.com/office/drawing/2014/main" xmlns="" id="{387A8315-A9E2-CD41-9540-BE22EB2647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02167" y="4781999"/>
                <a:ext cx="507858" cy="221801"/>
                <a:chOff x="4128636" y="3606589"/>
                <a:chExt cx="568145" cy="338667"/>
              </a:xfrm>
            </p:grpSpPr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xmlns="" id="{5439A4FE-DB6E-D74D-95B5-D1F4AE9642E7}"/>
                    </a:ext>
                  </a:extLst>
                </p:cNvPr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35" name="Rectangle 334">
                  <a:extLst>
                    <a:ext uri="{FF2B5EF4-FFF2-40B4-BE49-F238E27FC236}">
                      <a16:creationId xmlns:a16="http://schemas.microsoft.com/office/drawing/2014/main" xmlns="" id="{FA27B6FA-AB40-0D4B-BBE7-6000E55B03D1}"/>
                    </a:ext>
                  </a:extLst>
                </p:cNvPr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xmlns="" id="{C6FD79C0-1B1A-AB4A-A3BD-6514A1F64FCB}"/>
                    </a:ext>
                  </a:extLst>
                </p:cNvPr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37" name="Straight Connector 336">
                  <a:extLst>
                    <a:ext uri="{FF2B5EF4-FFF2-40B4-BE49-F238E27FC236}">
                      <a16:creationId xmlns:a16="http://schemas.microsoft.com/office/drawing/2014/main" xmlns="" id="{C730D6A9-51D0-864D-9F88-3CA108609D03}"/>
                    </a:ext>
                  </a:extLst>
                </p:cNvPr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38" name="Straight Connector 337">
                  <a:extLst>
                    <a:ext uri="{FF2B5EF4-FFF2-40B4-BE49-F238E27FC236}">
                      <a16:creationId xmlns:a16="http://schemas.microsoft.com/office/drawing/2014/main" xmlns="" id="{41EA4558-0D04-634B-A8B0-CAB6FB1D2028}"/>
                    </a:ext>
                  </a:extLst>
                </p:cNvPr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xmlns="" id="{3670DAE7-C167-BA4B-9FB3-842EEBB6E0BC}"/>
                  </a:ext>
                </a:extLst>
              </p:cNvPr>
              <p:cNvSpPr/>
              <p:nvPr/>
            </p:nvSpPr>
            <p:spPr bwMode="auto">
              <a:xfrm>
                <a:off x="5507166" y="3694500"/>
                <a:ext cx="498433" cy="116504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xmlns="" id="{FDAD1200-F8CD-4C4C-B862-839CDCE380A4}"/>
                  </a:ext>
                </a:extLst>
              </p:cNvPr>
              <p:cNvCxnSpPr>
                <a:stCxn id="320" idx="1"/>
              </p:cNvCxnSpPr>
              <p:nvPr/>
            </p:nvCxnSpPr>
            <p:spPr bwMode="auto">
              <a:xfrm>
                <a:off x="5491292" y="3316735"/>
                <a:ext cx="6349" cy="163327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24" name="Group 485">
                <a:extLst>
                  <a:ext uri="{FF2B5EF4-FFF2-40B4-BE49-F238E27FC236}">
                    <a16:creationId xmlns:a16="http://schemas.microsoft.com/office/drawing/2014/main" xmlns="" id="{A6200FD6-2FAC-504D-AC15-41C2E0E5FE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00688" y="3179295"/>
                <a:ext cx="504825" cy="242888"/>
                <a:chOff x="2183302" y="1574638"/>
                <a:chExt cx="1200154" cy="430218"/>
              </a:xfrm>
            </p:grpSpPr>
            <p:sp>
              <p:nvSpPr>
                <p:cNvPr id="325" name="Oval 324">
                  <a:extLst>
                    <a:ext uri="{FF2B5EF4-FFF2-40B4-BE49-F238E27FC236}">
                      <a16:creationId xmlns:a16="http://schemas.microsoft.com/office/drawing/2014/main" xmlns="" id="{ECDA45FA-C7C9-1D42-AD17-0A94B356D9C2}"/>
                    </a:ext>
                  </a:extLst>
                </p:cNvPr>
                <p:cNvSpPr/>
                <p:nvPr/>
              </p:nvSpPr>
              <p:spPr bwMode="auto">
                <a:xfrm flipV="1">
                  <a:off x="2187379" y="1688754"/>
                  <a:ext cx="1196279" cy="3148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26" name="Rectangle 325">
                  <a:extLst>
                    <a:ext uri="{FF2B5EF4-FFF2-40B4-BE49-F238E27FC236}">
                      <a16:creationId xmlns:a16="http://schemas.microsoft.com/office/drawing/2014/main" xmlns="" id="{66DEE6E1-40E6-CC4A-9BD2-12B0FC5617F6}"/>
                    </a:ext>
                  </a:extLst>
                </p:cNvPr>
                <p:cNvSpPr/>
                <p:nvPr/>
              </p:nvSpPr>
              <p:spPr bwMode="auto"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xmlns="" id="{3B2579C2-CFB4-C243-A571-87CC477670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28" name="Freeform 327">
                  <a:extLst>
                    <a:ext uri="{FF2B5EF4-FFF2-40B4-BE49-F238E27FC236}">
                      <a16:creationId xmlns:a16="http://schemas.microsoft.com/office/drawing/2014/main" xmlns="" id="{8C20CAF5-F7F2-8C4F-BF4C-8061B2C174B5}"/>
                    </a:ext>
                  </a:extLst>
                </p:cNvPr>
                <p:cNvSpPr/>
                <p:nvPr/>
              </p:nvSpPr>
              <p:spPr bwMode="auto">
                <a:xfrm>
                  <a:off x="2489279" y="1669074"/>
                  <a:ext cx="584932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Freeform 328">
                  <a:extLst>
                    <a:ext uri="{FF2B5EF4-FFF2-40B4-BE49-F238E27FC236}">
                      <a16:creationId xmlns:a16="http://schemas.microsoft.com/office/drawing/2014/main" xmlns="" id="{751DAB4D-7078-0843-8893-ECF4AEBB83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8899" y="1629714"/>
                  <a:ext cx="705692" cy="109646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2 w 3723451"/>
                    <a:gd name="T3" fmla="*/ 316 h 932950"/>
                    <a:gd name="T4" fmla="*/ 351719 w 3723451"/>
                    <a:gd name="T5" fmla="*/ 61180 h 932950"/>
                    <a:gd name="T6" fmla="*/ 568801 w 3723451"/>
                    <a:gd name="T7" fmla="*/ 0 h 932950"/>
                    <a:gd name="T8" fmla="*/ 705692 w 3723451"/>
                    <a:gd name="T9" fmla="*/ 24345 h 932950"/>
                    <a:gd name="T10" fmla="*/ 603846 w 3723451"/>
                    <a:gd name="T11" fmla="*/ 54282 h 932950"/>
                    <a:gd name="T12" fmla="*/ 571056 w 3723451"/>
                    <a:gd name="T13" fmla="*/ 46211 h 932950"/>
                    <a:gd name="T14" fmla="*/ 355717 w 3723451"/>
                    <a:gd name="T15" fmla="*/ 109646 h 932950"/>
                    <a:gd name="T16" fmla="*/ 134869 w 3723451"/>
                    <a:gd name="T17" fmla="*/ 48545 h 932950"/>
                    <a:gd name="T18" fmla="*/ 99163 w 3723451"/>
                    <a:gd name="T19" fmla="*/ 55139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30" name="Freeform 329">
                  <a:extLst>
                    <a:ext uri="{FF2B5EF4-FFF2-40B4-BE49-F238E27FC236}">
                      <a16:creationId xmlns:a16="http://schemas.microsoft.com/office/drawing/2014/main" xmlns="" id="{49F08601-D11A-7246-97C4-4796E28716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3071" y="1722492"/>
                  <a:ext cx="256615" cy="9558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3 h 809868"/>
                    <a:gd name="T4" fmla="*/ 162436 w 1366596"/>
                    <a:gd name="T5" fmla="*/ 95588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31" name="Freeform 330">
                  <a:extLst>
                    <a:ext uri="{FF2B5EF4-FFF2-40B4-BE49-F238E27FC236}">
                      <a16:creationId xmlns:a16="http://schemas.microsoft.com/office/drawing/2014/main" xmlns="" id="{0F35FC16-0782-6242-8A31-B2C90A57D8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7579" y="1725302"/>
                  <a:ext cx="252840" cy="92778"/>
                </a:xfrm>
                <a:custGeom>
                  <a:avLst/>
                  <a:gdLst>
                    <a:gd name="T0" fmla="*/ 249388 w 1348191"/>
                    <a:gd name="T1" fmla="*/ 0 h 791462"/>
                    <a:gd name="T2" fmla="*/ 252840 w 1348191"/>
                    <a:gd name="T3" fmla="*/ 44771 h 791462"/>
                    <a:gd name="T4" fmla="*/ 91471 w 1348191"/>
                    <a:gd name="T5" fmla="*/ 92778 h 791462"/>
                    <a:gd name="T6" fmla="*/ 0 w 1348191"/>
                    <a:gd name="T7" fmla="*/ 71741 h 791462"/>
                    <a:gd name="T8" fmla="*/ 249388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32" name="Straight Connector 331">
                  <a:extLst>
                    <a:ext uri="{FF2B5EF4-FFF2-40B4-BE49-F238E27FC236}">
                      <a16:creationId xmlns:a16="http://schemas.microsoft.com/office/drawing/2014/main" xmlns="" id="{28B38805-D14D-6F4E-9C2D-85288858DC4A}"/>
                    </a:ext>
                  </a:extLst>
                </p:cNvPr>
                <p:cNvCxnSpPr>
                  <a:cxnSpLocks noChangeShapeType="1"/>
                  <a:endCxn id="327" idx="2"/>
                </p:cNvCxnSpPr>
                <p:nvPr/>
              </p:nvCxnSpPr>
              <p:spPr bwMode="auto">
                <a:xfrm flipH="1" flipV="1">
                  <a:off x="2183606" y="1730925"/>
                  <a:ext cx="3773" cy="12089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xmlns="" id="{839A4B18-24F7-8748-BABF-156684EACDA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83" y="1728114"/>
                  <a:ext cx="3775" cy="12089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7" name="Group 21">
              <a:extLst>
                <a:ext uri="{FF2B5EF4-FFF2-40B4-BE49-F238E27FC236}">
                  <a16:creationId xmlns:a16="http://schemas.microsoft.com/office/drawing/2014/main" xmlns="" id="{9CDA8888-DE9C-FA48-880D-EF852C6370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2366" y="2647932"/>
              <a:ext cx="522159" cy="2354282"/>
              <a:chOff x="6472366" y="2647932"/>
              <a:chExt cx="522159" cy="2354282"/>
            </a:xfrm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xmlns="" id="{995D8FCE-884F-0F40-A676-D4D29F8E694C}"/>
                  </a:ext>
                </a:extLst>
              </p:cNvPr>
              <p:cNvSpPr/>
              <p:nvPr/>
            </p:nvSpPr>
            <p:spPr bwMode="auto"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xmlns="" id="{316D5606-0146-DC48-97E2-18F369EDE031}"/>
                  </a:ext>
                </a:extLst>
              </p:cNvPr>
              <p:cNvCxnSpPr/>
              <p:nvPr/>
            </p:nvCxnSpPr>
            <p:spPr bwMode="auto">
              <a:xfrm>
                <a:off x="6994528" y="2846910"/>
                <a:ext cx="0" cy="19983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00" name="Group 500">
                <a:extLst>
                  <a:ext uri="{FF2B5EF4-FFF2-40B4-BE49-F238E27FC236}">
                    <a16:creationId xmlns:a16="http://schemas.microsoft.com/office/drawing/2014/main" xmlns="" id="{AA425C1A-E91E-6E4A-A356-24012E6427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86417" y="4766099"/>
                <a:ext cx="507858" cy="236115"/>
                <a:chOff x="4128636" y="3606589"/>
                <a:chExt cx="568145" cy="338667"/>
              </a:xfrm>
            </p:grpSpPr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xmlns="" id="{16CAB2BE-001A-5849-8EFC-BF1C74D20DA6}"/>
                    </a:ext>
                  </a:extLst>
                </p:cNvPr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14" name="Rectangle 313">
                  <a:extLst>
                    <a:ext uri="{FF2B5EF4-FFF2-40B4-BE49-F238E27FC236}">
                      <a16:creationId xmlns:a16="http://schemas.microsoft.com/office/drawing/2014/main" xmlns="" id="{ED3C727A-F086-5345-9D90-47A10FCD45F2}"/>
                    </a:ext>
                  </a:extLst>
                </p:cNvPr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xmlns="" id="{49C1B443-F565-5F4C-B75C-09F669AC3DE7}"/>
                    </a:ext>
                  </a:extLst>
                </p:cNvPr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16" name="Straight Connector 315">
                  <a:extLst>
                    <a:ext uri="{FF2B5EF4-FFF2-40B4-BE49-F238E27FC236}">
                      <a16:creationId xmlns:a16="http://schemas.microsoft.com/office/drawing/2014/main" xmlns="" id="{FBA53D70-9A4D-7E4E-AC09-D42784DF8272}"/>
                    </a:ext>
                  </a:extLst>
                </p:cNvPr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17" name="Straight Connector 316">
                  <a:extLst>
                    <a:ext uri="{FF2B5EF4-FFF2-40B4-BE49-F238E27FC236}">
                      <a16:creationId xmlns:a16="http://schemas.microsoft.com/office/drawing/2014/main" xmlns="" id="{A5C3BEC2-90B0-8B41-88A4-351B428CAFB4}"/>
                    </a:ext>
                  </a:extLst>
                </p:cNvPr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xmlns="" id="{2309F1E7-7D26-E941-9221-C8DF0612EE28}"/>
                  </a:ext>
                </a:extLst>
              </p:cNvPr>
              <p:cNvSpPr/>
              <p:nvPr/>
            </p:nvSpPr>
            <p:spPr bwMode="auto">
              <a:xfrm>
                <a:off x="6491333" y="3610376"/>
                <a:ext cx="498433" cy="123805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xmlns="" id="{9C251E47-5FE5-B64D-8E6E-2491993604B5}"/>
                  </a:ext>
                </a:extLst>
              </p:cNvPr>
              <p:cNvCxnSpPr/>
              <p:nvPr/>
            </p:nvCxnSpPr>
            <p:spPr bwMode="auto">
              <a:xfrm>
                <a:off x="6472285" y="2818340"/>
                <a:ext cx="9524" cy="212691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03" name="Group 514">
                <a:extLst>
                  <a:ext uri="{FF2B5EF4-FFF2-40B4-BE49-F238E27FC236}">
                    <a16:creationId xmlns:a16="http://schemas.microsoft.com/office/drawing/2014/main" xmlns="" id="{9B7D3C6F-466A-3143-9B8E-F60B2AAFD7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8146" y="2647932"/>
                <a:ext cx="504825" cy="242887"/>
                <a:chOff x="2183302" y="1574638"/>
                <a:chExt cx="1200154" cy="430218"/>
              </a:xfrm>
            </p:grpSpPr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xmlns="" id="{12A307F7-5B73-2445-A2F4-C0FA1266E373}"/>
                    </a:ext>
                  </a:extLst>
                </p:cNvPr>
                <p:cNvSpPr/>
                <p:nvPr/>
              </p:nvSpPr>
              <p:spPr bwMode="auto">
                <a:xfrm flipV="1">
                  <a:off x="2188237" y="1690921"/>
                  <a:ext cx="1196279" cy="31488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Rectangle 304">
                  <a:extLst>
                    <a:ext uri="{FF2B5EF4-FFF2-40B4-BE49-F238E27FC236}">
                      <a16:creationId xmlns:a16="http://schemas.microsoft.com/office/drawing/2014/main" xmlns="" id="{33E19D46-3715-614C-AAF4-022904355894}"/>
                    </a:ext>
                  </a:extLst>
                </p:cNvPr>
                <p:cNvSpPr/>
                <p:nvPr/>
              </p:nvSpPr>
              <p:spPr bwMode="auto"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xmlns="" id="{E55709E7-7775-884D-A34A-45191B84AF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7" name="Freeform 306">
                  <a:extLst>
                    <a:ext uri="{FF2B5EF4-FFF2-40B4-BE49-F238E27FC236}">
                      <a16:creationId xmlns:a16="http://schemas.microsoft.com/office/drawing/2014/main" xmlns="" id="{53C2A2DA-53F1-794E-A987-B42C0AC0022C}"/>
                    </a:ext>
                  </a:extLst>
                </p:cNvPr>
                <p:cNvSpPr/>
                <p:nvPr/>
              </p:nvSpPr>
              <p:spPr bwMode="auto">
                <a:xfrm>
                  <a:off x="2490137" y="1671240"/>
                  <a:ext cx="584932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Freeform 307">
                  <a:extLst>
                    <a:ext uri="{FF2B5EF4-FFF2-40B4-BE49-F238E27FC236}">
                      <a16:creationId xmlns:a16="http://schemas.microsoft.com/office/drawing/2014/main" xmlns="" id="{9EECC5D2-5F03-5B4A-A066-DEC9954D66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9757" y="1631880"/>
                  <a:ext cx="705692" cy="109647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2 w 3723451"/>
                    <a:gd name="T3" fmla="*/ 316 h 932950"/>
                    <a:gd name="T4" fmla="*/ 351719 w 3723451"/>
                    <a:gd name="T5" fmla="*/ 61180 h 932950"/>
                    <a:gd name="T6" fmla="*/ 568801 w 3723451"/>
                    <a:gd name="T7" fmla="*/ 0 h 932950"/>
                    <a:gd name="T8" fmla="*/ 705692 w 3723451"/>
                    <a:gd name="T9" fmla="*/ 24346 h 932950"/>
                    <a:gd name="T10" fmla="*/ 603846 w 3723451"/>
                    <a:gd name="T11" fmla="*/ 54283 h 932950"/>
                    <a:gd name="T12" fmla="*/ 571056 w 3723451"/>
                    <a:gd name="T13" fmla="*/ 46212 h 932950"/>
                    <a:gd name="T14" fmla="*/ 355717 w 3723451"/>
                    <a:gd name="T15" fmla="*/ 109647 h 932950"/>
                    <a:gd name="T16" fmla="*/ 134869 w 3723451"/>
                    <a:gd name="T17" fmla="*/ 48545 h 932950"/>
                    <a:gd name="T18" fmla="*/ 99163 w 3723451"/>
                    <a:gd name="T19" fmla="*/ 55140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9" name="Freeform 308">
                  <a:extLst>
                    <a:ext uri="{FF2B5EF4-FFF2-40B4-BE49-F238E27FC236}">
                      <a16:creationId xmlns:a16="http://schemas.microsoft.com/office/drawing/2014/main" xmlns="" id="{8388544E-A2CB-0640-A29C-1662E6885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3929" y="1724658"/>
                  <a:ext cx="256615" cy="95589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4 h 809868"/>
                    <a:gd name="T4" fmla="*/ 162436 w 1366596"/>
                    <a:gd name="T5" fmla="*/ 95589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10" name="Freeform 309">
                  <a:extLst>
                    <a:ext uri="{FF2B5EF4-FFF2-40B4-BE49-F238E27FC236}">
                      <a16:creationId xmlns:a16="http://schemas.microsoft.com/office/drawing/2014/main" xmlns="" id="{0DDF3C4E-5F2E-864E-88A4-D785A5D6EE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8437" y="1727469"/>
                  <a:ext cx="252840" cy="92778"/>
                </a:xfrm>
                <a:custGeom>
                  <a:avLst/>
                  <a:gdLst>
                    <a:gd name="T0" fmla="*/ 249388 w 1348191"/>
                    <a:gd name="T1" fmla="*/ 0 h 791462"/>
                    <a:gd name="T2" fmla="*/ 252840 w 1348191"/>
                    <a:gd name="T3" fmla="*/ 44771 h 791462"/>
                    <a:gd name="T4" fmla="*/ 91471 w 1348191"/>
                    <a:gd name="T5" fmla="*/ 92778 h 791462"/>
                    <a:gd name="T6" fmla="*/ 0 w 1348191"/>
                    <a:gd name="T7" fmla="*/ 71741 h 791462"/>
                    <a:gd name="T8" fmla="*/ 249388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xmlns="" id="{5A28B5B0-5BAC-8C46-B4B8-9BCB18DCD1DD}"/>
                    </a:ext>
                  </a:extLst>
                </p:cNvPr>
                <p:cNvCxnSpPr>
                  <a:cxnSpLocks noChangeShapeType="1"/>
                  <a:endCxn id="306" idx="2"/>
                </p:cNvCxnSpPr>
                <p:nvPr/>
              </p:nvCxnSpPr>
              <p:spPr bwMode="auto">
                <a:xfrm flipH="1" flipV="1">
                  <a:off x="2184464" y="1733091"/>
                  <a:ext cx="3773" cy="1208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12" name="Straight Connector 311">
                  <a:extLst>
                    <a:ext uri="{FF2B5EF4-FFF2-40B4-BE49-F238E27FC236}">
                      <a16:creationId xmlns:a16="http://schemas.microsoft.com/office/drawing/2014/main" xmlns="" id="{3A010796-660C-4C4D-865E-8D108EDA01B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0741" y="1730281"/>
                  <a:ext cx="3775" cy="120891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xmlns="" id="{094E25C2-45E6-0C43-ADA4-684E51DC703A}"/>
              </a:ext>
            </a:extLst>
          </p:cNvPr>
          <p:cNvGrpSpPr>
            <a:grpSpLocks/>
          </p:cNvGrpSpPr>
          <p:nvPr/>
        </p:nvGrpSpPr>
        <p:grpSpPr bwMode="auto">
          <a:xfrm>
            <a:off x="3419060" y="2725807"/>
            <a:ext cx="5111750" cy="879475"/>
            <a:chOff x="1866825" y="707349"/>
            <a:chExt cx="5112820" cy="879389"/>
          </a:xfrm>
        </p:grpSpPr>
        <p:sp>
          <p:nvSpPr>
            <p:cNvPr id="401" name="Oval 400">
              <a:extLst>
                <a:ext uri="{FF2B5EF4-FFF2-40B4-BE49-F238E27FC236}">
                  <a16:creationId xmlns:a16="http://schemas.microsoft.com/office/drawing/2014/main" xmlns="" id="{C759FDA4-4088-0A4C-9E92-BD72D7D52B56}"/>
                </a:ext>
              </a:extLst>
            </p:cNvPr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02" name="TextBox 233">
              <a:extLst>
                <a:ext uri="{FF2B5EF4-FFF2-40B4-BE49-F238E27FC236}">
                  <a16:creationId xmlns:a16="http://schemas.microsoft.com/office/drawing/2014/main" xmlns="" id="{91B4E7D9-6C4B-6C4B-86F5-8BB66F936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781" y="783191"/>
              <a:ext cx="910613" cy="476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Routing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Algorithm</a:t>
              </a:r>
            </a:p>
          </p:txBody>
        </p:sp>
        <p:cxnSp>
          <p:nvCxnSpPr>
            <p:cNvPr id="403" name="Straight Arrow Connector 402">
              <a:extLst>
                <a:ext uri="{FF2B5EF4-FFF2-40B4-BE49-F238E27FC236}">
                  <a16:creationId xmlns:a16="http://schemas.microsoft.com/office/drawing/2014/main" xmlns="" id="{86DA61DF-3320-724E-9861-CF654B1F47AF}"/>
                </a:ext>
              </a:extLst>
            </p:cNvPr>
            <p:cNvCxnSpPr/>
            <p:nvPr/>
          </p:nvCxnSpPr>
          <p:spPr>
            <a:xfrm flipV="1">
              <a:off x="2833815" y="807352"/>
              <a:ext cx="1517968" cy="214291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4" name="Straight Arrow Connector 403">
              <a:extLst>
                <a:ext uri="{FF2B5EF4-FFF2-40B4-BE49-F238E27FC236}">
                  <a16:creationId xmlns:a16="http://schemas.microsoft.com/office/drawing/2014/main" xmlns="" id="{FA99C173-8DEF-3940-BC9B-72CA3FA99281}"/>
                </a:ext>
              </a:extLst>
            </p:cNvPr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xmlns="" id="{57AAE988-13E3-6642-B8CC-252C9113ABCC}"/>
                </a:ext>
              </a:extLst>
            </p:cNvPr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xmlns="" id="{286126FC-663F-E140-85FF-EA643857EAAB}"/>
                </a:ext>
              </a:extLst>
            </p:cNvPr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xmlns="" id="{4DA7DE45-D335-D548-B5FE-488518B7B2B7}"/>
                </a:ext>
              </a:extLst>
            </p:cNvPr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xmlns="" id="{E0F6C35C-914C-3B41-9CC4-D8179FFB699E}"/>
                </a:ext>
              </a:extLst>
            </p:cNvPr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xmlns="" id="{F2328B0F-766B-A544-ACA3-A1877D849A35}"/>
                </a:ext>
              </a:extLst>
            </p:cNvPr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xmlns="" id="{4E049E95-C6A9-FE4D-937B-C134ECB1D9AB}"/>
                </a:ext>
              </a:extLst>
            </p:cNvPr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411" name="Straight Arrow Connector 410">
              <a:extLst>
                <a:ext uri="{FF2B5EF4-FFF2-40B4-BE49-F238E27FC236}">
                  <a16:creationId xmlns:a16="http://schemas.microsoft.com/office/drawing/2014/main" xmlns="" id="{C5FBB1F6-0839-A343-AE4E-8487D7B4403B}"/>
                </a:ext>
              </a:extLst>
            </p:cNvPr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2" name="Straight Arrow Connector 411">
              <a:extLst>
                <a:ext uri="{FF2B5EF4-FFF2-40B4-BE49-F238E27FC236}">
                  <a16:creationId xmlns:a16="http://schemas.microsoft.com/office/drawing/2014/main" xmlns="" id="{01507C1D-D7CC-314D-9BC2-599E67963164}"/>
                </a:ext>
              </a:extLst>
            </p:cNvPr>
            <p:cNvCxnSpPr>
              <a:endCxn id="407" idx="2"/>
            </p:cNvCxnSpPr>
            <p:nvPr/>
          </p:nvCxnSpPr>
          <p:spPr>
            <a:xfrm flipV="1">
              <a:off x="3997696" y="985135"/>
              <a:ext cx="2561174" cy="469854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3" name="Straight Arrow Connector 412">
              <a:extLst>
                <a:ext uri="{FF2B5EF4-FFF2-40B4-BE49-F238E27FC236}">
                  <a16:creationId xmlns:a16="http://schemas.microsoft.com/office/drawing/2014/main" xmlns="" id="{0D0AA51C-C88C-DA40-BB5F-C90D75401B35}"/>
                </a:ext>
              </a:extLst>
            </p:cNvPr>
            <p:cNvCxnSpPr/>
            <p:nvPr/>
          </p:nvCxnSpPr>
          <p:spPr>
            <a:xfrm flipV="1">
              <a:off x="3991345" y="1508959"/>
              <a:ext cx="1581481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4" name="Straight Arrow Connector 413">
              <a:extLst>
                <a:ext uri="{FF2B5EF4-FFF2-40B4-BE49-F238E27FC236}">
                  <a16:creationId xmlns:a16="http://schemas.microsoft.com/office/drawing/2014/main" xmlns="" id="{B8B513D7-9162-0648-BC71-8BEBCC27917A}"/>
                </a:ext>
              </a:extLst>
            </p:cNvPr>
            <p:cNvCxnSpPr/>
            <p:nvPr/>
          </p:nvCxnSpPr>
          <p:spPr>
            <a:xfrm flipV="1">
              <a:off x="5996777" y="1083550"/>
              <a:ext cx="751044" cy="396836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xmlns="" id="{C4AAA334-C4B2-DD48-A566-2EA2C1AA11DF}"/>
              </a:ext>
            </a:extLst>
          </p:cNvPr>
          <p:cNvGrpSpPr>
            <a:grpSpLocks/>
          </p:cNvGrpSpPr>
          <p:nvPr/>
        </p:nvGrpSpPr>
        <p:grpSpPr bwMode="auto">
          <a:xfrm>
            <a:off x="3147598" y="3114745"/>
            <a:ext cx="6375400" cy="1047750"/>
            <a:chOff x="1557338" y="3074988"/>
            <a:chExt cx="6375400" cy="1047750"/>
          </a:xfrm>
        </p:grpSpPr>
        <p:sp>
          <p:nvSpPr>
            <p:cNvPr id="416" name="TextBox 232">
              <a:extLst>
                <a:ext uri="{FF2B5EF4-FFF2-40B4-BE49-F238E27FC236}">
                  <a16:creationId xmlns:a16="http://schemas.microsoft.com/office/drawing/2014/main" xmlns="" id="{97D7EB84-BAC0-D448-A55F-A56C30BB6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sp>
          <p:nvSpPr>
            <p:cNvPr id="417" name="TextBox 233">
              <a:extLst>
                <a:ext uri="{FF2B5EF4-FFF2-40B4-BE49-F238E27FC236}">
                  <a16:creationId xmlns:a16="http://schemas.microsoft.com/office/drawing/2014/main" xmlns="" id="{24A4F1C7-4BF4-EB42-A291-47BAC2502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control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xmlns="" id="{61FEE5A3-FA87-164D-B072-015586DE3B9B}"/>
                </a:ext>
              </a:extLst>
            </p:cNvPr>
            <p:cNvCxnSpPr/>
            <p:nvPr/>
          </p:nvCxnSpPr>
          <p:spPr>
            <a:xfrm>
              <a:off x="1557338" y="3613150"/>
              <a:ext cx="6207125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xmlns="" id="{DB2133B7-0204-944D-9F85-D90FA61B1AAF}"/>
              </a:ext>
            </a:extLst>
          </p:cNvPr>
          <p:cNvGrpSpPr>
            <a:grpSpLocks/>
          </p:cNvGrpSpPr>
          <p:nvPr/>
        </p:nvGrpSpPr>
        <p:grpSpPr bwMode="auto">
          <a:xfrm>
            <a:off x="3419060" y="3741807"/>
            <a:ext cx="5126038" cy="1120775"/>
            <a:chOff x="-4746102" y="4471477"/>
            <a:chExt cx="5126173" cy="1120753"/>
          </a:xfrm>
        </p:grpSpPr>
        <p:pic>
          <p:nvPicPr>
            <p:cNvPr id="420" name="Picture 10" descr="fig42_table.pdf">
              <a:extLst>
                <a:ext uri="{FF2B5EF4-FFF2-40B4-BE49-F238E27FC236}">
                  <a16:creationId xmlns:a16="http://schemas.microsoft.com/office/drawing/2014/main" xmlns="" id="{B9B148BF-D420-D548-A8E4-2E44EE435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746102" y="4471477"/>
              <a:ext cx="966463" cy="966962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21" name="Group 25">
              <a:extLst>
                <a:ext uri="{FF2B5EF4-FFF2-40B4-BE49-F238E27FC236}">
                  <a16:creationId xmlns:a16="http://schemas.microsoft.com/office/drawing/2014/main" xmlns="" id="{6DCB3611-5B47-554A-AF9F-B20E8866BE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025264" y="5228984"/>
              <a:ext cx="3405335" cy="363246"/>
              <a:chOff x="-3025264" y="5228984"/>
              <a:chExt cx="3405335" cy="363246"/>
            </a:xfrm>
          </p:grpSpPr>
          <p:grpSp>
            <p:nvGrpSpPr>
              <p:cNvPr id="422" name="Group 241">
                <a:extLst>
                  <a:ext uri="{FF2B5EF4-FFF2-40B4-BE49-F238E27FC236}">
                    <a16:creationId xmlns:a16="http://schemas.microsoft.com/office/drawing/2014/main" xmlns="" id="{18B65E09-A0C2-A34F-9844-081D03E2EE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025264" y="5262858"/>
                <a:ext cx="430360" cy="329372"/>
                <a:chOff x="2931664" y="3912603"/>
                <a:chExt cx="430450" cy="329314"/>
              </a:xfrm>
            </p:grpSpPr>
            <p:sp>
              <p:nvSpPr>
                <p:cNvPr id="438" name="Rectangle 437">
                  <a:extLst>
                    <a:ext uri="{FF2B5EF4-FFF2-40B4-BE49-F238E27FC236}">
                      <a16:creationId xmlns:a16="http://schemas.microsoft.com/office/drawing/2014/main" xmlns="" id="{510D7726-2281-144B-B722-F9A0F8992620}"/>
                    </a:ext>
                  </a:extLst>
                </p:cNvPr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39" name="Straight Connector 438">
                  <a:extLst>
                    <a:ext uri="{FF2B5EF4-FFF2-40B4-BE49-F238E27FC236}">
                      <a16:creationId xmlns:a16="http://schemas.microsoft.com/office/drawing/2014/main" xmlns="" id="{B663A8A6-A483-9C45-9694-3F60B5B96577}"/>
                    </a:ext>
                  </a:extLst>
                </p:cNvPr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40" name="Straight Connector 439">
                  <a:extLst>
                    <a:ext uri="{FF2B5EF4-FFF2-40B4-BE49-F238E27FC236}">
                      <a16:creationId xmlns:a16="http://schemas.microsoft.com/office/drawing/2014/main" xmlns="" id="{50FC0E77-85DF-A44F-A7EA-DB2E7EDC7F79}"/>
                    </a:ext>
                  </a:extLst>
                </p:cNvPr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41" name="Straight Connector 440">
                  <a:extLst>
                    <a:ext uri="{FF2B5EF4-FFF2-40B4-BE49-F238E27FC236}">
                      <a16:creationId xmlns:a16="http://schemas.microsoft.com/office/drawing/2014/main" xmlns="" id="{6DCCCE94-F2A7-3D41-B0D1-67C30138A31B}"/>
                    </a:ext>
                  </a:extLst>
                </p:cNvPr>
                <p:cNvCxnSpPr>
                  <a:stCxn id="438" idx="2"/>
                </p:cNvCxnSpPr>
                <p:nvPr/>
              </p:nvCxnSpPr>
              <p:spPr>
                <a:xfrm flipH="1" flipV="1">
                  <a:off x="3147672" y="4003838"/>
                  <a:ext cx="1588" cy="238079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3" name="Group 444">
                <a:extLst>
                  <a:ext uri="{FF2B5EF4-FFF2-40B4-BE49-F238E27FC236}">
                    <a16:creationId xmlns:a16="http://schemas.microsoft.com/office/drawing/2014/main" xmlns="" id="{80000B7B-1868-0545-96E2-2F3AE96E33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217227" y="5261364"/>
                <a:ext cx="430361" cy="329307"/>
                <a:chOff x="2931664" y="3912603"/>
                <a:chExt cx="430450" cy="329314"/>
              </a:xfrm>
            </p:grpSpPr>
            <p:sp>
              <p:nvSpPr>
                <p:cNvPr id="434" name="Rectangle 433">
                  <a:extLst>
                    <a:ext uri="{FF2B5EF4-FFF2-40B4-BE49-F238E27FC236}">
                      <a16:creationId xmlns:a16="http://schemas.microsoft.com/office/drawing/2014/main" xmlns="" id="{152E459E-7CA1-E445-B3BA-7DCA2E4A2C56}"/>
                    </a:ext>
                  </a:extLst>
                </p:cNvPr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xmlns="" id="{89A2E2E8-DA8D-6D49-B2DC-12FC2FC6D3C4}"/>
                    </a:ext>
                  </a:extLst>
                </p:cNvPr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xmlns="" id="{D4FBE92F-02C8-4244-A63E-618F5A912844}"/>
                    </a:ext>
                  </a:extLst>
                </p:cNvPr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7" name="Straight Connector 436">
                  <a:extLst>
                    <a:ext uri="{FF2B5EF4-FFF2-40B4-BE49-F238E27FC236}">
                      <a16:creationId xmlns:a16="http://schemas.microsoft.com/office/drawing/2014/main" xmlns="" id="{760EDE61-1AAF-D848-91CB-39C5F318690E}"/>
                    </a:ext>
                  </a:extLst>
                </p:cNvPr>
                <p:cNvCxnSpPr>
                  <a:stCxn id="434" idx="2"/>
                </p:cNvCxnSpPr>
                <p:nvPr/>
              </p:nvCxnSpPr>
              <p:spPr>
                <a:xfrm flipH="1" flipV="1">
                  <a:off x="3147693" y="4003763"/>
                  <a:ext cx="1587" cy="23812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4" name="Group 473">
                <a:extLst>
                  <a:ext uri="{FF2B5EF4-FFF2-40B4-BE49-F238E27FC236}">
                    <a16:creationId xmlns:a16="http://schemas.microsoft.com/office/drawing/2014/main" xmlns="" id="{80D1C087-9836-C245-B670-1284428A4A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034539" y="5261364"/>
                <a:ext cx="430360" cy="329307"/>
                <a:chOff x="2931664" y="3912603"/>
                <a:chExt cx="430450" cy="329314"/>
              </a:xfrm>
            </p:grpSpPr>
            <p:sp>
              <p:nvSpPr>
                <p:cNvPr id="430" name="Rectangle 429">
                  <a:extLst>
                    <a:ext uri="{FF2B5EF4-FFF2-40B4-BE49-F238E27FC236}">
                      <a16:creationId xmlns:a16="http://schemas.microsoft.com/office/drawing/2014/main" xmlns="" id="{C9A7D412-65DC-9649-A008-5ED26335CCA7}"/>
                    </a:ext>
                  </a:extLst>
                </p:cNvPr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31" name="Straight Connector 430">
                  <a:extLst>
                    <a:ext uri="{FF2B5EF4-FFF2-40B4-BE49-F238E27FC236}">
                      <a16:creationId xmlns:a16="http://schemas.microsoft.com/office/drawing/2014/main" xmlns="" id="{2F282FB7-7000-B945-8F5A-E39A5A12E34F}"/>
                    </a:ext>
                  </a:extLst>
                </p:cNvPr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2" name="Straight Connector 431">
                  <a:extLst>
                    <a:ext uri="{FF2B5EF4-FFF2-40B4-BE49-F238E27FC236}">
                      <a16:creationId xmlns:a16="http://schemas.microsoft.com/office/drawing/2014/main" xmlns="" id="{6613E38A-F502-9F4F-9071-21665BB1F3DD}"/>
                    </a:ext>
                  </a:extLst>
                </p:cNvPr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xmlns="" id="{29B42128-C51A-6040-824E-C554F8EE3D12}"/>
                    </a:ext>
                  </a:extLst>
                </p:cNvPr>
                <p:cNvCxnSpPr>
                  <a:stCxn id="430" idx="2"/>
                </p:cNvCxnSpPr>
                <p:nvPr/>
              </p:nvCxnSpPr>
              <p:spPr>
                <a:xfrm flipH="1" flipV="1">
                  <a:off x="3147725" y="4003763"/>
                  <a:ext cx="1588" cy="23812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5" name="Group 502">
                <a:extLst>
                  <a:ext uri="{FF2B5EF4-FFF2-40B4-BE49-F238E27FC236}">
                    <a16:creationId xmlns:a16="http://schemas.microsoft.com/office/drawing/2014/main" xmlns="" id="{C30D5DDC-A13E-034A-A1BA-1E146390EA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50289" y="5228984"/>
                <a:ext cx="430360" cy="350559"/>
                <a:chOff x="2931664" y="3912603"/>
                <a:chExt cx="430450" cy="329314"/>
              </a:xfrm>
            </p:grpSpPr>
            <p:sp>
              <p:nvSpPr>
                <p:cNvPr id="426" name="Rectangle 425">
                  <a:extLst>
                    <a:ext uri="{FF2B5EF4-FFF2-40B4-BE49-F238E27FC236}">
                      <a16:creationId xmlns:a16="http://schemas.microsoft.com/office/drawing/2014/main" xmlns="" id="{63A91007-6182-8647-9879-8292A71EAFEF}"/>
                    </a:ext>
                  </a:extLst>
                </p:cNvPr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xmlns="" id="{0674F85B-15F4-F446-AD9E-DD534F9C342D}"/>
                    </a:ext>
                  </a:extLst>
                </p:cNvPr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xmlns="" id="{60409E77-E63A-824F-A704-D7AE94C9BA5F}"/>
                    </a:ext>
                  </a:extLst>
                </p:cNvPr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xmlns="" id="{76DF7BD3-201B-AE4F-909F-AB196C0CDB0D}"/>
                    </a:ext>
                  </a:extLst>
                </p:cNvPr>
                <p:cNvCxnSpPr>
                  <a:stCxn id="426" idx="2"/>
                </p:cNvCxnSpPr>
                <p:nvPr/>
              </p:nvCxnSpPr>
              <p:spPr>
                <a:xfrm flipH="1" flipV="1">
                  <a:off x="3147751" y="4003303"/>
                  <a:ext cx="1588" cy="238602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</p:grp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xmlns="" id="{DC317182-2E9B-354F-9E6B-904AD53D9670}"/>
              </a:ext>
            </a:extLst>
          </p:cNvPr>
          <p:cNvGrpSpPr>
            <a:grpSpLocks/>
          </p:cNvGrpSpPr>
          <p:nvPr/>
        </p:nvGrpSpPr>
        <p:grpSpPr bwMode="auto">
          <a:xfrm>
            <a:off x="3873085" y="2922657"/>
            <a:ext cx="4437063" cy="1577975"/>
            <a:chOff x="-4267279" y="3655204"/>
            <a:chExt cx="4437063" cy="1578510"/>
          </a:xfrm>
        </p:grpSpPr>
        <p:cxnSp>
          <p:nvCxnSpPr>
            <p:cNvPr id="443" name="Straight Arrow Connector 442">
              <a:extLst>
                <a:ext uri="{FF2B5EF4-FFF2-40B4-BE49-F238E27FC236}">
                  <a16:creationId xmlns:a16="http://schemas.microsoft.com/office/drawing/2014/main" xmlns="" id="{AEBEBCEA-9DEC-FC46-95E5-83FE63BD526A}"/>
                </a:ext>
              </a:extLst>
            </p:cNvPr>
            <p:cNvCxnSpPr/>
            <p:nvPr/>
          </p:nvCxnSpPr>
          <p:spPr bwMode="auto">
            <a:xfrm>
              <a:off x="-4267279" y="4047450"/>
              <a:ext cx="0" cy="422418"/>
            </a:xfrm>
            <a:prstGeom prst="straightConnector1">
              <a:avLst/>
            </a:prstGeom>
            <a:noFill/>
            <a:ln w="12700" cap="flat" cmpd="sng" algn="ctr">
              <a:solidFill>
                <a:srgbClr val="CC0000"/>
              </a:solidFill>
              <a:prstDash val="solid"/>
              <a:tailEnd type="triangle"/>
            </a:ln>
            <a:effectLst/>
          </p:spPr>
        </p:cxnSp>
        <p:cxnSp>
          <p:nvCxnSpPr>
            <p:cNvPr id="444" name="Straight Arrow Connector 443">
              <a:extLst>
                <a:ext uri="{FF2B5EF4-FFF2-40B4-BE49-F238E27FC236}">
                  <a16:creationId xmlns:a16="http://schemas.microsoft.com/office/drawing/2014/main" xmlns="" id="{8ADE9CEC-EEA0-A54D-AC1A-85CC293083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-2808366" y="4361882"/>
              <a:ext cx="0" cy="87183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5" name="Straight Arrow Connector 444">
              <a:extLst>
                <a:ext uri="{FF2B5EF4-FFF2-40B4-BE49-F238E27FC236}">
                  <a16:creationId xmlns:a16="http://schemas.microsoft.com/office/drawing/2014/main" xmlns="" id="{6391DEC8-23F8-A847-ACF3-AD06E6E59A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6" name="Straight Arrow Connector 445">
              <a:extLst>
                <a:ext uri="{FF2B5EF4-FFF2-40B4-BE49-F238E27FC236}">
                  <a16:creationId xmlns:a16="http://schemas.microsoft.com/office/drawing/2014/main" xmlns="" id="{C40B4987-DD61-E544-9ED1-243F1836BF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7" name="Straight Arrow Connector 446">
              <a:extLst>
                <a:ext uri="{FF2B5EF4-FFF2-40B4-BE49-F238E27FC236}">
                  <a16:creationId xmlns:a16="http://schemas.microsoft.com/office/drawing/2014/main" xmlns="" id="{B6FD6F72-9B1A-9E49-BC03-FF4EB3F432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xmlns="" id="{EBF459C0-AF75-AC4B-82FD-7B57E1803EDC}"/>
              </a:ext>
            </a:extLst>
          </p:cNvPr>
          <p:cNvCxnSpPr/>
          <p:nvPr/>
        </p:nvCxnSpPr>
        <p:spPr>
          <a:xfrm flipH="1">
            <a:off x="2872960" y="5842070"/>
            <a:ext cx="1508125" cy="158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449" name="TextBox 265">
            <a:extLst>
              <a:ext uri="{FF2B5EF4-FFF2-40B4-BE49-F238E27FC236}">
                <a16:creationId xmlns:a16="http://schemas.microsoft.com/office/drawing/2014/main" xmlns="" id="{8D6CC213-50D8-D143-AB2E-8A70AD0BD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073" y="5513457"/>
            <a:ext cx="263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450" name="TextBox 281">
            <a:extLst>
              <a:ext uri="{FF2B5EF4-FFF2-40B4-BE49-F238E27FC236}">
                <a16:creationId xmlns:a16="http://schemas.microsoft.com/office/drawing/2014/main" xmlns="" id="{FD871173-63C8-004A-B893-95B0B94D0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3698" y="5800795"/>
            <a:ext cx="263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</a:p>
        </p:txBody>
      </p:sp>
      <p:grpSp>
        <p:nvGrpSpPr>
          <p:cNvPr id="451" name="Group 5">
            <a:extLst>
              <a:ext uri="{FF2B5EF4-FFF2-40B4-BE49-F238E27FC236}">
                <a16:creationId xmlns:a16="http://schemas.microsoft.com/office/drawing/2014/main" xmlns="" id="{57C14B28-467E-9240-8CC3-03FBD986B649}"/>
              </a:ext>
            </a:extLst>
          </p:cNvPr>
          <p:cNvGrpSpPr>
            <a:grpSpLocks/>
          </p:cNvGrpSpPr>
          <p:nvPr/>
        </p:nvGrpSpPr>
        <p:grpSpPr bwMode="auto">
          <a:xfrm>
            <a:off x="2528473" y="5276920"/>
            <a:ext cx="1616075" cy="487362"/>
            <a:chOff x="-4079003" y="2717403"/>
            <a:chExt cx="1616718" cy="488475"/>
          </a:xfrm>
        </p:grpSpPr>
        <p:sp>
          <p:nvSpPr>
            <p:cNvPr id="453" name="Rectangle 98">
              <a:extLst>
                <a:ext uri="{FF2B5EF4-FFF2-40B4-BE49-F238E27FC236}">
                  <a16:creationId xmlns:a16="http://schemas.microsoft.com/office/drawing/2014/main" xmlns="" id="{693A8054-41EF-F147-A07F-2F6F49925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4" name="Line 99">
              <a:extLst>
                <a:ext uri="{FF2B5EF4-FFF2-40B4-BE49-F238E27FC236}">
                  <a16:creationId xmlns:a16="http://schemas.microsoft.com/office/drawing/2014/main" xmlns="" id="{F72989E1-2AE2-724E-BB5A-C3EDBBB6A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933828" y="3101502"/>
              <a:ext cx="471543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5" name="Rectangle 104">
              <a:extLst>
                <a:ext uri="{FF2B5EF4-FFF2-40B4-BE49-F238E27FC236}">
                  <a16:creationId xmlns:a16="http://schemas.microsoft.com/office/drawing/2014/main" xmlns="" id="{5AC95A09-8057-7147-9F57-6EFF2A5E5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6" name="Text Box 105">
              <a:extLst>
                <a:ext uri="{FF2B5EF4-FFF2-40B4-BE49-F238E27FC236}">
                  <a16:creationId xmlns:a16="http://schemas.microsoft.com/office/drawing/2014/main" xmlns="" id="{47FDF11B-1F9E-D148-996F-69ECC9F11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430189" y="2965119"/>
              <a:ext cx="581451" cy="240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0111</a:t>
              </a:r>
            </a:p>
          </p:txBody>
        </p:sp>
        <p:sp>
          <p:nvSpPr>
            <p:cNvPr id="457" name="Line 119">
              <a:extLst>
                <a:ext uri="{FF2B5EF4-FFF2-40B4-BE49-F238E27FC236}">
                  <a16:creationId xmlns:a16="http://schemas.microsoft.com/office/drawing/2014/main" xmlns="" id="{CD73CAA3-C367-7049-8128-3C09B270B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3621642" y="2717403"/>
              <a:ext cx="405953" cy="300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59" name="Group 357">
            <a:extLst>
              <a:ext uri="{FF2B5EF4-FFF2-40B4-BE49-F238E27FC236}">
                <a16:creationId xmlns:a16="http://schemas.microsoft.com/office/drawing/2014/main" xmlns="" id="{F5E5FC5C-1765-2446-9583-0A67B919000D}"/>
              </a:ext>
            </a:extLst>
          </p:cNvPr>
          <p:cNvGrpSpPr>
            <a:grpSpLocks/>
          </p:cNvGrpSpPr>
          <p:nvPr/>
        </p:nvGrpSpPr>
        <p:grpSpPr bwMode="auto">
          <a:xfrm>
            <a:off x="4304885" y="5699195"/>
            <a:ext cx="565150" cy="293687"/>
            <a:chOff x="1871277" y="1576300"/>
            <a:chExt cx="1128371" cy="437861"/>
          </a:xfrm>
        </p:grpSpPr>
        <p:sp>
          <p:nvSpPr>
            <p:cNvPr id="460" name="Oval 459">
              <a:extLst>
                <a:ext uri="{FF2B5EF4-FFF2-40B4-BE49-F238E27FC236}">
                  <a16:creationId xmlns:a16="http://schemas.microsoft.com/office/drawing/2014/main" xmlns="" id="{BE27647C-3DCE-C848-8559-90456AA1A4C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8" y="1694641"/>
              <a:ext cx="1125200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xmlns="" id="{59B28033-FF2E-0D49-AE8B-150A3DAC870E}"/>
                </a:ext>
              </a:extLst>
            </p:cNvPr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2" name="Oval 461">
              <a:extLst>
                <a:ext uri="{FF2B5EF4-FFF2-40B4-BE49-F238E27FC236}">
                  <a16:creationId xmlns:a16="http://schemas.microsoft.com/office/drawing/2014/main" xmlns="" id="{90E87BE2-8DD5-F949-9609-CEE42558EC6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xmlns="" id="{E67E4AB2-89E6-9547-93D2-34CED5D46ECE}"/>
                </a:ext>
              </a:extLst>
            </p:cNvPr>
            <p:cNvSpPr/>
            <p:nvPr/>
          </p:nvSpPr>
          <p:spPr bwMode="auto">
            <a:xfrm>
              <a:off x="2159710" y="1673339"/>
              <a:ext cx="548337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xmlns="" id="{E0013E89-2E09-C94F-888A-0764BFC4C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7" y="1633104"/>
              <a:ext cx="662442" cy="111240"/>
            </a:xfrm>
            <a:custGeom>
              <a:avLst/>
              <a:gdLst>
                <a:gd name="T0" fmla="*/ 0 w 3723451"/>
                <a:gd name="T1" fmla="*/ 27215 h 932950"/>
                <a:gd name="T2" fmla="*/ 116561 w 3723451"/>
                <a:gd name="T3" fmla="*/ 321 h 932950"/>
                <a:gd name="T4" fmla="*/ 330163 w 3723451"/>
                <a:gd name="T5" fmla="*/ 62069 h 932950"/>
                <a:gd name="T6" fmla="*/ 533941 w 3723451"/>
                <a:gd name="T7" fmla="*/ 0 h 932950"/>
                <a:gd name="T8" fmla="*/ 662442 w 3723451"/>
                <a:gd name="T9" fmla="*/ 24699 h 932950"/>
                <a:gd name="T10" fmla="*/ 566838 w 3723451"/>
                <a:gd name="T11" fmla="*/ 55071 h 932950"/>
                <a:gd name="T12" fmla="*/ 536057 w 3723451"/>
                <a:gd name="T13" fmla="*/ 46883 h 932950"/>
                <a:gd name="T14" fmla="*/ 333916 w 3723451"/>
                <a:gd name="T15" fmla="*/ 111240 h 932950"/>
                <a:gd name="T16" fmla="*/ 126604 w 3723451"/>
                <a:gd name="T17" fmla="*/ 49250 h 932950"/>
                <a:gd name="T18" fmla="*/ 93085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xmlns="" id="{D4D31051-3F76-8D4A-A94B-F0DCA0AFF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9" cy="97039"/>
            </a:xfrm>
            <a:custGeom>
              <a:avLst/>
              <a:gdLst>
                <a:gd name="T0" fmla="*/ 0 w 1366596"/>
                <a:gd name="T1" fmla="*/ 0 h 809868"/>
                <a:gd name="T2" fmla="*/ 244059 w 1366596"/>
                <a:gd name="T3" fmla="*/ 74985 h 809868"/>
                <a:gd name="T4" fmla="*/ 154488 w 1366596"/>
                <a:gd name="T5" fmla="*/ 97039 h 809868"/>
                <a:gd name="T6" fmla="*/ 822 w 1366596"/>
                <a:gd name="T7" fmla="*/ 5127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xmlns="" id="{DFC93EA6-DE5D-3E40-831C-1084B477E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9" y="1730143"/>
              <a:ext cx="240888" cy="97040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40 h 791462"/>
                <a:gd name="T6" fmla="*/ 0 w 1348191"/>
                <a:gd name="T7" fmla="*/ 75037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xmlns="" id="{4C149BB2-DFC7-984A-98E9-3C4AA2DDC501}"/>
                </a:ext>
              </a:extLst>
            </p:cNvPr>
            <p:cNvCxnSpPr>
              <a:cxnSpLocks noChangeShapeType="1"/>
              <a:endCxn id="462" idx="2"/>
            </p:cNvCxnSpPr>
            <p:nvPr/>
          </p:nvCxnSpPr>
          <p:spPr bwMode="auto">
            <a:xfrm flipH="1" flipV="1">
              <a:off x="1871277" y="1737244"/>
              <a:ext cx="3171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xmlns="" id="{7AD8C9C3-3ED3-FC4C-9678-8E0AF3B540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9" y="1734876"/>
              <a:ext cx="3169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69" name="TextBox 6">
            <a:extLst>
              <a:ext uri="{FF2B5EF4-FFF2-40B4-BE49-F238E27FC236}">
                <a16:creationId xmlns:a16="http://schemas.microsoft.com/office/drawing/2014/main" xmlns="" id="{EED866B1-9598-C54F-A0E0-D641030E1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110" y="4943545"/>
            <a:ext cx="1992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values in arriving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packet header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0" name="TextBox 282">
            <a:extLst>
              <a:ext uri="{FF2B5EF4-FFF2-40B4-BE49-F238E27FC236}">
                <a16:creationId xmlns:a16="http://schemas.microsoft.com/office/drawing/2014/main" xmlns="" id="{CE2B3699-263C-CA42-8354-6E8A61868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898" y="5902395"/>
            <a:ext cx="2619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237" name="Slide Number Placeholder 4">
            <a:extLst>
              <a:ext uri="{FF2B5EF4-FFF2-40B4-BE49-F238E27FC236}">
                <a16:creationId xmlns:a16="http://schemas.microsoft.com/office/drawing/2014/main" xmlns="" id="{57716A65-23C0-8B48-AA5A-19283D05D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58" name="Freeform 120">
            <a:extLst>
              <a:ext uri="{FF2B5EF4-FFF2-40B4-BE49-F238E27FC236}">
                <a16:creationId xmlns:a16="http://schemas.microsoft.com/office/drawing/2014/main" xmlns="" id="{9B17F469-9813-DD46-ADCC-A6A37DCBE4CD}"/>
              </a:ext>
            </a:extLst>
          </p:cNvPr>
          <p:cNvSpPr>
            <a:spLocks/>
          </p:cNvSpPr>
          <p:nvPr/>
        </p:nvSpPr>
        <p:spPr bwMode="auto">
          <a:xfrm>
            <a:off x="4084223" y="5708720"/>
            <a:ext cx="982662" cy="233362"/>
          </a:xfrm>
          <a:custGeom>
            <a:avLst/>
            <a:gdLst>
              <a:gd name="T0" fmla="*/ 0 w 554"/>
              <a:gd name="T1" fmla="*/ 2147483647 h 167"/>
              <a:gd name="T2" fmla="*/ 2147483647 w 554"/>
              <a:gd name="T3" fmla="*/ 2147483647 h 167"/>
              <a:gd name="T4" fmla="*/ 2147483647 w 554"/>
              <a:gd name="T5" fmla="*/ 2147483647 h 167"/>
              <a:gd name="T6" fmla="*/ 0 60000 65536"/>
              <a:gd name="T7" fmla="*/ 0 60000 65536"/>
              <a:gd name="T8" fmla="*/ 0 60000 65536"/>
              <a:gd name="T9" fmla="*/ 0 w 554"/>
              <a:gd name="T10" fmla="*/ 0 h 167"/>
              <a:gd name="T11" fmla="*/ 554 w 554"/>
              <a:gd name="T12" fmla="*/ 167 h 1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4" h="167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w="57150" cmpd="sng">
            <a:solidFill>
              <a:srgbClr val="C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894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261255"/>
            <a:ext cx="11213592" cy="894622"/>
          </a:xfrm>
        </p:spPr>
        <p:txBody>
          <a:bodyPr>
            <a:noAutofit/>
          </a:bodyPr>
          <a:lstStyle/>
          <a:p>
            <a:r>
              <a:rPr lang="en-US" sz="4000" dirty="0"/>
              <a:t>Software-Defined Networking (SDN) control plane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xmlns="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83" y="1080571"/>
            <a:ext cx="113107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Remote controller computes, installs forwarding tables in routers</a:t>
            </a:r>
          </a:p>
        </p:txBody>
      </p:sp>
      <p:grpSp>
        <p:nvGrpSpPr>
          <p:cNvPr id="817" name="Group 816">
            <a:extLst>
              <a:ext uri="{FF2B5EF4-FFF2-40B4-BE49-F238E27FC236}">
                <a16:creationId xmlns:a16="http://schemas.microsoft.com/office/drawing/2014/main" xmlns="" id="{0035B262-335A-2042-8F0A-4D25C5CCAA4C}"/>
              </a:ext>
            </a:extLst>
          </p:cNvPr>
          <p:cNvGrpSpPr>
            <a:grpSpLocks/>
          </p:cNvGrpSpPr>
          <p:nvPr/>
        </p:nvGrpSpPr>
        <p:grpSpPr bwMode="auto"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xmlns="" id="{2911F90D-6E6D-8D44-A029-2BB47782B47E}"/>
                </a:ext>
              </a:extLst>
            </p:cNvPr>
            <p:cNvSpPr/>
            <p:nvPr/>
          </p:nvSpPr>
          <p:spPr bwMode="auto"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2D2DB9">
                <a:lumMod val="20000"/>
                <a:lumOff val="80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19" name="Freeform 818">
              <a:extLst>
                <a:ext uri="{FF2B5EF4-FFF2-40B4-BE49-F238E27FC236}">
                  <a16:creationId xmlns:a16="http://schemas.microsoft.com/office/drawing/2014/main" xmlns="" id="{24B8DF14-13D1-7B4D-AA8E-6D4B866768A6}"/>
                </a:ext>
              </a:extLst>
            </p:cNvPr>
            <p:cNvSpPr/>
            <p:nvPr/>
          </p:nvSpPr>
          <p:spPr bwMode="auto">
            <a:xfrm>
              <a:off x="1740529" y="2067687"/>
              <a:ext cx="198438" cy="1386150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855" h="1385496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2D2DB9">
                    <a:lumMod val="20000"/>
                    <a:lumOff val="80000"/>
                  </a:srgbClr>
                </a:gs>
              </a:gsLst>
              <a:lin ang="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20" name="Freeform 819">
              <a:extLst>
                <a:ext uri="{FF2B5EF4-FFF2-40B4-BE49-F238E27FC236}">
                  <a16:creationId xmlns:a16="http://schemas.microsoft.com/office/drawing/2014/main" xmlns="" id="{B3477997-2171-D144-8F62-1363F13885FD}"/>
                </a:ext>
              </a:extLst>
            </p:cNvPr>
            <p:cNvSpPr/>
            <p:nvPr/>
          </p:nvSpPr>
          <p:spPr bwMode="auto">
            <a:xfrm flipH="1">
              <a:off x="6969753" y="2061336"/>
              <a:ext cx="219075" cy="1370272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  <a:gd name="connsiteX0" fmla="*/ 0 w 219519"/>
                <a:gd name="connsiteY0" fmla="*/ 730359 h 1370199"/>
                <a:gd name="connsiteX1" fmla="*/ 219401 w 219519"/>
                <a:gd name="connsiteY1" fmla="*/ 0 h 1370199"/>
                <a:gd name="connsiteX2" fmla="*/ 199855 w 219519"/>
                <a:gd name="connsiteY2" fmla="*/ 1012572 h 1370199"/>
                <a:gd name="connsiteX3" fmla="*/ 4471 w 219519"/>
                <a:gd name="connsiteY3" fmla="*/ 1370199 h 1370199"/>
                <a:gd name="connsiteX4" fmla="*/ 0 w 219519"/>
                <a:gd name="connsiteY4" fmla="*/ 730359 h 1370199"/>
                <a:gd name="connsiteX0" fmla="*/ 0 w 219602"/>
                <a:gd name="connsiteY0" fmla="*/ 730359 h 1370199"/>
                <a:gd name="connsiteX1" fmla="*/ 219401 w 219602"/>
                <a:gd name="connsiteY1" fmla="*/ 0 h 1370199"/>
                <a:gd name="connsiteX2" fmla="*/ 210047 w 219602"/>
                <a:gd name="connsiteY2" fmla="*/ 1007473 h 1370199"/>
                <a:gd name="connsiteX3" fmla="*/ 4471 w 219602"/>
                <a:gd name="connsiteY3" fmla="*/ 1370199 h 1370199"/>
                <a:gd name="connsiteX4" fmla="*/ 0 w 219602"/>
                <a:gd name="connsiteY4" fmla="*/ 730359 h 1370199"/>
                <a:gd name="connsiteX0" fmla="*/ 0 w 220239"/>
                <a:gd name="connsiteY0" fmla="*/ 730359 h 1370199"/>
                <a:gd name="connsiteX1" fmla="*/ 219401 w 220239"/>
                <a:gd name="connsiteY1" fmla="*/ 0 h 1370199"/>
                <a:gd name="connsiteX2" fmla="*/ 220239 w 220239"/>
                <a:gd name="connsiteY2" fmla="*/ 1007473 h 1370199"/>
                <a:gd name="connsiteX3" fmla="*/ 4471 w 220239"/>
                <a:gd name="connsiteY3" fmla="*/ 1370199 h 1370199"/>
                <a:gd name="connsiteX4" fmla="*/ 0 w 220239"/>
                <a:gd name="connsiteY4" fmla="*/ 730359 h 1370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239" h="137019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 rotWithShape="1">
              <a:gsLst>
                <a:gs pos="0">
                  <a:srgbClr val="2D2DB9">
                    <a:lumMod val="20000"/>
                    <a:lumOff val="80000"/>
                  </a:srgbClr>
                </a:gs>
                <a:gs pos="100000">
                  <a:srgbClr val="FFFFFF"/>
                </a:gs>
              </a:gsLst>
              <a:lin ang="108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821" name="Group 950">
              <a:extLst>
                <a:ext uri="{FF2B5EF4-FFF2-40B4-BE49-F238E27FC236}">
                  <a16:creationId xmlns:a16="http://schemas.microsoft.com/office/drawing/2014/main" xmlns="" id="{DB6AE1A4-24E9-664C-A51D-C17F6021B3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855" name="Freeform 951">
                <a:extLst>
                  <a:ext uri="{FF2B5EF4-FFF2-40B4-BE49-F238E27FC236}">
                    <a16:creationId xmlns:a16="http://schemas.microsoft.com/office/drawing/2014/main" xmlns="" id="{BFB37BD8-4427-2A47-AE85-B992137B4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8 w 354"/>
                  <a:gd name="T3" fmla="*/ 16 h 2742"/>
                  <a:gd name="T4" fmla="*/ 8 w 354"/>
                  <a:gd name="T5" fmla="*/ 119 h 2742"/>
                  <a:gd name="T6" fmla="*/ 0 w 354"/>
                  <a:gd name="T7" fmla="*/ 124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6" name="Rectangle 952">
                <a:extLst>
                  <a:ext uri="{FF2B5EF4-FFF2-40B4-BE49-F238E27FC236}">
                    <a16:creationId xmlns:a16="http://schemas.microsoft.com/office/drawing/2014/main" xmlns="" id="{D33ED3AE-893B-0641-B3D0-6332B98270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7" name="Freeform 953">
                <a:extLst>
                  <a:ext uri="{FF2B5EF4-FFF2-40B4-BE49-F238E27FC236}">
                    <a16:creationId xmlns:a16="http://schemas.microsoft.com/office/drawing/2014/main" xmlns="" id="{7F8B5734-537E-2D40-ABC5-1153CA76F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 w 211"/>
                  <a:gd name="T3" fmla="*/ 11 h 2537"/>
                  <a:gd name="T4" fmla="*/ 2 w 211"/>
                  <a:gd name="T5" fmla="*/ 11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8" name="Freeform 954">
                <a:extLst>
                  <a:ext uri="{FF2B5EF4-FFF2-40B4-BE49-F238E27FC236}">
                    <a16:creationId xmlns:a16="http://schemas.microsoft.com/office/drawing/2014/main" xmlns="" id="{A27CC3E2-8472-FE49-B22C-8BAD36D3F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7 h 226"/>
                  <a:gd name="T4" fmla="*/ 7 w 328"/>
                  <a:gd name="T5" fmla="*/ 11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9" name="Rectangle 955">
                <a:extLst>
                  <a:ext uri="{FF2B5EF4-FFF2-40B4-BE49-F238E27FC236}">
                    <a16:creationId xmlns:a16="http://schemas.microsoft.com/office/drawing/2014/main" xmlns="" id="{11CD015D-401B-EC42-A713-37F4F58064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0" name="Group 956">
                <a:extLst>
                  <a:ext uri="{FF2B5EF4-FFF2-40B4-BE49-F238E27FC236}">
                    <a16:creationId xmlns:a16="http://schemas.microsoft.com/office/drawing/2014/main" xmlns="" id="{A208DF6A-EF9F-044D-8302-1B9476D184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85" name="AutoShape 957">
                  <a:extLst>
                    <a:ext uri="{FF2B5EF4-FFF2-40B4-BE49-F238E27FC236}">
                      <a16:creationId xmlns:a16="http://schemas.microsoft.com/office/drawing/2014/main" xmlns="" id="{FCC50AD6-31B9-FD4A-9D12-E293AC79E3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6" name="AutoShape 958">
                  <a:extLst>
                    <a:ext uri="{FF2B5EF4-FFF2-40B4-BE49-F238E27FC236}">
                      <a16:creationId xmlns:a16="http://schemas.microsoft.com/office/drawing/2014/main" xmlns="" id="{9515A907-A38B-AC46-9351-9821F9262F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1" name="Rectangle 959">
                <a:extLst>
                  <a:ext uri="{FF2B5EF4-FFF2-40B4-BE49-F238E27FC236}">
                    <a16:creationId xmlns:a16="http://schemas.microsoft.com/office/drawing/2014/main" xmlns="" id="{DA74175D-E323-954D-B321-A525406F9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2" name="Group 960">
                <a:extLst>
                  <a:ext uri="{FF2B5EF4-FFF2-40B4-BE49-F238E27FC236}">
                    <a16:creationId xmlns:a16="http://schemas.microsoft.com/office/drawing/2014/main" xmlns="" id="{28DE356C-C6F7-BA40-87C6-C5B5BE6C2B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83" name="AutoShape 961">
                  <a:extLst>
                    <a:ext uri="{FF2B5EF4-FFF2-40B4-BE49-F238E27FC236}">
                      <a16:creationId xmlns:a16="http://schemas.microsoft.com/office/drawing/2014/main" xmlns="" id="{9643844A-45E6-7443-A468-4BC3D1762A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4" name="AutoShape 962">
                  <a:extLst>
                    <a:ext uri="{FF2B5EF4-FFF2-40B4-BE49-F238E27FC236}">
                      <a16:creationId xmlns:a16="http://schemas.microsoft.com/office/drawing/2014/main" xmlns="" id="{60C84F35-0A59-8349-91F6-D5FECFED7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3" name="Rectangle 963">
                <a:extLst>
                  <a:ext uri="{FF2B5EF4-FFF2-40B4-BE49-F238E27FC236}">
                    <a16:creationId xmlns:a16="http://schemas.microsoft.com/office/drawing/2014/main" xmlns="" id="{92014399-9751-FC4F-9035-A395245BC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4" name="Rectangle 964">
                <a:extLst>
                  <a:ext uri="{FF2B5EF4-FFF2-40B4-BE49-F238E27FC236}">
                    <a16:creationId xmlns:a16="http://schemas.microsoft.com/office/drawing/2014/main" xmlns="" id="{9B818A3E-FD1D-F04D-8158-62E78EE4B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5" name="Group 965">
                <a:extLst>
                  <a:ext uri="{FF2B5EF4-FFF2-40B4-BE49-F238E27FC236}">
                    <a16:creationId xmlns:a16="http://schemas.microsoft.com/office/drawing/2014/main" xmlns="" id="{4CE95AA0-C88F-3D48-98E7-F3E038739D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81" name="AutoShape 966">
                  <a:extLst>
                    <a:ext uri="{FF2B5EF4-FFF2-40B4-BE49-F238E27FC236}">
                      <a16:creationId xmlns:a16="http://schemas.microsoft.com/office/drawing/2014/main" xmlns="" id="{5B978760-D630-664D-941B-E0517C2034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2" name="AutoShape 967">
                  <a:extLst>
                    <a:ext uri="{FF2B5EF4-FFF2-40B4-BE49-F238E27FC236}">
                      <a16:creationId xmlns:a16="http://schemas.microsoft.com/office/drawing/2014/main" xmlns="" id="{66581CC6-E163-4349-98BB-7B8F11B58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6" name="Freeform 968">
                <a:extLst>
                  <a:ext uri="{FF2B5EF4-FFF2-40B4-BE49-F238E27FC236}">
                    <a16:creationId xmlns:a16="http://schemas.microsoft.com/office/drawing/2014/main" xmlns="" id="{0C578B43-7341-984A-8E2E-758C1FE62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6 h 226"/>
                  <a:gd name="T4" fmla="*/ 7 w 328"/>
                  <a:gd name="T5" fmla="*/ 10 h 226"/>
                  <a:gd name="T6" fmla="*/ 0 w 328"/>
                  <a:gd name="T7" fmla="*/ 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7" name="Group 969">
                <a:extLst>
                  <a:ext uri="{FF2B5EF4-FFF2-40B4-BE49-F238E27FC236}">
                    <a16:creationId xmlns:a16="http://schemas.microsoft.com/office/drawing/2014/main" xmlns="" id="{00F4A952-5D56-894B-BE04-57FD8D9A8F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79" name="AutoShape 970">
                  <a:extLst>
                    <a:ext uri="{FF2B5EF4-FFF2-40B4-BE49-F238E27FC236}">
                      <a16:creationId xmlns:a16="http://schemas.microsoft.com/office/drawing/2014/main" xmlns="" id="{C6D2E1F8-9BE6-1340-A97F-25C96F4EA3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0" name="AutoShape 971">
                  <a:extLst>
                    <a:ext uri="{FF2B5EF4-FFF2-40B4-BE49-F238E27FC236}">
                      <a16:creationId xmlns:a16="http://schemas.microsoft.com/office/drawing/2014/main" xmlns="" id="{076B7F4B-58FD-394A-A7D1-825421A0DD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8" name="Rectangle 972">
                <a:extLst>
                  <a:ext uri="{FF2B5EF4-FFF2-40B4-BE49-F238E27FC236}">
                    <a16:creationId xmlns:a16="http://schemas.microsoft.com/office/drawing/2014/main" xmlns="" id="{9CF6079F-A485-B34F-BAE1-E461B27BC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9" name="Freeform 973">
                <a:extLst>
                  <a:ext uri="{FF2B5EF4-FFF2-40B4-BE49-F238E27FC236}">
                    <a16:creationId xmlns:a16="http://schemas.microsoft.com/office/drawing/2014/main" xmlns="" id="{4D22F667-50F0-554D-A2A3-06E318F92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 w 296"/>
                  <a:gd name="T3" fmla="*/ 6 h 256"/>
                  <a:gd name="T4" fmla="*/ 7 w 296"/>
                  <a:gd name="T5" fmla="*/ 11 h 256"/>
                  <a:gd name="T6" fmla="*/ 0 w 296"/>
                  <a:gd name="T7" fmla="*/ 4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0" name="Freeform 974">
                <a:extLst>
                  <a:ext uri="{FF2B5EF4-FFF2-40B4-BE49-F238E27FC236}">
                    <a16:creationId xmlns:a16="http://schemas.microsoft.com/office/drawing/2014/main" xmlns="" id="{FEA6AA77-7341-EC44-9A1C-8FF6D3429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7 w 304"/>
                  <a:gd name="T3" fmla="*/ 8 h 288"/>
                  <a:gd name="T4" fmla="*/ 6 w 304"/>
                  <a:gd name="T5" fmla="*/ 13 h 288"/>
                  <a:gd name="T6" fmla="*/ 2 w 304"/>
                  <a:gd name="T7" fmla="*/ 6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1" name="Oval 975">
                <a:extLst>
                  <a:ext uri="{FF2B5EF4-FFF2-40B4-BE49-F238E27FC236}">
                    <a16:creationId xmlns:a16="http://schemas.microsoft.com/office/drawing/2014/main" xmlns="" id="{A02843C6-28FA-9945-9CEB-7717E68BC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2" name="Freeform 976">
                <a:extLst>
                  <a:ext uri="{FF2B5EF4-FFF2-40B4-BE49-F238E27FC236}">
                    <a16:creationId xmlns:a16="http://schemas.microsoft.com/office/drawing/2014/main" xmlns="" id="{B41467ED-71ED-774D-B5B1-0E498264B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6 h 240"/>
                  <a:gd name="T2" fmla="*/ 2 w 306"/>
                  <a:gd name="T3" fmla="*/ 11 h 240"/>
                  <a:gd name="T4" fmla="*/ 7 w 306"/>
                  <a:gd name="T5" fmla="*/ 6 h 240"/>
                  <a:gd name="T6" fmla="*/ 7 w 306"/>
                  <a:gd name="T7" fmla="*/ 0 h 240"/>
                  <a:gd name="T8" fmla="*/ 0 w 306"/>
                  <a:gd name="T9" fmla="*/ 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3" name="AutoShape 977">
                <a:extLst>
                  <a:ext uri="{FF2B5EF4-FFF2-40B4-BE49-F238E27FC236}">
                    <a16:creationId xmlns:a16="http://schemas.microsoft.com/office/drawing/2014/main" xmlns="" id="{9B5749F0-C743-D247-9288-DD5C4B670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4" name="AutoShape 978">
                <a:extLst>
                  <a:ext uri="{FF2B5EF4-FFF2-40B4-BE49-F238E27FC236}">
                    <a16:creationId xmlns:a16="http://schemas.microsoft.com/office/drawing/2014/main" xmlns="" id="{990B835A-E601-8B4A-913C-86C2C6F75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5" name="Oval 979">
                <a:extLst>
                  <a:ext uri="{FF2B5EF4-FFF2-40B4-BE49-F238E27FC236}">
                    <a16:creationId xmlns:a16="http://schemas.microsoft.com/office/drawing/2014/main" xmlns="" id="{54D6634C-D1A9-6142-9854-19C444BA4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6" name="Oval 980">
                <a:extLst>
                  <a:ext uri="{FF2B5EF4-FFF2-40B4-BE49-F238E27FC236}">
                    <a16:creationId xmlns:a16="http://schemas.microsoft.com/office/drawing/2014/main" xmlns="" id="{4B663C71-DBAC-684F-AC10-C3062136D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7" name="Oval 981">
                <a:extLst>
                  <a:ext uri="{FF2B5EF4-FFF2-40B4-BE49-F238E27FC236}">
                    <a16:creationId xmlns:a16="http://schemas.microsoft.com/office/drawing/2014/main" xmlns="" id="{89DA651A-7990-3046-B6A9-BDF3A76B1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8" name="Rectangle 982">
                <a:extLst>
                  <a:ext uri="{FF2B5EF4-FFF2-40B4-BE49-F238E27FC236}">
                    <a16:creationId xmlns:a16="http://schemas.microsoft.com/office/drawing/2014/main" xmlns="" id="{97BCC976-FD19-5C44-A0F3-970A14677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822" name="Group 950">
              <a:extLst>
                <a:ext uri="{FF2B5EF4-FFF2-40B4-BE49-F238E27FC236}">
                  <a16:creationId xmlns:a16="http://schemas.microsoft.com/office/drawing/2014/main" xmlns="" id="{408FB985-1A5F-F147-891F-C6EE203F17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823" name="Freeform 951">
                <a:extLst>
                  <a:ext uri="{FF2B5EF4-FFF2-40B4-BE49-F238E27FC236}">
                    <a16:creationId xmlns:a16="http://schemas.microsoft.com/office/drawing/2014/main" xmlns="" id="{E5433180-28F2-BE4A-AA7C-A7B21A632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8 w 354"/>
                  <a:gd name="T3" fmla="*/ 16 h 2742"/>
                  <a:gd name="T4" fmla="*/ 8 w 354"/>
                  <a:gd name="T5" fmla="*/ 119 h 2742"/>
                  <a:gd name="T6" fmla="*/ 0 w 354"/>
                  <a:gd name="T7" fmla="*/ 124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4" name="Rectangle 952">
                <a:extLst>
                  <a:ext uri="{FF2B5EF4-FFF2-40B4-BE49-F238E27FC236}">
                    <a16:creationId xmlns:a16="http://schemas.microsoft.com/office/drawing/2014/main" xmlns="" id="{8C5BD778-66FD-3945-B836-91E6ED4A0B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5" name="Freeform 953">
                <a:extLst>
                  <a:ext uri="{FF2B5EF4-FFF2-40B4-BE49-F238E27FC236}">
                    <a16:creationId xmlns:a16="http://schemas.microsoft.com/office/drawing/2014/main" xmlns="" id="{2A91ACBD-8D41-DD4C-A2B1-048B348B9E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 w 211"/>
                  <a:gd name="T3" fmla="*/ 11 h 2537"/>
                  <a:gd name="T4" fmla="*/ 2 w 211"/>
                  <a:gd name="T5" fmla="*/ 11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6" name="Freeform 954">
                <a:extLst>
                  <a:ext uri="{FF2B5EF4-FFF2-40B4-BE49-F238E27FC236}">
                    <a16:creationId xmlns:a16="http://schemas.microsoft.com/office/drawing/2014/main" xmlns="" id="{FD9AFB84-DB6D-6046-8467-AD372F413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7 h 226"/>
                  <a:gd name="T4" fmla="*/ 7 w 328"/>
                  <a:gd name="T5" fmla="*/ 11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7" name="Rectangle 955">
                <a:extLst>
                  <a:ext uri="{FF2B5EF4-FFF2-40B4-BE49-F238E27FC236}">
                    <a16:creationId xmlns:a16="http://schemas.microsoft.com/office/drawing/2014/main" xmlns="" id="{77DBE4BA-8D67-5B43-8297-B9D264FE9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28" name="Group 956">
                <a:extLst>
                  <a:ext uri="{FF2B5EF4-FFF2-40B4-BE49-F238E27FC236}">
                    <a16:creationId xmlns:a16="http://schemas.microsoft.com/office/drawing/2014/main" xmlns="" id="{F3DA3736-9C54-FD40-9182-376547A2AE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53" name="AutoShape 957">
                  <a:extLst>
                    <a:ext uri="{FF2B5EF4-FFF2-40B4-BE49-F238E27FC236}">
                      <a16:creationId xmlns:a16="http://schemas.microsoft.com/office/drawing/2014/main" xmlns="" id="{AF6DA2C1-3BA8-9F42-8082-1828FAC4ED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4" name="AutoShape 958">
                  <a:extLst>
                    <a:ext uri="{FF2B5EF4-FFF2-40B4-BE49-F238E27FC236}">
                      <a16:creationId xmlns:a16="http://schemas.microsoft.com/office/drawing/2014/main" xmlns="" id="{7E65A1C9-4BD5-C648-BDA4-FE7A4B1268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29" name="Rectangle 959">
                <a:extLst>
                  <a:ext uri="{FF2B5EF4-FFF2-40B4-BE49-F238E27FC236}">
                    <a16:creationId xmlns:a16="http://schemas.microsoft.com/office/drawing/2014/main" xmlns="" id="{EC0E4CD1-FF46-4441-8D14-832711884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0" name="Group 960">
                <a:extLst>
                  <a:ext uri="{FF2B5EF4-FFF2-40B4-BE49-F238E27FC236}">
                    <a16:creationId xmlns:a16="http://schemas.microsoft.com/office/drawing/2014/main" xmlns="" id="{E64F3582-6063-6041-8631-63DD7426A4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51" name="AutoShape 961">
                  <a:extLst>
                    <a:ext uri="{FF2B5EF4-FFF2-40B4-BE49-F238E27FC236}">
                      <a16:creationId xmlns:a16="http://schemas.microsoft.com/office/drawing/2014/main" xmlns="" id="{C34EAECD-E1EF-8646-9F61-922B7F0EA0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2" name="AutoShape 962">
                  <a:extLst>
                    <a:ext uri="{FF2B5EF4-FFF2-40B4-BE49-F238E27FC236}">
                      <a16:creationId xmlns:a16="http://schemas.microsoft.com/office/drawing/2014/main" xmlns="" id="{9D855FB6-3F8B-4F48-BB63-40E93ACB20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1" name="Rectangle 963">
                <a:extLst>
                  <a:ext uri="{FF2B5EF4-FFF2-40B4-BE49-F238E27FC236}">
                    <a16:creationId xmlns:a16="http://schemas.microsoft.com/office/drawing/2014/main" xmlns="" id="{F062D5F9-755C-724B-955A-7A2BDC06D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2" name="Rectangle 964">
                <a:extLst>
                  <a:ext uri="{FF2B5EF4-FFF2-40B4-BE49-F238E27FC236}">
                    <a16:creationId xmlns:a16="http://schemas.microsoft.com/office/drawing/2014/main" xmlns="" id="{177A8ED0-5EFF-1249-9487-CD3CEB431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3" name="Group 965">
                <a:extLst>
                  <a:ext uri="{FF2B5EF4-FFF2-40B4-BE49-F238E27FC236}">
                    <a16:creationId xmlns:a16="http://schemas.microsoft.com/office/drawing/2014/main" xmlns="" id="{A1DF88D1-CA38-D94A-B614-BF080EB389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49" name="AutoShape 966">
                  <a:extLst>
                    <a:ext uri="{FF2B5EF4-FFF2-40B4-BE49-F238E27FC236}">
                      <a16:creationId xmlns:a16="http://schemas.microsoft.com/office/drawing/2014/main" xmlns="" id="{F38F11ED-A8CE-5249-99B7-BC200E46C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0" name="AutoShape 967">
                  <a:extLst>
                    <a:ext uri="{FF2B5EF4-FFF2-40B4-BE49-F238E27FC236}">
                      <a16:creationId xmlns:a16="http://schemas.microsoft.com/office/drawing/2014/main" xmlns="" id="{BE8854EE-7F90-844A-B45E-E7DD53A00D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4" name="Freeform 968">
                <a:extLst>
                  <a:ext uri="{FF2B5EF4-FFF2-40B4-BE49-F238E27FC236}">
                    <a16:creationId xmlns:a16="http://schemas.microsoft.com/office/drawing/2014/main" xmlns="" id="{C685DB2D-2CAC-9042-82A0-DF8A8A5C7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6 h 226"/>
                  <a:gd name="T4" fmla="*/ 7 w 328"/>
                  <a:gd name="T5" fmla="*/ 10 h 226"/>
                  <a:gd name="T6" fmla="*/ 0 w 328"/>
                  <a:gd name="T7" fmla="*/ 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5" name="Group 969">
                <a:extLst>
                  <a:ext uri="{FF2B5EF4-FFF2-40B4-BE49-F238E27FC236}">
                    <a16:creationId xmlns:a16="http://schemas.microsoft.com/office/drawing/2014/main" xmlns="" id="{17E8E7C0-53DA-9845-A7EC-5C2E647C98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47" name="AutoShape 970">
                  <a:extLst>
                    <a:ext uri="{FF2B5EF4-FFF2-40B4-BE49-F238E27FC236}">
                      <a16:creationId xmlns:a16="http://schemas.microsoft.com/office/drawing/2014/main" xmlns="" id="{B5CA9A5E-F11C-004B-9937-AD191292AE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8" name="AutoShape 971">
                  <a:extLst>
                    <a:ext uri="{FF2B5EF4-FFF2-40B4-BE49-F238E27FC236}">
                      <a16:creationId xmlns:a16="http://schemas.microsoft.com/office/drawing/2014/main" xmlns="" id="{96386543-71E7-1D42-9624-7949180883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6" name="Rectangle 972">
                <a:extLst>
                  <a:ext uri="{FF2B5EF4-FFF2-40B4-BE49-F238E27FC236}">
                    <a16:creationId xmlns:a16="http://schemas.microsoft.com/office/drawing/2014/main" xmlns="" id="{C1AF9949-5911-9240-A6AD-91975A73F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7" name="Freeform 973">
                <a:extLst>
                  <a:ext uri="{FF2B5EF4-FFF2-40B4-BE49-F238E27FC236}">
                    <a16:creationId xmlns:a16="http://schemas.microsoft.com/office/drawing/2014/main" xmlns="" id="{27BBB8ED-9D76-4E4F-BF4D-5A7FF5643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 w 296"/>
                  <a:gd name="T3" fmla="*/ 6 h 256"/>
                  <a:gd name="T4" fmla="*/ 7 w 296"/>
                  <a:gd name="T5" fmla="*/ 11 h 256"/>
                  <a:gd name="T6" fmla="*/ 0 w 296"/>
                  <a:gd name="T7" fmla="*/ 4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8" name="Freeform 974">
                <a:extLst>
                  <a:ext uri="{FF2B5EF4-FFF2-40B4-BE49-F238E27FC236}">
                    <a16:creationId xmlns:a16="http://schemas.microsoft.com/office/drawing/2014/main" xmlns="" id="{02E9A54F-05AA-404E-91E8-11085F7EBD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7 w 304"/>
                  <a:gd name="T3" fmla="*/ 8 h 288"/>
                  <a:gd name="T4" fmla="*/ 6 w 304"/>
                  <a:gd name="T5" fmla="*/ 13 h 288"/>
                  <a:gd name="T6" fmla="*/ 2 w 304"/>
                  <a:gd name="T7" fmla="*/ 6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9" name="Oval 975">
                <a:extLst>
                  <a:ext uri="{FF2B5EF4-FFF2-40B4-BE49-F238E27FC236}">
                    <a16:creationId xmlns:a16="http://schemas.microsoft.com/office/drawing/2014/main" xmlns="" id="{9AC3BA29-CFE0-7A41-866E-F884B95B8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0" name="Freeform 976">
                <a:extLst>
                  <a:ext uri="{FF2B5EF4-FFF2-40B4-BE49-F238E27FC236}">
                    <a16:creationId xmlns:a16="http://schemas.microsoft.com/office/drawing/2014/main" xmlns="" id="{E7FFF245-8A0A-2749-A793-25B6F30E9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6 h 240"/>
                  <a:gd name="T2" fmla="*/ 2 w 306"/>
                  <a:gd name="T3" fmla="*/ 11 h 240"/>
                  <a:gd name="T4" fmla="*/ 7 w 306"/>
                  <a:gd name="T5" fmla="*/ 6 h 240"/>
                  <a:gd name="T6" fmla="*/ 7 w 306"/>
                  <a:gd name="T7" fmla="*/ 0 h 240"/>
                  <a:gd name="T8" fmla="*/ 0 w 306"/>
                  <a:gd name="T9" fmla="*/ 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1" name="AutoShape 977">
                <a:extLst>
                  <a:ext uri="{FF2B5EF4-FFF2-40B4-BE49-F238E27FC236}">
                    <a16:creationId xmlns:a16="http://schemas.microsoft.com/office/drawing/2014/main" xmlns="" id="{774C1F7E-EF61-9041-A67B-B2D38BDB1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2" name="AutoShape 978">
                <a:extLst>
                  <a:ext uri="{FF2B5EF4-FFF2-40B4-BE49-F238E27FC236}">
                    <a16:creationId xmlns:a16="http://schemas.microsoft.com/office/drawing/2014/main" xmlns="" id="{8321AD11-FD38-2140-803F-0861F460D9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3" name="Oval 979">
                <a:extLst>
                  <a:ext uri="{FF2B5EF4-FFF2-40B4-BE49-F238E27FC236}">
                    <a16:creationId xmlns:a16="http://schemas.microsoft.com/office/drawing/2014/main" xmlns="" id="{3B03DD16-3989-194B-BD6E-9FAE3F6CDA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4" name="Oval 980">
                <a:extLst>
                  <a:ext uri="{FF2B5EF4-FFF2-40B4-BE49-F238E27FC236}">
                    <a16:creationId xmlns:a16="http://schemas.microsoft.com/office/drawing/2014/main" xmlns="" id="{FB43C4D6-3355-2049-A335-F477077CE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5" name="Oval 981">
                <a:extLst>
                  <a:ext uri="{FF2B5EF4-FFF2-40B4-BE49-F238E27FC236}">
                    <a16:creationId xmlns:a16="http://schemas.microsoft.com/office/drawing/2014/main" xmlns="" id="{8045FE53-47F3-754E-922B-AF14C0360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6" name="Rectangle 982">
                <a:extLst>
                  <a:ext uri="{FF2B5EF4-FFF2-40B4-BE49-F238E27FC236}">
                    <a16:creationId xmlns:a16="http://schemas.microsoft.com/office/drawing/2014/main" xmlns="" id="{970F4A74-CE34-AE4C-A565-ABAC41470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887" name="Freeform 2">
            <a:extLst>
              <a:ext uri="{FF2B5EF4-FFF2-40B4-BE49-F238E27FC236}">
                <a16:creationId xmlns:a16="http://schemas.microsoft.com/office/drawing/2014/main" xmlns="" id="{73B896A4-C009-EC47-9EB3-507C0C7CCB88}"/>
              </a:ext>
            </a:extLst>
          </p:cNvPr>
          <p:cNvSpPr>
            <a:spLocks/>
          </p:cNvSpPr>
          <p:nvPr/>
        </p:nvSpPr>
        <p:spPr bwMode="auto">
          <a:xfrm>
            <a:off x="4341668" y="5696917"/>
            <a:ext cx="4027487" cy="939800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888" name="Straight Connector 887">
            <a:extLst>
              <a:ext uri="{FF2B5EF4-FFF2-40B4-BE49-F238E27FC236}">
                <a16:creationId xmlns:a16="http://schemas.microsoft.com/office/drawing/2014/main" xmlns="" id="{BFDE916B-AF97-DB4F-88E3-3211F74E07F5}"/>
              </a:ext>
            </a:extLst>
          </p:cNvPr>
          <p:cNvCxnSpPr/>
          <p:nvPr/>
        </p:nvCxnSpPr>
        <p:spPr>
          <a:xfrm flipV="1">
            <a:off x="5011593" y="5847730"/>
            <a:ext cx="1316037" cy="13176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xmlns="" id="{11A6A20F-5B1F-E34C-A889-7D7216BC52A6}"/>
              </a:ext>
            </a:extLst>
          </p:cNvPr>
          <p:cNvCxnSpPr/>
          <p:nvPr/>
        </p:nvCxnSpPr>
        <p:spPr>
          <a:xfrm>
            <a:off x="4900468" y="6035055"/>
            <a:ext cx="2259012" cy="2984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0" name="Straight Connector 889">
            <a:extLst>
              <a:ext uri="{FF2B5EF4-FFF2-40B4-BE49-F238E27FC236}">
                <a16:creationId xmlns:a16="http://schemas.microsoft.com/office/drawing/2014/main" xmlns="" id="{EC3A188E-9403-584D-9DE4-BD063B6A9984}"/>
              </a:ext>
            </a:extLst>
          </p:cNvPr>
          <p:cNvCxnSpPr/>
          <p:nvPr/>
        </p:nvCxnSpPr>
        <p:spPr>
          <a:xfrm>
            <a:off x="4913168" y="6139830"/>
            <a:ext cx="714375" cy="27622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1" name="Straight Connector 890">
            <a:extLst>
              <a:ext uri="{FF2B5EF4-FFF2-40B4-BE49-F238E27FC236}">
                <a16:creationId xmlns:a16="http://schemas.microsoft.com/office/drawing/2014/main" xmlns="" id="{CA8EFEA7-A8AA-F945-BA1D-4ACB721622E5}"/>
              </a:ext>
            </a:extLst>
          </p:cNvPr>
          <p:cNvCxnSpPr/>
          <p:nvPr/>
        </p:nvCxnSpPr>
        <p:spPr>
          <a:xfrm flipV="1">
            <a:off x="5930755" y="6333505"/>
            <a:ext cx="1247775" cy="825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2" name="Straight Connector 891">
            <a:extLst>
              <a:ext uri="{FF2B5EF4-FFF2-40B4-BE49-F238E27FC236}">
                <a16:creationId xmlns:a16="http://schemas.microsoft.com/office/drawing/2014/main" xmlns="" id="{B2D0340F-062D-4B43-ADB5-74954D542D1B}"/>
              </a:ext>
            </a:extLst>
          </p:cNvPr>
          <p:cNvCxnSpPr/>
          <p:nvPr/>
        </p:nvCxnSpPr>
        <p:spPr>
          <a:xfrm>
            <a:off x="6591155" y="5881067"/>
            <a:ext cx="1057275" cy="12382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3" name="Straight Connector 892">
            <a:extLst>
              <a:ext uri="{FF2B5EF4-FFF2-40B4-BE49-F238E27FC236}">
                <a16:creationId xmlns:a16="http://schemas.microsoft.com/office/drawing/2014/main" xmlns="" id="{694966F7-E79E-AC42-A981-710223649ACC}"/>
              </a:ext>
            </a:extLst>
          </p:cNvPr>
          <p:cNvCxnSpPr/>
          <p:nvPr/>
        </p:nvCxnSpPr>
        <p:spPr>
          <a:xfrm flipV="1">
            <a:off x="5875193" y="6035055"/>
            <a:ext cx="1790700" cy="2984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xmlns="" id="{E084439A-562F-9047-916D-8BFA8D983C78}"/>
              </a:ext>
            </a:extLst>
          </p:cNvPr>
          <p:cNvCxnSpPr/>
          <p:nvPr/>
        </p:nvCxnSpPr>
        <p:spPr>
          <a:xfrm flipV="1">
            <a:off x="7202343" y="6063630"/>
            <a:ext cx="588962" cy="26987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5" name="Straight Connector 894">
            <a:extLst>
              <a:ext uri="{FF2B5EF4-FFF2-40B4-BE49-F238E27FC236}">
                <a16:creationId xmlns:a16="http://schemas.microsoft.com/office/drawing/2014/main" xmlns="" id="{B834EF84-01CE-DB43-AA3A-31C4F6601F10}"/>
              </a:ext>
            </a:extLst>
          </p:cNvPr>
          <p:cNvCxnSpPr/>
          <p:nvPr/>
        </p:nvCxnSpPr>
        <p:spPr>
          <a:xfrm>
            <a:off x="6345093" y="5847730"/>
            <a:ext cx="814387" cy="401637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896" name="Group 895">
            <a:extLst>
              <a:ext uri="{FF2B5EF4-FFF2-40B4-BE49-F238E27FC236}">
                <a16:creationId xmlns:a16="http://schemas.microsoft.com/office/drawing/2014/main" xmlns="" id="{711F93EB-336F-294F-9B30-EC65C9DC0F9C}"/>
              </a:ext>
            </a:extLst>
          </p:cNvPr>
          <p:cNvGrpSpPr>
            <a:grpSpLocks/>
          </p:cNvGrpSpPr>
          <p:nvPr/>
        </p:nvGrpSpPr>
        <p:grpSpPr bwMode="auto"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897" name="TextBox 399">
              <a:extLst>
                <a:ext uri="{FF2B5EF4-FFF2-40B4-BE49-F238E27FC236}">
                  <a16:creationId xmlns:a16="http://schemas.microsoft.com/office/drawing/2014/main" xmlns="" id="{02C371D3-2C1E-5244-9747-22984982B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sp>
          <p:nvSpPr>
            <p:cNvPr id="898" name="TextBox 400">
              <a:extLst>
                <a:ext uri="{FF2B5EF4-FFF2-40B4-BE49-F238E27FC236}">
                  <a16:creationId xmlns:a16="http://schemas.microsoft.com/office/drawing/2014/main" xmlns="" id="{E9FCEA42-739D-C647-B0B2-29DF67991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control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cxnSp>
          <p:nvCxnSpPr>
            <p:cNvPr id="899" name="Straight Connector 898">
              <a:extLst>
                <a:ext uri="{FF2B5EF4-FFF2-40B4-BE49-F238E27FC236}">
                  <a16:creationId xmlns:a16="http://schemas.microsoft.com/office/drawing/2014/main" xmlns="" id="{B4D02647-EB69-3549-8B8C-C214B4362D0C}"/>
                </a:ext>
              </a:extLst>
            </p:cNvPr>
            <p:cNvCxnSpPr/>
            <p:nvPr/>
          </p:nvCxnSpPr>
          <p:spPr bwMode="auto">
            <a:xfrm flipV="1">
              <a:off x="1526216" y="3579760"/>
              <a:ext cx="6978041" cy="11112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</p:grpSp>
      <p:grpSp>
        <p:nvGrpSpPr>
          <p:cNvPr id="900" name="Group 899">
            <a:extLst>
              <a:ext uri="{FF2B5EF4-FFF2-40B4-BE49-F238E27FC236}">
                <a16:creationId xmlns:a16="http://schemas.microsoft.com/office/drawing/2014/main" xmlns="" id="{D1C980A1-7A81-E64E-86E7-AE4ADB468ED3}"/>
              </a:ext>
            </a:extLst>
          </p:cNvPr>
          <p:cNvGrpSpPr>
            <a:grpSpLocks/>
          </p:cNvGrpSpPr>
          <p:nvPr/>
        </p:nvGrpSpPr>
        <p:grpSpPr bwMode="auto"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901" name="Group 401">
              <a:extLst>
                <a:ext uri="{FF2B5EF4-FFF2-40B4-BE49-F238E27FC236}">
                  <a16:creationId xmlns:a16="http://schemas.microsoft.com/office/drawing/2014/main" xmlns="" id="{0C7ACA51-7903-9B4D-A9BA-79FE11C0D1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3511" y="2794083"/>
              <a:ext cx="349250" cy="317387"/>
              <a:chOff x="2931664" y="3912603"/>
              <a:chExt cx="430450" cy="329314"/>
            </a:xfrm>
          </p:grpSpPr>
          <p:sp>
            <p:nvSpPr>
              <p:cNvPr id="922" name="Rectangle 921">
                <a:extLst>
                  <a:ext uri="{FF2B5EF4-FFF2-40B4-BE49-F238E27FC236}">
                    <a16:creationId xmlns:a16="http://schemas.microsoft.com/office/drawing/2014/main" xmlns="" id="{4D33FA09-AAF7-044A-A5A8-F3F23C68AF3C}"/>
                  </a:ext>
                </a:extLst>
              </p:cNvPr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23" name="Straight Connector 922">
                <a:extLst>
                  <a:ext uri="{FF2B5EF4-FFF2-40B4-BE49-F238E27FC236}">
                    <a16:creationId xmlns:a16="http://schemas.microsoft.com/office/drawing/2014/main" xmlns="" id="{C201AD05-8A56-4949-B304-A2A9AB5DD587}"/>
                  </a:ext>
                </a:extLst>
              </p:cNvPr>
              <p:cNvCxnSpPr/>
              <p:nvPr/>
            </p:nvCxnSpPr>
            <p:spPr>
              <a:xfrm>
                <a:off x="2931664" y="400441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924" name="Straight Connector 923">
                <a:extLst>
                  <a:ext uri="{FF2B5EF4-FFF2-40B4-BE49-F238E27FC236}">
                    <a16:creationId xmlns:a16="http://schemas.microsoft.com/office/drawing/2014/main" xmlns="" id="{ED7C9AD7-08A8-D942-BF3A-F53E94AF4B95}"/>
                  </a:ext>
                </a:extLst>
              </p:cNvPr>
              <p:cNvCxnSpPr/>
              <p:nvPr/>
            </p:nvCxnSpPr>
            <p:spPr>
              <a:xfrm>
                <a:off x="2931664" y="4066980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925" name="Straight Connector 924">
                <a:extLst>
                  <a:ext uri="{FF2B5EF4-FFF2-40B4-BE49-F238E27FC236}">
                    <a16:creationId xmlns:a16="http://schemas.microsoft.com/office/drawing/2014/main" xmlns="" id="{143A10B8-06CC-D647-AEF7-2670CD772003}"/>
                  </a:ext>
                </a:extLst>
              </p:cNvPr>
              <p:cNvCxnSpPr>
                <a:stCxn id="922" idx="2"/>
              </p:cNvCxnSpPr>
              <p:nvPr/>
            </p:nvCxnSpPr>
            <p:spPr>
              <a:xfrm flipH="1" flipV="1">
                <a:off x="3148883" y="4004411"/>
                <a:ext cx="0" cy="23710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grpSp>
          <p:nvGrpSpPr>
            <p:cNvPr id="902" name="Group 406">
              <a:extLst>
                <a:ext uri="{FF2B5EF4-FFF2-40B4-BE49-F238E27FC236}">
                  <a16:creationId xmlns:a16="http://schemas.microsoft.com/office/drawing/2014/main" xmlns="" id="{508A07A5-EEA9-904C-A972-4C4DADB52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8666" y="2792111"/>
              <a:ext cx="350838" cy="317387"/>
              <a:chOff x="2931664" y="3912603"/>
              <a:chExt cx="430450" cy="329314"/>
            </a:xfrm>
          </p:grpSpPr>
          <p:sp>
            <p:nvSpPr>
              <p:cNvPr id="918" name="Rectangle 917">
                <a:extLst>
                  <a:ext uri="{FF2B5EF4-FFF2-40B4-BE49-F238E27FC236}">
                    <a16:creationId xmlns:a16="http://schemas.microsoft.com/office/drawing/2014/main" xmlns="" id="{3F286581-2453-1F47-8CC7-5657614015DB}"/>
                  </a:ext>
                </a:extLst>
              </p:cNvPr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9" name="Straight Connector 918">
                <a:extLst>
                  <a:ext uri="{FF2B5EF4-FFF2-40B4-BE49-F238E27FC236}">
                    <a16:creationId xmlns:a16="http://schemas.microsoft.com/office/drawing/2014/main" xmlns="" id="{30F55D65-689B-184E-A7EE-17D45743B000}"/>
                  </a:ext>
                </a:extLst>
              </p:cNvPr>
              <p:cNvCxnSpPr/>
              <p:nvPr/>
            </p:nvCxnSpPr>
            <p:spPr>
              <a:xfrm>
                <a:off x="2930935" y="4004811"/>
                <a:ext cx="424681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920" name="Straight Connector 919">
                <a:extLst>
                  <a:ext uri="{FF2B5EF4-FFF2-40B4-BE49-F238E27FC236}">
                    <a16:creationId xmlns:a16="http://schemas.microsoft.com/office/drawing/2014/main" xmlns="" id="{076ADE22-2AEF-5040-9FA3-121B2C370E3A}"/>
                  </a:ext>
                </a:extLst>
              </p:cNvPr>
              <p:cNvCxnSpPr/>
              <p:nvPr/>
            </p:nvCxnSpPr>
            <p:spPr>
              <a:xfrm>
                <a:off x="2930935" y="4067381"/>
                <a:ext cx="424681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921" name="Straight Connector 920">
                <a:extLst>
                  <a:ext uri="{FF2B5EF4-FFF2-40B4-BE49-F238E27FC236}">
                    <a16:creationId xmlns:a16="http://schemas.microsoft.com/office/drawing/2014/main" xmlns="" id="{F2B6C973-6DE4-2349-9A6A-64B1F7541845}"/>
                  </a:ext>
                </a:extLst>
              </p:cNvPr>
              <p:cNvCxnSpPr>
                <a:stCxn id="918" idx="2"/>
              </p:cNvCxnSpPr>
              <p:nvPr/>
            </p:nvCxnSpPr>
            <p:spPr>
              <a:xfrm flipH="1" flipV="1">
                <a:off x="3147171" y="4004811"/>
                <a:ext cx="1949" cy="23710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grpSp>
          <p:nvGrpSpPr>
            <p:cNvPr id="903" name="Group 411">
              <a:extLst>
                <a:ext uri="{FF2B5EF4-FFF2-40B4-BE49-F238E27FC236}">
                  <a16:creationId xmlns:a16="http://schemas.microsoft.com/office/drawing/2014/main" xmlns="" id="{AB449866-D0BC-6B4F-801B-0FA210DD83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2104" y="2792111"/>
              <a:ext cx="350837" cy="317387"/>
              <a:chOff x="2931664" y="3912603"/>
              <a:chExt cx="430450" cy="329314"/>
            </a:xfrm>
          </p:grpSpPr>
          <p:sp>
            <p:nvSpPr>
              <p:cNvPr id="914" name="Rectangle 913">
                <a:extLst>
                  <a:ext uri="{FF2B5EF4-FFF2-40B4-BE49-F238E27FC236}">
                    <a16:creationId xmlns:a16="http://schemas.microsoft.com/office/drawing/2014/main" xmlns="" id="{4E4F9BC1-F5BE-B344-A249-E838C680C739}"/>
                  </a:ext>
                </a:extLst>
              </p:cNvPr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5" name="Straight Connector 914">
                <a:extLst>
                  <a:ext uri="{FF2B5EF4-FFF2-40B4-BE49-F238E27FC236}">
                    <a16:creationId xmlns:a16="http://schemas.microsoft.com/office/drawing/2014/main" xmlns="" id="{DB20F410-274B-C043-A0B4-75FDB2F514FF}"/>
                  </a:ext>
                </a:extLst>
              </p:cNvPr>
              <p:cNvCxnSpPr/>
              <p:nvPr/>
            </p:nvCxnSpPr>
            <p:spPr>
              <a:xfrm>
                <a:off x="2931113" y="400481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916" name="Straight Connector 915">
                <a:extLst>
                  <a:ext uri="{FF2B5EF4-FFF2-40B4-BE49-F238E27FC236}">
                    <a16:creationId xmlns:a16="http://schemas.microsoft.com/office/drawing/2014/main" xmlns="" id="{7E028785-0101-4B45-BBD3-8308680B4792}"/>
                  </a:ext>
                </a:extLst>
              </p:cNvPr>
              <p:cNvCxnSpPr/>
              <p:nvPr/>
            </p:nvCxnSpPr>
            <p:spPr>
              <a:xfrm>
                <a:off x="2931113" y="406738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917" name="Straight Connector 916">
                <a:extLst>
                  <a:ext uri="{FF2B5EF4-FFF2-40B4-BE49-F238E27FC236}">
                    <a16:creationId xmlns:a16="http://schemas.microsoft.com/office/drawing/2014/main" xmlns="" id="{A47B9AA0-7155-B643-A937-D99E939A959D}"/>
                  </a:ext>
                </a:extLst>
              </p:cNvPr>
              <p:cNvCxnSpPr>
                <a:stCxn id="914" idx="2"/>
              </p:cNvCxnSpPr>
              <p:nvPr/>
            </p:nvCxnSpPr>
            <p:spPr>
              <a:xfrm flipH="1" flipV="1">
                <a:off x="3147351" y="4004811"/>
                <a:ext cx="1947" cy="23710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grpSp>
          <p:nvGrpSpPr>
            <p:cNvPr id="904" name="Group 416">
              <a:extLst>
                <a:ext uri="{FF2B5EF4-FFF2-40B4-BE49-F238E27FC236}">
                  <a16:creationId xmlns:a16="http://schemas.microsoft.com/office/drawing/2014/main" xmlns="" id="{6CFC219B-7363-534F-BBB9-2940C18F6D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4316" y="2795285"/>
              <a:ext cx="349250" cy="317387"/>
              <a:chOff x="2931664" y="3912603"/>
              <a:chExt cx="430450" cy="329314"/>
            </a:xfrm>
          </p:grpSpPr>
          <p:sp>
            <p:nvSpPr>
              <p:cNvPr id="910" name="Rectangle 909">
                <a:extLst>
                  <a:ext uri="{FF2B5EF4-FFF2-40B4-BE49-F238E27FC236}">
                    <a16:creationId xmlns:a16="http://schemas.microsoft.com/office/drawing/2014/main" xmlns="" id="{A90F17FE-7DC7-C744-AC85-74012E165AB3}"/>
                  </a:ext>
                </a:extLst>
              </p:cNvPr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1" name="Straight Connector 910">
                <a:extLst>
                  <a:ext uri="{FF2B5EF4-FFF2-40B4-BE49-F238E27FC236}">
                    <a16:creationId xmlns:a16="http://schemas.microsoft.com/office/drawing/2014/main" xmlns="" id="{493DE14E-A2F1-A249-AD60-B96754D395E1}"/>
                  </a:ext>
                </a:extLst>
              </p:cNvPr>
              <p:cNvCxnSpPr/>
              <p:nvPr/>
            </p:nvCxnSpPr>
            <p:spPr>
              <a:xfrm>
                <a:off x="2931371" y="400481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912" name="Straight Connector 911">
                <a:extLst>
                  <a:ext uri="{FF2B5EF4-FFF2-40B4-BE49-F238E27FC236}">
                    <a16:creationId xmlns:a16="http://schemas.microsoft.com/office/drawing/2014/main" xmlns="" id="{8DFE02DA-2A86-4844-B164-F4DC02A4123A}"/>
                  </a:ext>
                </a:extLst>
              </p:cNvPr>
              <p:cNvCxnSpPr/>
              <p:nvPr/>
            </p:nvCxnSpPr>
            <p:spPr>
              <a:xfrm>
                <a:off x="2931371" y="406738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913" name="Straight Connector 912">
                <a:extLst>
                  <a:ext uri="{FF2B5EF4-FFF2-40B4-BE49-F238E27FC236}">
                    <a16:creationId xmlns:a16="http://schemas.microsoft.com/office/drawing/2014/main" xmlns="" id="{C4AA7EE7-5C2E-8D48-989F-F7194666A353}"/>
                  </a:ext>
                </a:extLst>
              </p:cNvPr>
              <p:cNvCxnSpPr>
                <a:stCxn id="910" idx="2"/>
              </p:cNvCxnSpPr>
              <p:nvPr/>
            </p:nvCxnSpPr>
            <p:spPr>
              <a:xfrm flipH="1" flipV="1">
                <a:off x="3148590" y="4004811"/>
                <a:ext cx="0" cy="23710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grpSp>
          <p:nvGrpSpPr>
            <p:cNvPr id="905" name="Group 421">
              <a:extLst>
                <a:ext uri="{FF2B5EF4-FFF2-40B4-BE49-F238E27FC236}">
                  <a16:creationId xmlns:a16="http://schemas.microsoft.com/office/drawing/2014/main" xmlns="" id="{1FA36B18-95B0-CB4E-95BE-59E9718161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9204" y="2792111"/>
              <a:ext cx="350837" cy="317387"/>
              <a:chOff x="2931664" y="3912603"/>
              <a:chExt cx="430450" cy="329314"/>
            </a:xfrm>
          </p:grpSpPr>
          <p:sp>
            <p:nvSpPr>
              <p:cNvPr id="906" name="Rectangle 905">
                <a:extLst>
                  <a:ext uri="{FF2B5EF4-FFF2-40B4-BE49-F238E27FC236}">
                    <a16:creationId xmlns:a16="http://schemas.microsoft.com/office/drawing/2014/main" xmlns="" id="{EE684161-8E76-E041-95F6-E692F09DB739}"/>
                  </a:ext>
                </a:extLst>
              </p:cNvPr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07" name="Straight Connector 906">
                <a:extLst>
                  <a:ext uri="{FF2B5EF4-FFF2-40B4-BE49-F238E27FC236}">
                    <a16:creationId xmlns:a16="http://schemas.microsoft.com/office/drawing/2014/main" xmlns="" id="{7927B3EE-2CC2-B44C-94F1-B69CA0A815A2}"/>
                  </a:ext>
                </a:extLst>
              </p:cNvPr>
              <p:cNvCxnSpPr/>
              <p:nvPr/>
            </p:nvCxnSpPr>
            <p:spPr>
              <a:xfrm>
                <a:off x="2931587" y="400481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908" name="Straight Connector 907">
                <a:extLst>
                  <a:ext uri="{FF2B5EF4-FFF2-40B4-BE49-F238E27FC236}">
                    <a16:creationId xmlns:a16="http://schemas.microsoft.com/office/drawing/2014/main" xmlns="" id="{89B6595F-CFF0-3B40-B47C-ADB86E974281}"/>
                  </a:ext>
                </a:extLst>
              </p:cNvPr>
              <p:cNvCxnSpPr/>
              <p:nvPr/>
            </p:nvCxnSpPr>
            <p:spPr>
              <a:xfrm>
                <a:off x="2931587" y="406738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909" name="Straight Connector 908">
                <a:extLst>
                  <a:ext uri="{FF2B5EF4-FFF2-40B4-BE49-F238E27FC236}">
                    <a16:creationId xmlns:a16="http://schemas.microsoft.com/office/drawing/2014/main" xmlns="" id="{C551D2B6-035F-CE4D-A43A-5FFB5AFCEED5}"/>
                  </a:ext>
                </a:extLst>
              </p:cNvPr>
              <p:cNvCxnSpPr>
                <a:stCxn id="906" idx="2"/>
              </p:cNvCxnSpPr>
              <p:nvPr/>
            </p:nvCxnSpPr>
            <p:spPr>
              <a:xfrm flipH="1" flipV="1">
                <a:off x="3147825" y="4004811"/>
                <a:ext cx="1947" cy="237106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</p:grpSp>
      <p:grpSp>
        <p:nvGrpSpPr>
          <p:cNvPr id="926" name="Group 925">
            <a:extLst>
              <a:ext uri="{FF2B5EF4-FFF2-40B4-BE49-F238E27FC236}">
                <a16:creationId xmlns:a16="http://schemas.microsoft.com/office/drawing/2014/main" xmlns="" id="{A988FEAF-222E-2C4B-8C38-8B6C17D4D63D}"/>
              </a:ext>
            </a:extLst>
          </p:cNvPr>
          <p:cNvGrpSpPr>
            <a:grpSpLocks/>
          </p:cNvGrpSpPr>
          <p:nvPr/>
        </p:nvGrpSpPr>
        <p:grpSpPr bwMode="auto"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927" name="Freeform 926">
              <a:extLst>
                <a:ext uri="{FF2B5EF4-FFF2-40B4-BE49-F238E27FC236}">
                  <a16:creationId xmlns:a16="http://schemas.microsoft.com/office/drawing/2014/main" xmlns="" id="{875BCAC4-B573-D54B-BF32-094096F89D98}"/>
                </a:ext>
              </a:extLst>
            </p:cNvPr>
            <p:cNvSpPr/>
            <p:nvPr/>
          </p:nvSpPr>
          <p:spPr>
            <a:xfrm>
              <a:off x="1877053" y="5330529"/>
              <a:ext cx="1281113" cy="758711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0499" h="759828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8" name="Freeform 927">
              <a:extLst>
                <a:ext uri="{FF2B5EF4-FFF2-40B4-BE49-F238E27FC236}">
                  <a16:creationId xmlns:a16="http://schemas.microsoft.com/office/drawing/2014/main" xmlns="" id="{0D857BEA-FC6F-1449-A5C0-C21CC8BC5CED}"/>
                </a:ext>
              </a:extLst>
            </p:cNvPr>
            <p:cNvSpPr/>
            <p:nvPr/>
          </p:nvSpPr>
          <p:spPr>
            <a:xfrm>
              <a:off x="6202992" y="5428939"/>
              <a:ext cx="865187" cy="553955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1011379"/>
                <a:gd name="connsiteY0" fmla="*/ 605727 h 758185"/>
                <a:gd name="connsiteX1" fmla="*/ 490915 w 1011379"/>
                <a:gd name="connsiteY1" fmla="*/ 13939 h 758185"/>
                <a:gd name="connsiteX2" fmla="*/ 1011379 w 1011379"/>
                <a:gd name="connsiteY2" fmla="*/ 563 h 758185"/>
                <a:gd name="connsiteX3" fmla="*/ 268780 w 1011379"/>
                <a:gd name="connsiteY3" fmla="*/ 758185 h 758185"/>
                <a:gd name="connsiteX4" fmla="*/ 0 w 1011379"/>
                <a:gd name="connsiteY4" fmla="*/ 605727 h 758185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05727"/>
                <a:gd name="connsiteX1" fmla="*/ 490915 w 1011379"/>
                <a:gd name="connsiteY1" fmla="*/ 13939 h 605727"/>
                <a:gd name="connsiteX2" fmla="*/ 1011379 w 1011379"/>
                <a:gd name="connsiteY2" fmla="*/ 563 h 605727"/>
                <a:gd name="connsiteX3" fmla="*/ 318823 w 1011379"/>
                <a:gd name="connsiteY3" fmla="*/ 553361 h 605727"/>
                <a:gd name="connsiteX4" fmla="*/ 0 w 1011379"/>
                <a:gd name="connsiteY4" fmla="*/ 605727 h 605727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251" h="55336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9" name="Freeform 928">
              <a:extLst>
                <a:ext uri="{FF2B5EF4-FFF2-40B4-BE49-F238E27FC236}">
                  <a16:creationId xmlns:a16="http://schemas.microsoft.com/office/drawing/2014/main" xmlns="" id="{218DF382-E11C-A94A-ABF5-F93EB0534196}"/>
                </a:ext>
              </a:extLst>
            </p:cNvPr>
            <p:cNvSpPr/>
            <p:nvPr/>
          </p:nvSpPr>
          <p:spPr>
            <a:xfrm>
              <a:off x="5377492" y="5449574"/>
              <a:ext cx="676275" cy="89680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675040"/>
                <a:gd name="connsiteY0" fmla="*/ 894029 h 896577"/>
                <a:gd name="connsiteX1" fmla="*/ 15664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  <a:gd name="connsiteX0" fmla="*/ 0 w 675040"/>
                <a:gd name="connsiteY0" fmla="*/ 894029 h 896577"/>
                <a:gd name="connsiteX1" fmla="*/ 18662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40" h="896577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0" name="Freeform 929">
              <a:extLst>
                <a:ext uri="{FF2B5EF4-FFF2-40B4-BE49-F238E27FC236}">
                  <a16:creationId xmlns:a16="http://schemas.microsoft.com/office/drawing/2014/main" xmlns="" id="{BD4E8E8A-5281-2546-8825-0786245B15DA}"/>
                </a:ext>
              </a:extLst>
            </p:cNvPr>
            <p:cNvSpPr/>
            <p:nvPr/>
          </p:nvSpPr>
          <p:spPr>
            <a:xfrm>
              <a:off x="4340853" y="5470208"/>
              <a:ext cx="514350" cy="40157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7341"/>
                <a:gd name="connsiteX1" fmla="*/ 0 w 514180"/>
                <a:gd name="connsiteY1" fmla="*/ 0 h 577341"/>
                <a:gd name="connsiteX2" fmla="*/ 514180 w 514180"/>
                <a:gd name="connsiteY2" fmla="*/ 10891 h 577341"/>
                <a:gd name="connsiteX3" fmla="*/ 404259 w 514180"/>
                <a:gd name="connsiteY3" fmla="*/ 386400 h 577341"/>
                <a:gd name="connsiteX4" fmla="*/ 135770 w 514180"/>
                <a:gd name="connsiteY4" fmla="*/ 577341 h 577341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02193 h 402193"/>
                <a:gd name="connsiteX1" fmla="*/ 0 w 514180"/>
                <a:gd name="connsiteY1" fmla="*/ 0 h 402193"/>
                <a:gd name="connsiteX2" fmla="*/ 514180 w 514180"/>
                <a:gd name="connsiteY2" fmla="*/ 10891 h 402193"/>
                <a:gd name="connsiteX3" fmla="*/ 404259 w 514180"/>
                <a:gd name="connsiteY3" fmla="*/ 386400 h 402193"/>
                <a:gd name="connsiteX4" fmla="*/ 100781 w 514180"/>
                <a:gd name="connsiteY4" fmla="*/ 402193 h 4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402193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1" name="Freeform 930">
              <a:extLst>
                <a:ext uri="{FF2B5EF4-FFF2-40B4-BE49-F238E27FC236}">
                  <a16:creationId xmlns:a16="http://schemas.microsoft.com/office/drawing/2014/main" xmlns="" id="{E78920D8-D684-1642-B41B-2CC538B9202E}"/>
                </a:ext>
              </a:extLst>
            </p:cNvPr>
            <p:cNvSpPr/>
            <p:nvPr/>
          </p:nvSpPr>
          <p:spPr>
            <a:xfrm>
              <a:off x="3561391" y="5433701"/>
              <a:ext cx="573087" cy="101584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  <a:gd name="connsiteX0" fmla="*/ 403236 w 574100"/>
                <a:gd name="connsiteY0" fmla="*/ 1215612 h 1215612"/>
                <a:gd name="connsiteX1" fmla="*/ 0 w 574100"/>
                <a:gd name="connsiteY1" fmla="*/ 4757 h 1215612"/>
                <a:gd name="connsiteX2" fmla="*/ 502783 w 574100"/>
                <a:gd name="connsiteY2" fmla="*/ 0 h 1215612"/>
                <a:gd name="connsiteX3" fmla="*/ 574100 w 574100"/>
                <a:gd name="connsiteY3" fmla="*/ 1014877 h 1215612"/>
                <a:gd name="connsiteX4" fmla="*/ 403236 w 574100"/>
                <a:gd name="connsiteY4" fmla="*/ 1215612 h 1215612"/>
                <a:gd name="connsiteX0" fmla="*/ 333190 w 574100"/>
                <a:gd name="connsiteY0" fmla="*/ 985695 h 1015244"/>
                <a:gd name="connsiteX1" fmla="*/ 0 w 574100"/>
                <a:gd name="connsiteY1" fmla="*/ 4757 h 1015244"/>
                <a:gd name="connsiteX2" fmla="*/ 502783 w 574100"/>
                <a:gd name="connsiteY2" fmla="*/ 0 h 1015244"/>
                <a:gd name="connsiteX3" fmla="*/ 574100 w 574100"/>
                <a:gd name="connsiteY3" fmla="*/ 1014877 h 1015244"/>
                <a:gd name="connsiteX4" fmla="*/ 333190 w 574100"/>
                <a:gd name="connsiteY4" fmla="*/ 985695 h 101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00" h="1015244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932" name="Group 28">
              <a:extLst>
                <a:ext uri="{FF2B5EF4-FFF2-40B4-BE49-F238E27FC236}">
                  <a16:creationId xmlns:a16="http://schemas.microsoft.com/office/drawing/2014/main" xmlns="" id="{088ACE2A-7A5D-4F42-921C-CF157C2880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6416" y="3709935"/>
              <a:ext cx="1049338" cy="1739900"/>
              <a:chOff x="1856416" y="3709935"/>
              <a:chExt cx="1049338" cy="1739900"/>
            </a:xfrm>
          </p:grpSpPr>
          <p:sp>
            <p:nvSpPr>
              <p:cNvPr id="1017" name="Rectangle 1016">
                <a:extLst>
                  <a:ext uri="{FF2B5EF4-FFF2-40B4-BE49-F238E27FC236}">
                    <a16:creationId xmlns:a16="http://schemas.microsoft.com/office/drawing/2014/main" xmlns="" id="{F031C840-E404-B943-9DD7-6487F36B8BC7}"/>
                  </a:ext>
                </a:extLst>
              </p:cNvPr>
              <p:cNvSpPr/>
              <p:nvPr/>
            </p:nvSpPr>
            <p:spPr bwMode="auto"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1018" name="Group 498">
                <a:extLst>
                  <a:ext uri="{FF2B5EF4-FFF2-40B4-BE49-F238E27FC236}">
                    <a16:creationId xmlns:a16="http://schemas.microsoft.com/office/drawing/2014/main" xmlns="" id="{11E4B476-A94C-6141-A48C-F22AAD7C57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8805" y="5088863"/>
                <a:ext cx="1035373" cy="360972"/>
                <a:chOff x="4128636" y="3606589"/>
                <a:chExt cx="568145" cy="338667"/>
              </a:xfrm>
            </p:grpSpPr>
            <p:sp>
              <p:nvSpPr>
                <p:cNvPr id="1032" name="Oval 1031">
                  <a:extLst>
                    <a:ext uri="{FF2B5EF4-FFF2-40B4-BE49-F238E27FC236}">
                      <a16:creationId xmlns:a16="http://schemas.microsoft.com/office/drawing/2014/main" xmlns="" id="{6285E922-4389-6747-873A-ED742F93B7B8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33" name="Rectangle 1032">
                  <a:extLst>
                    <a:ext uri="{FF2B5EF4-FFF2-40B4-BE49-F238E27FC236}">
                      <a16:creationId xmlns:a16="http://schemas.microsoft.com/office/drawing/2014/main" xmlns="" id="{681399F7-9F7D-8247-A86B-B0C42C17B7BD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34" name="Oval 1033">
                  <a:extLst>
                    <a:ext uri="{FF2B5EF4-FFF2-40B4-BE49-F238E27FC236}">
                      <a16:creationId xmlns:a16="http://schemas.microsoft.com/office/drawing/2014/main" xmlns="" id="{22EC9AA8-544A-8B4A-88A6-2074F49F53D4}"/>
                    </a:ext>
                  </a:extLst>
                </p:cNvPr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35" name="Straight Connector 1034">
                  <a:extLst>
                    <a:ext uri="{FF2B5EF4-FFF2-40B4-BE49-F238E27FC236}">
                      <a16:creationId xmlns:a16="http://schemas.microsoft.com/office/drawing/2014/main" xmlns="" id="{C98CC5A1-6137-AD47-8DAD-1CE3995E4F4E}"/>
                    </a:ext>
                  </a:extLst>
                </p:cNvPr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1036" name="Straight Connector 1035">
                  <a:extLst>
                    <a:ext uri="{FF2B5EF4-FFF2-40B4-BE49-F238E27FC236}">
                      <a16:creationId xmlns:a16="http://schemas.microsoft.com/office/drawing/2014/main" xmlns="" id="{D6DBD6DE-4277-6E43-8F0F-101EA88CC186}"/>
                    </a:ext>
                  </a:extLst>
                </p:cNvPr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1019" name="Rectangle 1018">
                <a:extLst>
                  <a:ext uri="{FF2B5EF4-FFF2-40B4-BE49-F238E27FC236}">
                    <a16:creationId xmlns:a16="http://schemas.microsoft.com/office/drawing/2014/main" xmlns="" id="{511198B5-F79E-C74D-B56E-01ADB1EAA4C1}"/>
                  </a:ext>
                </a:extLst>
              </p:cNvPr>
              <p:cNvSpPr/>
              <p:nvPr/>
            </p:nvSpPr>
            <p:spPr bwMode="auto">
              <a:xfrm>
                <a:off x="1877053" y="4705148"/>
                <a:ext cx="1028700" cy="52221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20" name="Straight Connector 1019">
                <a:extLst>
                  <a:ext uri="{FF2B5EF4-FFF2-40B4-BE49-F238E27FC236}">
                    <a16:creationId xmlns:a16="http://schemas.microsoft.com/office/drawing/2014/main" xmlns="" id="{D3ADC60A-D45A-1346-84AC-B4714AE1CB27}"/>
                  </a:ext>
                </a:extLst>
              </p:cNvPr>
              <p:cNvCxnSpPr/>
              <p:nvPr/>
            </p:nvCxnSpPr>
            <p:spPr bwMode="auto">
              <a:xfrm>
                <a:off x="1861178" y="3981356"/>
                <a:ext cx="17463" cy="130155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1021" name="Straight Connector 1020">
                <a:extLst>
                  <a:ext uri="{FF2B5EF4-FFF2-40B4-BE49-F238E27FC236}">
                    <a16:creationId xmlns:a16="http://schemas.microsoft.com/office/drawing/2014/main" xmlns="" id="{8C732665-0AF3-514A-8491-058D584AA66C}"/>
                  </a:ext>
                </a:extLst>
              </p:cNvPr>
              <p:cNvCxnSpPr/>
              <p:nvPr/>
            </p:nvCxnSpPr>
            <p:spPr bwMode="auto">
              <a:xfrm flipH="1">
                <a:off x="2894641" y="3971833"/>
                <a:ext cx="6350" cy="1269810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1022" name="Group 504">
                <a:extLst>
                  <a:ext uri="{FF2B5EF4-FFF2-40B4-BE49-F238E27FC236}">
                    <a16:creationId xmlns:a16="http://schemas.microsoft.com/office/drawing/2014/main" xmlns="" id="{87E38306-3DC6-B044-991D-BEE6F6FD2E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6416" y="3709935"/>
                <a:ext cx="1044712" cy="399063"/>
                <a:chOff x="2183302" y="1574638"/>
                <a:chExt cx="1200154" cy="430218"/>
              </a:xfrm>
            </p:grpSpPr>
            <p:sp>
              <p:nvSpPr>
                <p:cNvPr id="1023" name="Oval 1022">
                  <a:extLst>
                    <a:ext uri="{FF2B5EF4-FFF2-40B4-BE49-F238E27FC236}">
                      <a16:creationId xmlns:a16="http://schemas.microsoft.com/office/drawing/2014/main" xmlns="" id="{55E5FA1C-CAB4-8341-8DAA-EDAE9CFD84E2}"/>
                    </a:ext>
                  </a:extLst>
                </p:cNvPr>
                <p:cNvSpPr/>
                <p:nvPr/>
              </p:nvSpPr>
              <p:spPr bwMode="auto">
                <a:xfrm flipV="1">
                  <a:off x="2185125" y="1689286"/>
                  <a:ext cx="1196349" cy="31485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4" name="Rectangle 1023">
                  <a:extLst>
                    <a:ext uri="{FF2B5EF4-FFF2-40B4-BE49-F238E27FC236}">
                      <a16:creationId xmlns:a16="http://schemas.microsoft.com/office/drawing/2014/main" xmlns="" id="{44108165-9E65-5F4A-BAAB-C6ACE38D3C65}"/>
                    </a:ext>
                  </a:extLst>
                </p:cNvPr>
                <p:cNvSpPr/>
                <p:nvPr/>
              </p:nvSpPr>
              <p:spPr bwMode="auto"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5" name="Oval 1024">
                  <a:extLst>
                    <a:ext uri="{FF2B5EF4-FFF2-40B4-BE49-F238E27FC236}">
                      <a16:creationId xmlns:a16="http://schemas.microsoft.com/office/drawing/2014/main" xmlns="" id="{5220D9A0-FC71-C848-AA4B-AC3EAD73DB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6" name="Freeform 1025">
                  <a:extLst>
                    <a:ext uri="{FF2B5EF4-FFF2-40B4-BE49-F238E27FC236}">
                      <a16:creationId xmlns:a16="http://schemas.microsoft.com/office/drawing/2014/main" xmlns="" id="{0E8501FC-8102-1648-8958-E425AC1A0FB8}"/>
                    </a:ext>
                  </a:extLst>
                </p:cNvPr>
                <p:cNvSpPr/>
                <p:nvPr/>
              </p:nvSpPr>
              <p:spPr bwMode="auto">
                <a:xfrm>
                  <a:off x="2489684" y="1670464"/>
                  <a:ext cx="581761" cy="15742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7" name="Freeform 1026">
                  <a:extLst>
                    <a:ext uri="{FF2B5EF4-FFF2-40B4-BE49-F238E27FC236}">
                      <a16:creationId xmlns:a16="http://schemas.microsoft.com/office/drawing/2014/main" xmlns="" id="{AF49A14A-FE33-EB4B-ADEA-BA7B348615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9501" y="1629396"/>
                  <a:ext cx="703949" cy="111226"/>
                </a:xfrm>
                <a:custGeom>
                  <a:avLst/>
                  <a:gdLst>
                    <a:gd name="T0" fmla="*/ 0 w 3723451"/>
                    <a:gd name="T1" fmla="*/ 27211 h 932950"/>
                    <a:gd name="T2" fmla="*/ 123865 w 3723451"/>
                    <a:gd name="T3" fmla="*/ 321 h 932950"/>
                    <a:gd name="T4" fmla="*/ 350850 w 3723451"/>
                    <a:gd name="T5" fmla="*/ 62061 h 932950"/>
                    <a:gd name="T6" fmla="*/ 567397 w 3723451"/>
                    <a:gd name="T7" fmla="*/ 0 h 932950"/>
                    <a:gd name="T8" fmla="*/ 703949 w 3723451"/>
                    <a:gd name="T9" fmla="*/ 24696 h 932950"/>
                    <a:gd name="T10" fmla="*/ 602354 w 3723451"/>
                    <a:gd name="T11" fmla="*/ 55064 h 932950"/>
                    <a:gd name="T12" fmla="*/ 569645 w 3723451"/>
                    <a:gd name="T13" fmla="*/ 46877 h 932950"/>
                    <a:gd name="T14" fmla="*/ 354838 w 3723451"/>
                    <a:gd name="T15" fmla="*/ 111226 h 932950"/>
                    <a:gd name="T16" fmla="*/ 134536 w 3723451"/>
                    <a:gd name="T17" fmla="*/ 49244 h 932950"/>
                    <a:gd name="T18" fmla="*/ 98918 w 3723451"/>
                    <a:gd name="T19" fmla="*/ 55934 h 932950"/>
                    <a:gd name="T20" fmla="*/ 0 w 3723451"/>
                    <a:gd name="T21" fmla="*/ 27211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8" name="Freeform 1027">
                  <a:extLst>
                    <a:ext uri="{FF2B5EF4-FFF2-40B4-BE49-F238E27FC236}">
                      <a16:creationId xmlns:a16="http://schemas.microsoft.com/office/drawing/2014/main" xmlns="" id="{FEBE179E-02E9-C64E-89FC-F45503783F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722" y="1723510"/>
                  <a:ext cx="257143" cy="95826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143 w 1366596"/>
                    <a:gd name="T3" fmla="*/ 74047 h 809868"/>
                    <a:gd name="T4" fmla="*/ 162771 w 1366596"/>
                    <a:gd name="T5" fmla="*/ 95826 h 809868"/>
                    <a:gd name="T6" fmla="*/ 866 w 1366596"/>
                    <a:gd name="T7" fmla="*/ 5063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9" name="Freeform 1028">
                  <a:extLst>
                    <a:ext uri="{FF2B5EF4-FFF2-40B4-BE49-F238E27FC236}">
                      <a16:creationId xmlns:a16="http://schemas.microsoft.com/office/drawing/2014/main" xmlns="" id="{56DF1AAD-D538-1C44-A286-465AD81A04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6736" y="1725222"/>
                  <a:ext cx="255318" cy="94114"/>
                </a:xfrm>
                <a:custGeom>
                  <a:avLst/>
                  <a:gdLst>
                    <a:gd name="T0" fmla="*/ 251832 w 1348191"/>
                    <a:gd name="T1" fmla="*/ 0 h 791462"/>
                    <a:gd name="T2" fmla="*/ 255318 w 1348191"/>
                    <a:gd name="T3" fmla="*/ 45415 h 791462"/>
                    <a:gd name="T4" fmla="*/ 92368 w 1348191"/>
                    <a:gd name="T5" fmla="*/ 94114 h 791462"/>
                    <a:gd name="T6" fmla="*/ 0 w 1348191"/>
                    <a:gd name="T7" fmla="*/ 72774 h 791462"/>
                    <a:gd name="T8" fmla="*/ 251832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030" name="Straight Connector 1029">
                  <a:extLst>
                    <a:ext uri="{FF2B5EF4-FFF2-40B4-BE49-F238E27FC236}">
                      <a16:creationId xmlns:a16="http://schemas.microsoft.com/office/drawing/2014/main" xmlns="" id="{60701F8E-3F5A-734C-A498-AA55BCD5CFE1}"/>
                    </a:ext>
                  </a:extLst>
                </p:cNvPr>
                <p:cNvCxnSpPr>
                  <a:cxnSpLocks noChangeShapeType="1"/>
                  <a:endCxn id="1025" idx="2"/>
                </p:cNvCxnSpPr>
                <p:nvPr/>
              </p:nvCxnSpPr>
              <p:spPr bwMode="auto">
                <a:xfrm flipH="1" flipV="1">
                  <a:off x="2183302" y="1732067"/>
                  <a:ext cx="1823" cy="1214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31" name="Straight Connector 1030">
                  <a:extLst>
                    <a:ext uri="{FF2B5EF4-FFF2-40B4-BE49-F238E27FC236}">
                      <a16:creationId xmlns:a16="http://schemas.microsoft.com/office/drawing/2014/main" xmlns="" id="{299ED768-B7C5-C447-A0CA-015C1D4D47F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1474" y="1728644"/>
                  <a:ext cx="1824" cy="1214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3" name="Group 29">
              <a:extLst>
                <a:ext uri="{FF2B5EF4-FFF2-40B4-BE49-F238E27FC236}">
                  <a16:creationId xmlns:a16="http://schemas.microsoft.com/office/drawing/2014/main" xmlns="" id="{BE1E7CEF-FBEC-2040-A3E0-0EBB60746A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6154" y="3862335"/>
              <a:ext cx="514350" cy="1670050"/>
              <a:chOff x="3566154" y="3862335"/>
              <a:chExt cx="514350" cy="1670050"/>
            </a:xfrm>
          </p:grpSpPr>
          <p:sp>
            <p:nvSpPr>
              <p:cNvPr id="997" name="Rectangle 996">
                <a:extLst>
                  <a:ext uri="{FF2B5EF4-FFF2-40B4-BE49-F238E27FC236}">
                    <a16:creationId xmlns:a16="http://schemas.microsoft.com/office/drawing/2014/main" xmlns="" id="{7F242236-8B77-9144-8038-81B9BCAB1509}"/>
                  </a:ext>
                </a:extLst>
              </p:cNvPr>
              <p:cNvSpPr/>
              <p:nvPr/>
            </p:nvSpPr>
            <p:spPr bwMode="auto"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98" name="Straight Connector 997">
                <a:extLst>
                  <a:ext uri="{FF2B5EF4-FFF2-40B4-BE49-F238E27FC236}">
                    <a16:creationId xmlns:a16="http://schemas.microsoft.com/office/drawing/2014/main" xmlns="" id="{855E433C-9E28-D243-A7F8-5DC166631717}"/>
                  </a:ext>
                </a:extLst>
              </p:cNvPr>
              <p:cNvCxnSpPr/>
              <p:nvPr/>
            </p:nvCxnSpPr>
            <p:spPr bwMode="auto">
              <a:xfrm flipH="1">
                <a:off x="4078916" y="4019450"/>
                <a:ext cx="1587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99" name="Group 552">
                <a:extLst>
                  <a:ext uri="{FF2B5EF4-FFF2-40B4-BE49-F238E27FC236}">
                    <a16:creationId xmlns:a16="http://schemas.microsoft.com/office/drawing/2014/main" xmlns="" id="{2095E3B0-B1DF-9747-A4B6-739AFCB17C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71302" y="5310688"/>
                <a:ext cx="507588" cy="221697"/>
                <a:chOff x="4128636" y="3606589"/>
                <a:chExt cx="568145" cy="338667"/>
              </a:xfrm>
            </p:grpSpPr>
            <p:sp>
              <p:nvSpPr>
                <p:cNvPr id="1012" name="Oval 1011">
                  <a:extLst>
                    <a:ext uri="{FF2B5EF4-FFF2-40B4-BE49-F238E27FC236}">
                      <a16:creationId xmlns:a16="http://schemas.microsoft.com/office/drawing/2014/main" xmlns="" id="{77BE98D0-B8F8-0542-81BA-550DCDDBED58}"/>
                    </a:ext>
                  </a:extLst>
                </p:cNvPr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13" name="Rectangle 1012">
                  <a:extLst>
                    <a:ext uri="{FF2B5EF4-FFF2-40B4-BE49-F238E27FC236}">
                      <a16:creationId xmlns:a16="http://schemas.microsoft.com/office/drawing/2014/main" xmlns="" id="{FF81DF11-B403-0242-9BBF-4028E5002511}"/>
                    </a:ext>
                  </a:extLst>
                </p:cNvPr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14" name="Oval 1013">
                  <a:extLst>
                    <a:ext uri="{FF2B5EF4-FFF2-40B4-BE49-F238E27FC236}">
                      <a16:creationId xmlns:a16="http://schemas.microsoft.com/office/drawing/2014/main" xmlns="" id="{DA7CD07E-7BFA-EA40-A63C-19BD545F9FBB}"/>
                    </a:ext>
                  </a:extLst>
                </p:cNvPr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15" name="Straight Connector 1014">
                  <a:extLst>
                    <a:ext uri="{FF2B5EF4-FFF2-40B4-BE49-F238E27FC236}">
                      <a16:creationId xmlns:a16="http://schemas.microsoft.com/office/drawing/2014/main" xmlns="" id="{B2F8B11B-A555-1F4E-A7E6-540E16F7A0A8}"/>
                    </a:ext>
                  </a:extLst>
                </p:cNvPr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1016" name="Straight Connector 1015">
                  <a:extLst>
                    <a:ext uri="{FF2B5EF4-FFF2-40B4-BE49-F238E27FC236}">
                      <a16:creationId xmlns:a16="http://schemas.microsoft.com/office/drawing/2014/main" xmlns="" id="{DC5D2573-EDE8-D044-BD08-61DD678EC15B}"/>
                    </a:ext>
                  </a:extLst>
                </p:cNvPr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1000" name="Rectangle 999">
                <a:extLst>
                  <a:ext uri="{FF2B5EF4-FFF2-40B4-BE49-F238E27FC236}">
                    <a16:creationId xmlns:a16="http://schemas.microsoft.com/office/drawing/2014/main" xmlns="" id="{1CD2ADDF-DE6E-274D-9173-D493921DFE9F}"/>
                  </a:ext>
                </a:extLst>
              </p:cNvPr>
              <p:cNvSpPr/>
              <p:nvPr/>
            </p:nvSpPr>
            <p:spPr bwMode="auto">
              <a:xfrm>
                <a:off x="3572503" y="4574992"/>
                <a:ext cx="496888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xmlns="" id="{3926DE25-E9FB-D540-98B7-27C7DBB56A43}"/>
                  </a:ext>
                </a:extLst>
              </p:cNvPr>
              <p:cNvCxnSpPr/>
              <p:nvPr/>
            </p:nvCxnSpPr>
            <p:spPr bwMode="auto">
              <a:xfrm flipH="1">
                <a:off x="3566153" y="4027387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1002" name="Group 538">
                <a:extLst>
                  <a:ext uri="{FF2B5EF4-FFF2-40B4-BE49-F238E27FC236}">
                    <a16:creationId xmlns:a16="http://schemas.microsoft.com/office/drawing/2014/main" xmlns="" id="{FA32E138-3569-9943-8F38-8BFBBEE94E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8667" y="38623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1003" name="Oval 1002">
                  <a:extLst>
                    <a:ext uri="{FF2B5EF4-FFF2-40B4-BE49-F238E27FC236}">
                      <a16:creationId xmlns:a16="http://schemas.microsoft.com/office/drawing/2014/main" xmlns="" id="{172BF76E-3582-364D-ACA4-688518FFF091}"/>
                    </a:ext>
                  </a:extLst>
                </p:cNvPr>
                <p:cNvSpPr/>
                <p:nvPr/>
              </p:nvSpPr>
              <p:spPr bwMode="auto">
                <a:xfrm flipV="1">
                  <a:off x="2188659" y="1691189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4" name="Rectangle 1003">
                  <a:extLst>
                    <a:ext uri="{FF2B5EF4-FFF2-40B4-BE49-F238E27FC236}">
                      <a16:creationId xmlns:a16="http://schemas.microsoft.com/office/drawing/2014/main" xmlns="" id="{3A78A2F4-E393-6E42-BE3F-0FCA6714AEB4}"/>
                    </a:ext>
                  </a:extLst>
                </p:cNvPr>
                <p:cNvSpPr/>
                <p:nvPr/>
              </p:nvSpPr>
              <p:spPr bwMode="auto"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5" name="Oval 1004">
                  <a:extLst>
                    <a:ext uri="{FF2B5EF4-FFF2-40B4-BE49-F238E27FC236}">
                      <a16:creationId xmlns:a16="http://schemas.microsoft.com/office/drawing/2014/main" xmlns="" id="{940143FD-143D-914C-BE2C-37F2F665D2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6" name="Freeform 1005">
                  <a:extLst>
                    <a:ext uri="{FF2B5EF4-FFF2-40B4-BE49-F238E27FC236}">
                      <a16:creationId xmlns:a16="http://schemas.microsoft.com/office/drawing/2014/main" xmlns="" id="{E3E8B10C-6B82-EC4C-A959-82D1FA770D43}"/>
                    </a:ext>
                  </a:extLst>
                </p:cNvPr>
                <p:cNvSpPr/>
                <p:nvPr/>
              </p:nvSpPr>
              <p:spPr bwMode="auto">
                <a:xfrm>
                  <a:off x="2491182" y="1671482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7" name="Freeform 1006">
                  <a:extLst>
                    <a:ext uri="{FF2B5EF4-FFF2-40B4-BE49-F238E27FC236}">
                      <a16:creationId xmlns:a16="http://schemas.microsoft.com/office/drawing/2014/main" xmlns="" id="{0B23900C-40C2-5447-A8A5-DB9E4C1FBD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78" y="1629252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8" name="Freeform 1007">
                  <a:extLst>
                    <a:ext uri="{FF2B5EF4-FFF2-40B4-BE49-F238E27FC236}">
                      <a16:creationId xmlns:a16="http://schemas.microsoft.com/office/drawing/2014/main" xmlns="" id="{8EDB510B-0DD2-AE4F-82C5-7A7D8DC924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5" y="1722158"/>
                  <a:ext cx="260925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965 h 809868"/>
                    <a:gd name="T4" fmla="*/ 165165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9" name="Freeform 1008">
                  <a:extLst>
                    <a:ext uri="{FF2B5EF4-FFF2-40B4-BE49-F238E27FC236}">
                      <a16:creationId xmlns:a16="http://schemas.microsoft.com/office/drawing/2014/main" xmlns="" id="{8DBE17FA-57C2-EB4B-A9B7-514F4336E2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2" y="1724972"/>
                  <a:ext cx="253364" cy="95720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6190 h 791462"/>
                    <a:gd name="T4" fmla="*/ 91661 w 1348191"/>
                    <a:gd name="T5" fmla="*/ 95720 h 791462"/>
                    <a:gd name="T6" fmla="*/ 0 w 1348191"/>
                    <a:gd name="T7" fmla="*/ 74016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010" name="Straight Connector 1009">
                  <a:extLst>
                    <a:ext uri="{FF2B5EF4-FFF2-40B4-BE49-F238E27FC236}">
                      <a16:creationId xmlns:a16="http://schemas.microsoft.com/office/drawing/2014/main" xmlns="" id="{6D72BFF1-097B-E940-AAD0-E8A2E1D2A096}"/>
                    </a:ext>
                  </a:extLst>
                </p:cNvPr>
                <p:cNvCxnSpPr>
                  <a:cxnSpLocks noChangeShapeType="1"/>
                  <a:endCxn id="1005" idx="2"/>
                </p:cNvCxnSpPr>
                <p:nvPr/>
              </p:nvCxnSpPr>
              <p:spPr bwMode="auto">
                <a:xfrm flipH="1" flipV="1">
                  <a:off x="2184877" y="172215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11" name="Straight Connector 1010">
                  <a:extLst>
                    <a:ext uri="{FF2B5EF4-FFF2-40B4-BE49-F238E27FC236}">
                      <a16:creationId xmlns:a16="http://schemas.microsoft.com/office/drawing/2014/main" xmlns="" id="{088863E0-982B-8A4D-853F-851CE3F1F14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2" y="172778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4" name="Group 30">
              <a:extLst>
                <a:ext uri="{FF2B5EF4-FFF2-40B4-BE49-F238E27FC236}">
                  <a16:creationId xmlns:a16="http://schemas.microsoft.com/office/drawing/2014/main" xmlns="" id="{B108AACE-03DC-254D-AC34-727FF075B8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8791" y="3867098"/>
              <a:ext cx="514350" cy="1670050"/>
              <a:chOff x="4348791" y="3867098"/>
              <a:chExt cx="514350" cy="1670050"/>
            </a:xfrm>
          </p:grpSpPr>
          <p:sp>
            <p:nvSpPr>
              <p:cNvPr id="977" name="Rectangle 976">
                <a:extLst>
                  <a:ext uri="{FF2B5EF4-FFF2-40B4-BE49-F238E27FC236}">
                    <a16:creationId xmlns:a16="http://schemas.microsoft.com/office/drawing/2014/main" xmlns="" id="{B0F9C3E9-A467-3F42-B81A-4399A9B977B8}"/>
                  </a:ext>
                </a:extLst>
              </p:cNvPr>
              <p:cNvSpPr/>
              <p:nvPr/>
            </p:nvSpPr>
            <p:spPr bwMode="auto"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78" name="Straight Connector 977">
                <a:extLst>
                  <a:ext uri="{FF2B5EF4-FFF2-40B4-BE49-F238E27FC236}">
                    <a16:creationId xmlns:a16="http://schemas.microsoft.com/office/drawing/2014/main" xmlns="" id="{20B4E373-A127-2049-BBD2-5D8AFBDD7F00}"/>
                  </a:ext>
                </a:extLst>
              </p:cNvPr>
              <p:cNvCxnSpPr/>
              <p:nvPr/>
            </p:nvCxnSpPr>
            <p:spPr bwMode="auto">
              <a:xfrm flipH="1">
                <a:off x="4861553" y="4024212"/>
                <a:ext cx="1588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79" name="Group 580">
                <a:extLst>
                  <a:ext uri="{FF2B5EF4-FFF2-40B4-BE49-F238E27FC236}">
                    <a16:creationId xmlns:a16="http://schemas.microsoft.com/office/drawing/2014/main" xmlns="" id="{3A9D8F64-E0EA-B742-94C4-1BEB4135EA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3939" y="5315451"/>
                <a:ext cx="507588" cy="221697"/>
                <a:chOff x="4128636" y="3606589"/>
                <a:chExt cx="568145" cy="338667"/>
              </a:xfrm>
            </p:grpSpPr>
            <p:sp>
              <p:nvSpPr>
                <p:cNvPr id="992" name="Oval 991">
                  <a:extLst>
                    <a:ext uri="{FF2B5EF4-FFF2-40B4-BE49-F238E27FC236}">
                      <a16:creationId xmlns:a16="http://schemas.microsoft.com/office/drawing/2014/main" xmlns="" id="{74425C53-433E-6F47-8B0C-9F4C8E916E2E}"/>
                    </a:ext>
                  </a:extLst>
                </p:cNvPr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93" name="Rectangle 992">
                  <a:extLst>
                    <a:ext uri="{FF2B5EF4-FFF2-40B4-BE49-F238E27FC236}">
                      <a16:creationId xmlns:a16="http://schemas.microsoft.com/office/drawing/2014/main" xmlns="" id="{A0400564-35E9-0947-9C64-641EDF9EEAFA}"/>
                    </a:ext>
                  </a:extLst>
                </p:cNvPr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94" name="Oval 993">
                  <a:extLst>
                    <a:ext uri="{FF2B5EF4-FFF2-40B4-BE49-F238E27FC236}">
                      <a16:creationId xmlns:a16="http://schemas.microsoft.com/office/drawing/2014/main" xmlns="" id="{56DE4CA9-0BD6-4744-AD30-73684267516E}"/>
                    </a:ext>
                  </a:extLst>
                </p:cNvPr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95" name="Straight Connector 994">
                  <a:extLst>
                    <a:ext uri="{FF2B5EF4-FFF2-40B4-BE49-F238E27FC236}">
                      <a16:creationId xmlns:a16="http://schemas.microsoft.com/office/drawing/2014/main" xmlns="" id="{0A9628A0-82B0-154A-AC0C-91A2584C6F9D}"/>
                    </a:ext>
                  </a:extLst>
                </p:cNvPr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96" name="Straight Connector 995">
                  <a:extLst>
                    <a:ext uri="{FF2B5EF4-FFF2-40B4-BE49-F238E27FC236}">
                      <a16:creationId xmlns:a16="http://schemas.microsoft.com/office/drawing/2014/main" xmlns="" id="{88F83DD9-96B0-3640-BF70-6737E76C9760}"/>
                    </a:ext>
                  </a:extLst>
                </p:cNvPr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80" name="Rectangle 979">
                <a:extLst>
                  <a:ext uri="{FF2B5EF4-FFF2-40B4-BE49-F238E27FC236}">
                    <a16:creationId xmlns:a16="http://schemas.microsoft.com/office/drawing/2014/main" xmlns="" id="{F00ED881-B944-FC48-9E88-0D81D2145925}"/>
                  </a:ext>
                </a:extLst>
              </p:cNvPr>
              <p:cNvSpPr/>
              <p:nvPr/>
            </p:nvSpPr>
            <p:spPr bwMode="auto">
              <a:xfrm>
                <a:off x="4355141" y="4579754"/>
                <a:ext cx="496887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81" name="Straight Connector 980">
                <a:extLst>
                  <a:ext uri="{FF2B5EF4-FFF2-40B4-BE49-F238E27FC236}">
                    <a16:creationId xmlns:a16="http://schemas.microsoft.com/office/drawing/2014/main" xmlns="" id="{7CCAB184-9AE2-7B4C-80D2-9640964D0371}"/>
                  </a:ext>
                </a:extLst>
              </p:cNvPr>
              <p:cNvCxnSpPr/>
              <p:nvPr/>
            </p:nvCxnSpPr>
            <p:spPr bwMode="auto">
              <a:xfrm flipH="1">
                <a:off x="4348791" y="4032148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82" name="Group 568">
                <a:extLst>
                  <a:ext uri="{FF2B5EF4-FFF2-40B4-BE49-F238E27FC236}">
                    <a16:creationId xmlns:a16="http://schemas.microsoft.com/office/drawing/2014/main" xmlns="" id="{2939B129-2D0A-934E-82CE-DFAE38C58E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1304" y="3867098"/>
                <a:ext cx="503828" cy="248249"/>
                <a:chOff x="2183302" y="1564542"/>
                <a:chExt cx="1200154" cy="440314"/>
              </a:xfrm>
            </p:grpSpPr>
            <p:sp>
              <p:nvSpPr>
                <p:cNvPr id="983" name="Oval 982">
                  <a:extLst>
                    <a:ext uri="{FF2B5EF4-FFF2-40B4-BE49-F238E27FC236}">
                      <a16:creationId xmlns:a16="http://schemas.microsoft.com/office/drawing/2014/main" xmlns="" id="{6A8F745B-1D4E-4F4F-BEFA-6144E5BDE2F6}"/>
                    </a:ext>
                  </a:extLst>
                </p:cNvPr>
                <p:cNvSpPr/>
                <p:nvPr/>
              </p:nvSpPr>
              <p:spPr bwMode="auto">
                <a:xfrm flipV="1">
                  <a:off x="2188659" y="1691187"/>
                  <a:ext cx="1194966" cy="3124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4" name="Rectangle 983">
                  <a:extLst>
                    <a:ext uri="{FF2B5EF4-FFF2-40B4-BE49-F238E27FC236}">
                      <a16:creationId xmlns:a16="http://schemas.microsoft.com/office/drawing/2014/main" xmlns="" id="{9C90A1F3-B2A8-9548-8E8B-D7BD57307905}"/>
                    </a:ext>
                  </a:extLst>
                </p:cNvPr>
                <p:cNvSpPr/>
                <p:nvPr/>
              </p:nvSpPr>
              <p:spPr bwMode="auto"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5" name="Oval 984">
                  <a:extLst>
                    <a:ext uri="{FF2B5EF4-FFF2-40B4-BE49-F238E27FC236}">
                      <a16:creationId xmlns:a16="http://schemas.microsoft.com/office/drawing/2014/main" xmlns="" id="{629F401F-84D1-3A47-827D-8D943652D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6" name="Freeform 985">
                  <a:extLst>
                    <a:ext uri="{FF2B5EF4-FFF2-40B4-BE49-F238E27FC236}">
                      <a16:creationId xmlns:a16="http://schemas.microsoft.com/office/drawing/2014/main" xmlns="" id="{FF593AC5-08BE-8844-905E-205731B1D7EF}"/>
                    </a:ext>
                  </a:extLst>
                </p:cNvPr>
                <p:cNvSpPr/>
                <p:nvPr/>
              </p:nvSpPr>
              <p:spPr bwMode="auto">
                <a:xfrm>
                  <a:off x="2491182" y="1671479"/>
                  <a:ext cx="582357" cy="154842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7" name="Freeform 986">
                  <a:extLst>
                    <a:ext uri="{FF2B5EF4-FFF2-40B4-BE49-F238E27FC236}">
                      <a16:creationId xmlns:a16="http://schemas.microsoft.com/office/drawing/2014/main" xmlns="" id="{F0D77977-1A67-AA45-AB94-A8428B0612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78" y="1629250"/>
                  <a:ext cx="703366" cy="109796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3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4 h 932950"/>
                    <a:gd name="T14" fmla="*/ 354544 w 3723451"/>
                    <a:gd name="T15" fmla="*/ 109796 h 932950"/>
                    <a:gd name="T16" fmla="*/ 134425 w 3723451"/>
                    <a:gd name="T17" fmla="*/ 48611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8" name="Freeform 987">
                  <a:extLst>
                    <a:ext uri="{FF2B5EF4-FFF2-40B4-BE49-F238E27FC236}">
                      <a16:creationId xmlns:a16="http://schemas.microsoft.com/office/drawing/2014/main" xmlns="" id="{4A24255A-B649-9D44-AB80-CACD0B0D1B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5" y="1722154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9" name="Freeform 988">
                  <a:extLst>
                    <a:ext uri="{FF2B5EF4-FFF2-40B4-BE49-F238E27FC236}">
                      <a16:creationId xmlns:a16="http://schemas.microsoft.com/office/drawing/2014/main" xmlns="" id="{21311582-6B5F-4441-B6D0-5D1DEBA1C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4" y="1724970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90" name="Straight Connector 989">
                  <a:extLst>
                    <a:ext uri="{FF2B5EF4-FFF2-40B4-BE49-F238E27FC236}">
                      <a16:creationId xmlns:a16="http://schemas.microsoft.com/office/drawing/2014/main" xmlns="" id="{C0FC5468-8C4C-AB42-AC33-6B20FED82305}"/>
                    </a:ext>
                  </a:extLst>
                </p:cNvPr>
                <p:cNvCxnSpPr>
                  <a:cxnSpLocks noChangeShapeType="1"/>
                  <a:endCxn id="985" idx="2"/>
                </p:cNvCxnSpPr>
                <p:nvPr/>
              </p:nvCxnSpPr>
              <p:spPr bwMode="auto">
                <a:xfrm flipH="1" flipV="1">
                  <a:off x="2184879" y="1722154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91" name="Straight Connector 990">
                  <a:extLst>
                    <a:ext uri="{FF2B5EF4-FFF2-40B4-BE49-F238E27FC236}">
                      <a16:creationId xmlns:a16="http://schemas.microsoft.com/office/drawing/2014/main" xmlns="" id="{0641688B-D837-D241-8726-C138E7CF244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27785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5" name="Group 48257">
              <a:extLst>
                <a:ext uri="{FF2B5EF4-FFF2-40B4-BE49-F238E27FC236}">
                  <a16:creationId xmlns:a16="http://schemas.microsoft.com/office/drawing/2014/main" xmlns="" id="{DFD8AD38-F69C-AE4E-A7C6-58BC92264C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2116" y="3849635"/>
              <a:ext cx="514350" cy="1670050"/>
              <a:chOff x="5552116" y="3849635"/>
              <a:chExt cx="514350" cy="1670050"/>
            </a:xfrm>
          </p:grpSpPr>
          <p:sp>
            <p:nvSpPr>
              <p:cNvPr id="957" name="Rectangle 956">
                <a:extLst>
                  <a:ext uri="{FF2B5EF4-FFF2-40B4-BE49-F238E27FC236}">
                    <a16:creationId xmlns:a16="http://schemas.microsoft.com/office/drawing/2014/main" xmlns="" id="{B13372F6-7422-A24B-A223-1174A9270D3C}"/>
                  </a:ext>
                </a:extLst>
              </p:cNvPr>
              <p:cNvSpPr/>
              <p:nvPr/>
            </p:nvSpPr>
            <p:spPr bwMode="auto"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58" name="Straight Connector 957">
                <a:extLst>
                  <a:ext uri="{FF2B5EF4-FFF2-40B4-BE49-F238E27FC236}">
                    <a16:creationId xmlns:a16="http://schemas.microsoft.com/office/drawing/2014/main" xmlns="" id="{E33D11D1-8D4D-F14F-B9FC-6D2FB093890B}"/>
                  </a:ext>
                </a:extLst>
              </p:cNvPr>
              <p:cNvCxnSpPr/>
              <p:nvPr/>
            </p:nvCxnSpPr>
            <p:spPr bwMode="auto">
              <a:xfrm flipH="1">
                <a:off x="6064879" y="4006752"/>
                <a:ext cx="1588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59" name="Group 607">
                <a:extLst>
                  <a:ext uri="{FF2B5EF4-FFF2-40B4-BE49-F238E27FC236}">
                    <a16:creationId xmlns:a16="http://schemas.microsoft.com/office/drawing/2014/main" xmlns="" id="{12AC3864-6986-E84A-85C7-6895574A88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7264" y="5297988"/>
                <a:ext cx="507588" cy="221697"/>
                <a:chOff x="4128636" y="3606589"/>
                <a:chExt cx="568145" cy="338667"/>
              </a:xfrm>
            </p:grpSpPr>
            <p:sp>
              <p:nvSpPr>
                <p:cNvPr id="972" name="Oval 971">
                  <a:extLst>
                    <a:ext uri="{FF2B5EF4-FFF2-40B4-BE49-F238E27FC236}">
                      <a16:creationId xmlns:a16="http://schemas.microsoft.com/office/drawing/2014/main" xmlns="" id="{1C323077-6C9C-1746-A411-C1B91269146D}"/>
                    </a:ext>
                  </a:extLst>
                </p:cNvPr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73" name="Rectangle 972">
                  <a:extLst>
                    <a:ext uri="{FF2B5EF4-FFF2-40B4-BE49-F238E27FC236}">
                      <a16:creationId xmlns:a16="http://schemas.microsoft.com/office/drawing/2014/main" xmlns="" id="{EE440552-5BF2-324D-8F4B-CBBAD5E25F28}"/>
                    </a:ext>
                  </a:extLst>
                </p:cNvPr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74" name="Oval 973">
                  <a:extLst>
                    <a:ext uri="{FF2B5EF4-FFF2-40B4-BE49-F238E27FC236}">
                      <a16:creationId xmlns:a16="http://schemas.microsoft.com/office/drawing/2014/main" xmlns="" id="{352AAEDD-5767-E14C-A897-289B1F7E9906}"/>
                    </a:ext>
                  </a:extLst>
                </p:cNvPr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75" name="Straight Connector 974">
                  <a:extLst>
                    <a:ext uri="{FF2B5EF4-FFF2-40B4-BE49-F238E27FC236}">
                      <a16:creationId xmlns:a16="http://schemas.microsoft.com/office/drawing/2014/main" xmlns="" id="{703AA525-DABB-0145-AB73-1F4B2D918977}"/>
                    </a:ext>
                  </a:extLst>
                </p:cNvPr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76" name="Straight Connector 975">
                  <a:extLst>
                    <a:ext uri="{FF2B5EF4-FFF2-40B4-BE49-F238E27FC236}">
                      <a16:creationId xmlns:a16="http://schemas.microsoft.com/office/drawing/2014/main" xmlns="" id="{4325B995-3B4C-0C4D-A71A-517823605523}"/>
                    </a:ext>
                  </a:extLst>
                </p:cNvPr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60" name="Rectangle 959">
                <a:extLst>
                  <a:ext uri="{FF2B5EF4-FFF2-40B4-BE49-F238E27FC236}">
                    <a16:creationId xmlns:a16="http://schemas.microsoft.com/office/drawing/2014/main" xmlns="" id="{67DB7B11-56CE-334A-ADC8-5DC41B2B2B31}"/>
                  </a:ext>
                </a:extLst>
              </p:cNvPr>
              <p:cNvSpPr/>
              <p:nvPr/>
            </p:nvSpPr>
            <p:spPr bwMode="auto">
              <a:xfrm>
                <a:off x="5558467" y="4562294"/>
                <a:ext cx="496887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61" name="Straight Connector 960">
                <a:extLst>
                  <a:ext uri="{FF2B5EF4-FFF2-40B4-BE49-F238E27FC236}">
                    <a16:creationId xmlns:a16="http://schemas.microsoft.com/office/drawing/2014/main" xmlns="" id="{A04F27FE-A553-BA4D-8784-D3F9D239406C}"/>
                  </a:ext>
                </a:extLst>
              </p:cNvPr>
              <p:cNvCxnSpPr/>
              <p:nvPr/>
            </p:nvCxnSpPr>
            <p:spPr bwMode="auto">
              <a:xfrm flipH="1">
                <a:off x="5552117" y="4014689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62" name="Group 595">
                <a:extLst>
                  <a:ext uri="{FF2B5EF4-FFF2-40B4-BE49-F238E27FC236}">
                    <a16:creationId xmlns:a16="http://schemas.microsoft.com/office/drawing/2014/main" xmlns="" id="{7A9DFB75-AD21-E042-816D-12C833D0B1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4629" y="38496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963" name="Oval 962">
                  <a:extLst>
                    <a:ext uri="{FF2B5EF4-FFF2-40B4-BE49-F238E27FC236}">
                      <a16:creationId xmlns:a16="http://schemas.microsoft.com/office/drawing/2014/main" xmlns="" id="{EBC1A268-4FE6-7C48-A7EB-5B88F961348E}"/>
                    </a:ext>
                  </a:extLst>
                </p:cNvPr>
                <p:cNvSpPr/>
                <p:nvPr/>
              </p:nvSpPr>
              <p:spPr bwMode="auto">
                <a:xfrm flipV="1">
                  <a:off x="2188662" y="1691192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4" name="Rectangle 963">
                  <a:extLst>
                    <a:ext uri="{FF2B5EF4-FFF2-40B4-BE49-F238E27FC236}">
                      <a16:creationId xmlns:a16="http://schemas.microsoft.com/office/drawing/2014/main" xmlns="" id="{7E5BFB83-4F66-5340-A6C8-AE2EA6969B5D}"/>
                    </a:ext>
                  </a:extLst>
                </p:cNvPr>
                <p:cNvSpPr/>
                <p:nvPr/>
              </p:nvSpPr>
              <p:spPr bwMode="auto"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5" name="Oval 964">
                  <a:extLst>
                    <a:ext uri="{FF2B5EF4-FFF2-40B4-BE49-F238E27FC236}">
                      <a16:creationId xmlns:a16="http://schemas.microsoft.com/office/drawing/2014/main" xmlns="" id="{835B3555-2BFA-4345-AEDE-3AFF012D16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6" name="Freeform 965">
                  <a:extLst>
                    <a:ext uri="{FF2B5EF4-FFF2-40B4-BE49-F238E27FC236}">
                      <a16:creationId xmlns:a16="http://schemas.microsoft.com/office/drawing/2014/main" xmlns="" id="{9C54B396-F12D-CD4B-97BD-8CD97DC9CB69}"/>
                    </a:ext>
                  </a:extLst>
                </p:cNvPr>
                <p:cNvSpPr/>
                <p:nvPr/>
              </p:nvSpPr>
              <p:spPr bwMode="auto">
                <a:xfrm>
                  <a:off x="2491185" y="1671486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7" name="Freeform 966">
                  <a:extLst>
                    <a:ext uri="{FF2B5EF4-FFF2-40B4-BE49-F238E27FC236}">
                      <a16:creationId xmlns:a16="http://schemas.microsoft.com/office/drawing/2014/main" xmlns="" id="{74A5A762-7F2A-7146-9F8E-38B680D0F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80" y="1629256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8" name="Freeform 967">
                  <a:extLst>
                    <a:ext uri="{FF2B5EF4-FFF2-40B4-BE49-F238E27FC236}">
                      <a16:creationId xmlns:a16="http://schemas.microsoft.com/office/drawing/2014/main" xmlns="" id="{2A01FA01-3AF8-6C49-B347-15EC8DD1FC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8" y="1722161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9" name="Freeform 968">
                  <a:extLst>
                    <a:ext uri="{FF2B5EF4-FFF2-40B4-BE49-F238E27FC236}">
                      <a16:creationId xmlns:a16="http://schemas.microsoft.com/office/drawing/2014/main" xmlns="" id="{45B074FE-A579-4E44-9C72-7EC6937937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7" y="1724976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70" name="Straight Connector 969">
                  <a:extLst>
                    <a:ext uri="{FF2B5EF4-FFF2-40B4-BE49-F238E27FC236}">
                      <a16:creationId xmlns:a16="http://schemas.microsoft.com/office/drawing/2014/main" xmlns="" id="{D7BA177F-687A-5349-B8D9-E812C7AD3962}"/>
                    </a:ext>
                  </a:extLst>
                </p:cNvPr>
                <p:cNvCxnSpPr>
                  <a:cxnSpLocks noChangeShapeType="1"/>
                  <a:endCxn id="965" idx="2"/>
                </p:cNvCxnSpPr>
                <p:nvPr/>
              </p:nvCxnSpPr>
              <p:spPr bwMode="auto">
                <a:xfrm flipH="1" flipV="1">
                  <a:off x="2184881" y="1722161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71" name="Straight Connector 970">
                  <a:extLst>
                    <a:ext uri="{FF2B5EF4-FFF2-40B4-BE49-F238E27FC236}">
                      <a16:creationId xmlns:a16="http://schemas.microsoft.com/office/drawing/2014/main" xmlns="" id="{2708807E-0266-644C-A6E9-061ABB06D12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7" y="1727792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6" name="Group 48258">
              <a:extLst>
                <a:ext uri="{FF2B5EF4-FFF2-40B4-BE49-F238E27FC236}">
                  <a16:creationId xmlns:a16="http://schemas.microsoft.com/office/drawing/2014/main" xmlns="" id="{47B32372-CF84-404F-9FD0-9ACFAC4EE6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7479" y="3836935"/>
              <a:ext cx="514350" cy="1671638"/>
              <a:chOff x="6547479" y="3836935"/>
              <a:chExt cx="514350" cy="1671638"/>
            </a:xfrm>
          </p:grpSpPr>
          <p:sp>
            <p:nvSpPr>
              <p:cNvPr id="937" name="Rectangle 936">
                <a:extLst>
                  <a:ext uri="{FF2B5EF4-FFF2-40B4-BE49-F238E27FC236}">
                    <a16:creationId xmlns:a16="http://schemas.microsoft.com/office/drawing/2014/main" xmlns="" id="{73DDF967-9AF3-2A4F-AE8E-6BE3B9FF2E91}"/>
                  </a:ext>
                </a:extLst>
              </p:cNvPr>
              <p:cNvSpPr/>
              <p:nvPr/>
            </p:nvSpPr>
            <p:spPr bwMode="auto"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38" name="Straight Connector 937">
                <a:extLst>
                  <a:ext uri="{FF2B5EF4-FFF2-40B4-BE49-F238E27FC236}">
                    <a16:creationId xmlns:a16="http://schemas.microsoft.com/office/drawing/2014/main" xmlns="" id="{4E2A68FE-149D-DD45-B62C-268C2B480787}"/>
                  </a:ext>
                </a:extLst>
              </p:cNvPr>
              <p:cNvCxnSpPr/>
              <p:nvPr/>
            </p:nvCxnSpPr>
            <p:spPr bwMode="auto">
              <a:xfrm flipH="1">
                <a:off x="7060242" y="3994054"/>
                <a:ext cx="1587" cy="1366633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39" name="Group 634">
                <a:extLst>
                  <a:ext uri="{FF2B5EF4-FFF2-40B4-BE49-F238E27FC236}">
                    <a16:creationId xmlns:a16="http://schemas.microsoft.com/office/drawing/2014/main" xmlns="" id="{EA89FBDD-115D-B744-8C40-278D9ECECB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52627" y="5286665"/>
                <a:ext cx="507588" cy="221908"/>
                <a:chOff x="4128636" y="3606589"/>
                <a:chExt cx="568145" cy="338667"/>
              </a:xfrm>
            </p:grpSpPr>
            <p:sp>
              <p:nvSpPr>
                <p:cNvPr id="952" name="Oval 951">
                  <a:extLst>
                    <a:ext uri="{FF2B5EF4-FFF2-40B4-BE49-F238E27FC236}">
                      <a16:creationId xmlns:a16="http://schemas.microsoft.com/office/drawing/2014/main" xmlns="" id="{ADD15AEA-0E06-3444-AA78-D1D680AED400}"/>
                    </a:ext>
                  </a:extLst>
                </p:cNvPr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3" name="Rectangle 952">
                  <a:extLst>
                    <a:ext uri="{FF2B5EF4-FFF2-40B4-BE49-F238E27FC236}">
                      <a16:creationId xmlns:a16="http://schemas.microsoft.com/office/drawing/2014/main" xmlns="" id="{CBDCEDCB-60F4-7D47-8AE9-D843D17AF39C}"/>
                    </a:ext>
                  </a:extLst>
                </p:cNvPr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4" name="Oval 953">
                  <a:extLst>
                    <a:ext uri="{FF2B5EF4-FFF2-40B4-BE49-F238E27FC236}">
                      <a16:creationId xmlns:a16="http://schemas.microsoft.com/office/drawing/2014/main" xmlns="" id="{96CC10B3-D82A-D340-B795-8505902BBB5B}"/>
                    </a:ext>
                  </a:extLst>
                </p:cNvPr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55" name="Straight Connector 954">
                  <a:extLst>
                    <a:ext uri="{FF2B5EF4-FFF2-40B4-BE49-F238E27FC236}">
                      <a16:creationId xmlns:a16="http://schemas.microsoft.com/office/drawing/2014/main" xmlns="" id="{3B133DA9-A713-2849-A8D7-EDE46E681761}"/>
                    </a:ext>
                  </a:extLst>
                </p:cNvPr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56" name="Straight Connector 955">
                  <a:extLst>
                    <a:ext uri="{FF2B5EF4-FFF2-40B4-BE49-F238E27FC236}">
                      <a16:creationId xmlns:a16="http://schemas.microsoft.com/office/drawing/2014/main" xmlns="" id="{BC22357C-1B49-FD47-A8E1-4EE9363277E0}"/>
                    </a:ext>
                  </a:extLst>
                </p:cNvPr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40" name="Rectangle 939">
                <a:extLst>
                  <a:ext uri="{FF2B5EF4-FFF2-40B4-BE49-F238E27FC236}">
                    <a16:creationId xmlns:a16="http://schemas.microsoft.com/office/drawing/2014/main" xmlns="" id="{8A75ED0D-201E-C349-9238-A2D94F02D3E1}"/>
                  </a:ext>
                </a:extLst>
              </p:cNvPr>
              <p:cNvSpPr/>
              <p:nvPr/>
            </p:nvSpPr>
            <p:spPr bwMode="auto">
              <a:xfrm>
                <a:off x="6553829" y="4551184"/>
                <a:ext cx="496888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41" name="Straight Connector 940">
                <a:extLst>
                  <a:ext uri="{FF2B5EF4-FFF2-40B4-BE49-F238E27FC236}">
                    <a16:creationId xmlns:a16="http://schemas.microsoft.com/office/drawing/2014/main" xmlns="" id="{690B7076-D7BF-A64B-A741-7A1AB99BC7BD}"/>
                  </a:ext>
                </a:extLst>
              </p:cNvPr>
              <p:cNvCxnSpPr/>
              <p:nvPr/>
            </p:nvCxnSpPr>
            <p:spPr bwMode="auto">
              <a:xfrm flipH="1">
                <a:off x="6547479" y="4001991"/>
                <a:ext cx="3175" cy="1452344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42" name="Group 622">
                <a:extLst>
                  <a:ext uri="{FF2B5EF4-FFF2-40B4-BE49-F238E27FC236}">
                    <a16:creationId xmlns:a16="http://schemas.microsoft.com/office/drawing/2014/main" xmlns="" id="{536C1E87-C19D-B549-A398-BDAA53318F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49992" y="3836935"/>
                <a:ext cx="503828" cy="248485"/>
                <a:chOff x="2183302" y="1564542"/>
                <a:chExt cx="1200154" cy="440314"/>
              </a:xfrm>
            </p:grpSpPr>
            <p:sp>
              <p:nvSpPr>
                <p:cNvPr id="943" name="Oval 942">
                  <a:extLst>
                    <a:ext uri="{FF2B5EF4-FFF2-40B4-BE49-F238E27FC236}">
                      <a16:creationId xmlns:a16="http://schemas.microsoft.com/office/drawing/2014/main" xmlns="" id="{2FA609ED-2E63-804A-8736-890A528B12F8}"/>
                    </a:ext>
                  </a:extLst>
                </p:cNvPr>
                <p:cNvSpPr/>
                <p:nvPr/>
              </p:nvSpPr>
              <p:spPr bwMode="auto">
                <a:xfrm flipV="1">
                  <a:off x="2188662" y="1691075"/>
                  <a:ext cx="1194966" cy="3150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4" name="Rectangle 943">
                  <a:extLst>
                    <a:ext uri="{FF2B5EF4-FFF2-40B4-BE49-F238E27FC236}">
                      <a16:creationId xmlns:a16="http://schemas.microsoft.com/office/drawing/2014/main" xmlns="" id="{355D3E63-F907-0E45-8C46-4E02D5408E65}"/>
                    </a:ext>
                  </a:extLst>
                </p:cNvPr>
                <p:cNvSpPr/>
                <p:nvPr/>
              </p:nvSpPr>
              <p:spPr bwMode="auto"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5" name="Oval 944">
                  <a:extLst>
                    <a:ext uri="{FF2B5EF4-FFF2-40B4-BE49-F238E27FC236}">
                      <a16:creationId xmlns:a16="http://schemas.microsoft.com/office/drawing/2014/main" xmlns="" id="{575934DF-B322-274A-92BC-3407CBF594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6" name="Freeform 945">
                  <a:extLst>
                    <a:ext uri="{FF2B5EF4-FFF2-40B4-BE49-F238E27FC236}">
                      <a16:creationId xmlns:a16="http://schemas.microsoft.com/office/drawing/2014/main" xmlns="" id="{CBF18B9D-FBE2-C54E-A32D-C409E6C62912}"/>
                    </a:ext>
                  </a:extLst>
                </p:cNvPr>
                <p:cNvSpPr/>
                <p:nvPr/>
              </p:nvSpPr>
              <p:spPr bwMode="auto">
                <a:xfrm>
                  <a:off x="2491185" y="1671388"/>
                  <a:ext cx="582357" cy="157507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7" name="Freeform 946">
                  <a:extLst>
                    <a:ext uri="{FF2B5EF4-FFF2-40B4-BE49-F238E27FC236}">
                      <a16:creationId xmlns:a16="http://schemas.microsoft.com/office/drawing/2014/main" xmlns="" id="{E96DBFA6-2771-A54D-B845-79612A393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80" y="1629198"/>
                  <a:ext cx="703366" cy="112505"/>
                </a:xfrm>
                <a:custGeom>
                  <a:avLst/>
                  <a:gdLst>
                    <a:gd name="T0" fmla="*/ 0 w 3723451"/>
                    <a:gd name="T1" fmla="*/ 27524 h 932950"/>
                    <a:gd name="T2" fmla="*/ 123762 w 3723451"/>
                    <a:gd name="T3" fmla="*/ 324 h 932950"/>
                    <a:gd name="T4" fmla="*/ 350560 w 3723451"/>
                    <a:gd name="T5" fmla="*/ 62775 h 932950"/>
                    <a:gd name="T6" fmla="*/ 566927 w 3723451"/>
                    <a:gd name="T7" fmla="*/ 0 h 932950"/>
                    <a:gd name="T8" fmla="*/ 703366 w 3723451"/>
                    <a:gd name="T9" fmla="*/ 24980 h 932950"/>
                    <a:gd name="T10" fmla="*/ 601856 w 3723451"/>
                    <a:gd name="T11" fmla="*/ 55698 h 932950"/>
                    <a:gd name="T12" fmla="*/ 569173 w 3723451"/>
                    <a:gd name="T13" fmla="*/ 47416 h 932950"/>
                    <a:gd name="T14" fmla="*/ 354544 w 3723451"/>
                    <a:gd name="T15" fmla="*/ 112505 h 932950"/>
                    <a:gd name="T16" fmla="*/ 134425 w 3723451"/>
                    <a:gd name="T17" fmla="*/ 49811 h 932950"/>
                    <a:gd name="T18" fmla="*/ 98836 w 3723451"/>
                    <a:gd name="T19" fmla="*/ 56577 h 932950"/>
                    <a:gd name="T20" fmla="*/ 0 w 3723451"/>
                    <a:gd name="T21" fmla="*/ 27524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8" name="Freeform 947">
                  <a:extLst>
                    <a:ext uri="{FF2B5EF4-FFF2-40B4-BE49-F238E27FC236}">
                      <a16:creationId xmlns:a16="http://schemas.microsoft.com/office/drawing/2014/main" xmlns="" id="{02B4EA66-7954-AA46-ABFF-843F0F9139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8" y="1724827"/>
                  <a:ext cx="260925" cy="95629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895 h 809868"/>
                    <a:gd name="T4" fmla="*/ 165165 w 1366596"/>
                    <a:gd name="T5" fmla="*/ 95629 h 809868"/>
                    <a:gd name="T6" fmla="*/ 878 w 1366596"/>
                    <a:gd name="T7" fmla="*/ 50531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9" name="Freeform 948">
                  <a:extLst>
                    <a:ext uri="{FF2B5EF4-FFF2-40B4-BE49-F238E27FC236}">
                      <a16:creationId xmlns:a16="http://schemas.microsoft.com/office/drawing/2014/main" xmlns="" id="{F20F445F-471B-7448-AAA1-96643F81BE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4" y="1727640"/>
                  <a:ext cx="253364" cy="92816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4789 h 791462"/>
                    <a:gd name="T4" fmla="*/ 91661 w 1348191"/>
                    <a:gd name="T5" fmla="*/ 92816 h 791462"/>
                    <a:gd name="T6" fmla="*/ 0 w 1348191"/>
                    <a:gd name="T7" fmla="*/ 71770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50" name="Straight Connector 949">
                  <a:extLst>
                    <a:ext uri="{FF2B5EF4-FFF2-40B4-BE49-F238E27FC236}">
                      <a16:creationId xmlns:a16="http://schemas.microsoft.com/office/drawing/2014/main" xmlns="" id="{4BDF3FD2-413B-0D4C-9A59-50D44FBEA121}"/>
                    </a:ext>
                  </a:extLst>
                </p:cNvPr>
                <p:cNvCxnSpPr>
                  <a:cxnSpLocks noChangeShapeType="1"/>
                  <a:endCxn id="945" idx="2"/>
                </p:cNvCxnSpPr>
                <p:nvPr/>
              </p:nvCxnSpPr>
              <p:spPr bwMode="auto">
                <a:xfrm flipH="1" flipV="1">
                  <a:off x="2184879" y="1722015"/>
                  <a:ext cx="3783" cy="12094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51" name="Straight Connector 950">
                  <a:extLst>
                    <a:ext uri="{FF2B5EF4-FFF2-40B4-BE49-F238E27FC236}">
                      <a16:creationId xmlns:a16="http://schemas.microsoft.com/office/drawing/2014/main" xmlns="" id="{71DA60AE-C589-FA44-94AB-B21A49C1523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30452"/>
                  <a:ext cx="3783" cy="120944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xmlns="" id="{B91F629B-CF25-F443-9115-62469DD7E55B}"/>
              </a:ext>
            </a:extLst>
          </p:cNvPr>
          <p:cNvGrpSpPr>
            <a:grpSpLocks/>
          </p:cNvGrpSpPr>
          <p:nvPr/>
        </p:nvGrpSpPr>
        <p:grpSpPr bwMode="auto">
          <a:xfrm>
            <a:off x="4130530" y="2423492"/>
            <a:ext cx="4416425" cy="2314575"/>
            <a:chOff x="2381956" y="2435173"/>
            <a:chExt cx="4415330" cy="2315048"/>
          </a:xfrm>
        </p:grpSpPr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xmlns="" id="{9766E8B3-28C0-B742-8340-745064581E4E}"/>
                </a:ext>
              </a:extLst>
            </p:cNvPr>
            <p:cNvSpPr/>
            <p:nvPr/>
          </p:nvSpPr>
          <p:spPr>
            <a:xfrm>
              <a:off x="2381956" y="2439937"/>
              <a:ext cx="296789" cy="1743431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015941"/>
                <a:gd name="connsiteX1" fmla="*/ 0 w 307275"/>
                <a:gd name="connsiteY1" fmla="*/ 0 h 2015941"/>
                <a:gd name="connsiteX2" fmla="*/ 0 w 307275"/>
                <a:gd name="connsiteY2" fmla="*/ 2015941 h 2015941"/>
                <a:gd name="connsiteX0" fmla="*/ 228538 w 228538"/>
                <a:gd name="connsiteY0" fmla="*/ 0 h 2022548"/>
                <a:gd name="connsiteX1" fmla="*/ 0 w 228538"/>
                <a:gd name="connsiteY1" fmla="*/ 6607 h 2022548"/>
                <a:gd name="connsiteX2" fmla="*/ 0 w 228538"/>
                <a:gd name="connsiteY2" fmla="*/ 2022548 h 202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538" h="202254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39" name="Freeform 1038">
              <a:extLst>
                <a:ext uri="{FF2B5EF4-FFF2-40B4-BE49-F238E27FC236}">
                  <a16:creationId xmlns:a16="http://schemas.microsoft.com/office/drawing/2014/main" xmlns="" id="{CDF62C6F-3C23-F349-9A9F-804273D0BA51}"/>
                </a:ext>
              </a:extLst>
            </p:cNvPr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117725"/>
                <a:gd name="connsiteX1" fmla="*/ 0 w 307275"/>
                <a:gd name="connsiteY1" fmla="*/ 0 h 2117725"/>
                <a:gd name="connsiteX2" fmla="*/ 0 w 307275"/>
                <a:gd name="connsiteY2" fmla="*/ 2117725 h 211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275" h="211772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1040" name="Straight Arrow Connector 1039">
              <a:extLst>
                <a:ext uri="{FF2B5EF4-FFF2-40B4-BE49-F238E27FC236}">
                  <a16:creationId xmlns:a16="http://schemas.microsoft.com/office/drawing/2014/main" xmlns="" id="{497E72DF-A12C-4044-A2D6-B881FE41D269}"/>
                </a:ext>
              </a:extLst>
            </p:cNvPr>
            <p:cNvCxnSpPr/>
            <p:nvPr/>
          </p:nvCxnSpPr>
          <p:spPr>
            <a:xfrm flipV="1">
              <a:off x="5791061" y="2687638"/>
              <a:ext cx="7936" cy="2062583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041" name="Straight Arrow Connector 1040">
              <a:extLst>
                <a:ext uri="{FF2B5EF4-FFF2-40B4-BE49-F238E27FC236}">
                  <a16:creationId xmlns:a16="http://schemas.microsoft.com/office/drawing/2014/main" xmlns="" id="{EF8C79E1-BE27-8F43-B34B-79F8C5338E4E}"/>
                </a:ext>
              </a:extLst>
            </p:cNvPr>
            <p:cNvCxnSpPr/>
            <p:nvPr/>
          </p:nvCxnSpPr>
          <p:spPr>
            <a:xfrm flipV="1">
              <a:off x="4599144" y="2708279"/>
              <a:ext cx="17458" cy="2037179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042" name="Straight Arrow Connector 1041">
              <a:extLst>
                <a:ext uri="{FF2B5EF4-FFF2-40B4-BE49-F238E27FC236}">
                  <a16:creationId xmlns:a16="http://schemas.microsoft.com/office/drawing/2014/main" xmlns="" id="{4B55563F-765E-CC4D-92B4-D17FBE1B08A6}"/>
                </a:ext>
              </a:extLst>
            </p:cNvPr>
            <p:cNvCxnSpPr/>
            <p:nvPr/>
          </p:nvCxnSpPr>
          <p:spPr>
            <a:xfrm flipH="1" flipV="1">
              <a:off x="3807178" y="2762265"/>
              <a:ext cx="9523" cy="1983193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</p:grpSp>
      <p:grpSp>
        <p:nvGrpSpPr>
          <p:cNvPr id="1043" name="Group 1042">
            <a:extLst>
              <a:ext uri="{FF2B5EF4-FFF2-40B4-BE49-F238E27FC236}">
                <a16:creationId xmlns:a16="http://schemas.microsoft.com/office/drawing/2014/main" xmlns="" id="{B5756541-DE04-D343-ADA3-E578917497B6}"/>
              </a:ext>
            </a:extLst>
          </p:cNvPr>
          <p:cNvGrpSpPr>
            <a:grpSpLocks/>
          </p:cNvGrpSpPr>
          <p:nvPr/>
        </p:nvGrpSpPr>
        <p:grpSpPr bwMode="auto">
          <a:xfrm>
            <a:off x="3805093" y="4634880"/>
            <a:ext cx="4957762" cy="693737"/>
            <a:chOff x="2055070" y="4690247"/>
            <a:chExt cx="4956877" cy="694339"/>
          </a:xfrm>
        </p:grpSpPr>
        <p:grpSp>
          <p:nvGrpSpPr>
            <p:cNvPr id="1044" name="Group 554">
              <a:extLst>
                <a:ext uri="{FF2B5EF4-FFF2-40B4-BE49-F238E27FC236}">
                  <a16:creationId xmlns:a16="http://schemas.microsoft.com/office/drawing/2014/main" xmlns="" id="{368CBAA7-B3CD-B447-8953-FE800957A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5320" y="5055434"/>
              <a:ext cx="430131" cy="329152"/>
              <a:chOff x="2931664" y="3912603"/>
              <a:chExt cx="430450" cy="329314"/>
            </a:xfrm>
          </p:grpSpPr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xmlns="" id="{C71DD82B-ED54-9D40-848F-40B6802EC749}"/>
                  </a:ext>
                </a:extLst>
              </p:cNvPr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xmlns="" id="{5A2CCD06-A52B-594C-895E-DE5616109835}"/>
                  </a:ext>
                </a:extLst>
              </p:cNvPr>
              <p:cNvCxnSpPr/>
              <p:nvPr/>
            </p:nvCxnSpPr>
            <p:spPr>
              <a:xfrm>
                <a:off x="2932124" y="4005058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1067" name="Straight Connector 1066">
                <a:extLst>
                  <a:ext uri="{FF2B5EF4-FFF2-40B4-BE49-F238E27FC236}">
                    <a16:creationId xmlns:a16="http://schemas.microsoft.com/office/drawing/2014/main" xmlns="" id="{CAE78986-A47E-684D-AC0D-81B0C9B79A88}"/>
                  </a:ext>
                </a:extLst>
              </p:cNvPr>
              <p:cNvCxnSpPr/>
              <p:nvPr/>
            </p:nvCxnSpPr>
            <p:spPr>
              <a:xfrm>
                <a:off x="2932124" y="406864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xmlns="" id="{CEA4CB24-3526-B94F-BDC2-D6FC123FF46E}"/>
                  </a:ext>
                </a:extLst>
              </p:cNvPr>
              <p:cNvCxnSpPr>
                <a:stCxn id="1065" idx="2"/>
              </p:cNvCxnSpPr>
              <p:nvPr/>
            </p:nvCxnSpPr>
            <p:spPr>
              <a:xfrm flipH="1" flipV="1">
                <a:off x="3148146" y="4005058"/>
                <a:ext cx="1589" cy="236859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grpSp>
          <p:nvGrpSpPr>
            <p:cNvPr id="1045" name="Group 582">
              <a:extLst>
                <a:ext uri="{FF2B5EF4-FFF2-40B4-BE49-F238E27FC236}">
                  <a16:creationId xmlns:a16="http://schemas.microsoft.com/office/drawing/2014/main" xmlns="" id="{813A6CA3-90B1-754D-8C2A-B486DE6440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7957" y="5055368"/>
              <a:ext cx="430131" cy="329152"/>
              <a:chOff x="2931664" y="3912603"/>
              <a:chExt cx="430450" cy="329314"/>
            </a:xfrm>
          </p:grpSpPr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xmlns="" id="{CDA497B5-1F53-4B4A-B52C-8AF25ACDEA7D}"/>
                  </a:ext>
                </a:extLst>
              </p:cNvPr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xmlns="" id="{1FEFA7AF-47D6-9044-B6BA-FCC567BC9B9F}"/>
                  </a:ext>
                </a:extLst>
              </p:cNvPr>
              <p:cNvCxnSpPr/>
              <p:nvPr/>
            </p:nvCxnSpPr>
            <p:spPr>
              <a:xfrm>
                <a:off x="2931985" y="400512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1063" name="Straight Connector 1062">
                <a:extLst>
                  <a:ext uri="{FF2B5EF4-FFF2-40B4-BE49-F238E27FC236}">
                    <a16:creationId xmlns:a16="http://schemas.microsoft.com/office/drawing/2014/main" xmlns="" id="{F2F3585A-E53E-A040-84F7-9123881B9F28}"/>
                  </a:ext>
                </a:extLst>
              </p:cNvPr>
              <p:cNvCxnSpPr/>
              <p:nvPr/>
            </p:nvCxnSpPr>
            <p:spPr>
              <a:xfrm>
                <a:off x="2931985" y="4068711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xmlns="" id="{F72283CD-AFD3-8E4E-9857-F6D589080734}"/>
                  </a:ext>
                </a:extLst>
              </p:cNvPr>
              <p:cNvCxnSpPr>
                <a:stCxn id="1061" idx="2"/>
              </p:cNvCxnSpPr>
              <p:nvPr/>
            </p:nvCxnSpPr>
            <p:spPr>
              <a:xfrm flipH="1" flipV="1">
                <a:off x="3148007" y="4005125"/>
                <a:ext cx="1588" cy="236859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grpSp>
          <p:nvGrpSpPr>
            <p:cNvPr id="1046" name="Group 609">
              <a:extLst>
                <a:ext uri="{FF2B5EF4-FFF2-40B4-BE49-F238E27FC236}">
                  <a16:creationId xmlns:a16="http://schemas.microsoft.com/office/drawing/2014/main" xmlns="" id="{89D38A41-C0E7-004E-889C-35371BDB4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91804" y="5053093"/>
              <a:ext cx="430212" cy="328614"/>
              <a:chOff x="2932186" y="3913304"/>
              <a:chExt cx="430531" cy="328775"/>
            </a:xfrm>
          </p:grpSpPr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xmlns="" id="{7E038D77-DD73-D34F-AE34-D667F6E9B9F0}"/>
                  </a:ext>
                </a:extLst>
              </p:cNvPr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xmlns="" id="{D2968903-9149-5948-9F49-8F05AE95D6F0}"/>
                  </a:ext>
                </a:extLst>
              </p:cNvPr>
              <p:cNvCxnSpPr/>
              <p:nvPr/>
            </p:nvCxnSpPr>
            <p:spPr>
              <a:xfrm>
                <a:off x="2931771" y="4004922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1059" name="Straight Connector 1058">
                <a:extLst>
                  <a:ext uri="{FF2B5EF4-FFF2-40B4-BE49-F238E27FC236}">
                    <a16:creationId xmlns:a16="http://schemas.microsoft.com/office/drawing/2014/main" xmlns="" id="{6B45A1AF-6B67-DD42-AEDE-F73D064563E4}"/>
                  </a:ext>
                </a:extLst>
              </p:cNvPr>
              <p:cNvCxnSpPr/>
              <p:nvPr/>
            </p:nvCxnSpPr>
            <p:spPr>
              <a:xfrm>
                <a:off x="2931771" y="4068509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1060" name="Straight Connector 1059">
                <a:extLst>
                  <a:ext uri="{FF2B5EF4-FFF2-40B4-BE49-F238E27FC236}">
                    <a16:creationId xmlns:a16="http://schemas.microsoft.com/office/drawing/2014/main" xmlns="" id="{0FF66FC3-DA6A-CB44-8117-4648AAEC93ED}"/>
                  </a:ext>
                </a:extLst>
              </p:cNvPr>
              <p:cNvCxnSpPr>
                <a:stCxn id="1057" idx="2"/>
              </p:cNvCxnSpPr>
              <p:nvPr/>
            </p:nvCxnSpPr>
            <p:spPr>
              <a:xfrm flipH="1" flipV="1">
                <a:off x="3147792" y="4004922"/>
                <a:ext cx="1588" cy="236858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grpSp>
          <p:nvGrpSpPr>
            <p:cNvPr id="1047" name="Group 636">
              <a:extLst>
                <a:ext uri="{FF2B5EF4-FFF2-40B4-BE49-F238E27FC236}">
                  <a16:creationId xmlns:a16="http://schemas.microsoft.com/office/drawing/2014/main" xmlns="" id="{6DF58C37-21E3-AF4F-B080-530FD985E9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1816" y="5045656"/>
              <a:ext cx="430131" cy="329465"/>
              <a:chOff x="2931664" y="3912603"/>
              <a:chExt cx="430450" cy="329314"/>
            </a:xfrm>
          </p:grpSpPr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xmlns="" id="{F4182402-0285-CD46-9828-6534BE97D257}"/>
                  </a:ext>
                </a:extLst>
              </p:cNvPr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w="635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4" name="Straight Connector 1053">
                <a:extLst>
                  <a:ext uri="{FF2B5EF4-FFF2-40B4-BE49-F238E27FC236}">
                    <a16:creationId xmlns:a16="http://schemas.microsoft.com/office/drawing/2014/main" xmlns="" id="{D14A7BEB-C638-0A47-B8DE-352AFA82413E}"/>
                  </a:ext>
                </a:extLst>
              </p:cNvPr>
              <p:cNvCxnSpPr/>
              <p:nvPr/>
            </p:nvCxnSpPr>
            <p:spPr>
              <a:xfrm>
                <a:off x="2931660" y="400521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1055" name="Straight Connector 1054">
                <a:extLst>
                  <a:ext uri="{FF2B5EF4-FFF2-40B4-BE49-F238E27FC236}">
                    <a16:creationId xmlns:a16="http://schemas.microsoft.com/office/drawing/2014/main" xmlns="" id="{F02DD2C2-E65E-7E4C-B479-635D130D51D4}"/>
                  </a:ext>
                </a:extLst>
              </p:cNvPr>
              <p:cNvCxnSpPr/>
              <p:nvPr/>
            </p:nvCxnSpPr>
            <p:spPr>
              <a:xfrm>
                <a:off x="2931660" y="4067152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1056" name="Straight Connector 1055">
                <a:extLst>
                  <a:ext uri="{FF2B5EF4-FFF2-40B4-BE49-F238E27FC236}">
                    <a16:creationId xmlns:a16="http://schemas.microsoft.com/office/drawing/2014/main" xmlns="" id="{01A054F6-D6ED-F249-8703-213FDF32A722}"/>
                  </a:ext>
                </a:extLst>
              </p:cNvPr>
              <p:cNvCxnSpPr>
                <a:stCxn id="1053" idx="2"/>
              </p:cNvCxnSpPr>
              <p:nvPr/>
            </p:nvCxnSpPr>
            <p:spPr>
              <a:xfrm flipH="1" flipV="1">
                <a:off x="3147681" y="4005215"/>
                <a:ext cx="1588" cy="236634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grpSp>
          <p:nvGrpSpPr>
            <p:cNvPr id="1048" name="Group 554">
              <a:extLst>
                <a:ext uri="{FF2B5EF4-FFF2-40B4-BE49-F238E27FC236}">
                  <a16:creationId xmlns:a16="http://schemas.microsoft.com/office/drawing/2014/main" xmlns="" id="{BAA5C424-578C-0343-914E-B5BD57101F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5070" y="4690247"/>
              <a:ext cx="675320" cy="521222"/>
              <a:chOff x="2931664" y="3912603"/>
              <a:chExt cx="430450" cy="329314"/>
            </a:xfrm>
          </p:grpSpPr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xmlns="" id="{A0CDA39B-A97A-7842-8A3D-C53D637AE12E}"/>
                  </a:ext>
                </a:extLst>
              </p:cNvPr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0" name="Straight Connector 1049">
                <a:extLst>
                  <a:ext uri="{FF2B5EF4-FFF2-40B4-BE49-F238E27FC236}">
                    <a16:creationId xmlns:a16="http://schemas.microsoft.com/office/drawing/2014/main" xmlns="" id="{779BD574-9352-0A4A-AD81-3425C567CA59}"/>
                  </a:ext>
                </a:extLst>
              </p:cNvPr>
              <p:cNvCxnSpPr/>
              <p:nvPr/>
            </p:nvCxnSpPr>
            <p:spPr>
              <a:xfrm>
                <a:off x="2932675" y="4004959"/>
                <a:ext cx="424911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1051" name="Straight Connector 1050">
                <a:extLst>
                  <a:ext uri="{FF2B5EF4-FFF2-40B4-BE49-F238E27FC236}">
                    <a16:creationId xmlns:a16="http://schemas.microsoft.com/office/drawing/2014/main" xmlns="" id="{E4722BD0-017E-9C4D-9B3E-BB2C34567D80}"/>
                  </a:ext>
                </a:extLst>
              </p:cNvPr>
              <p:cNvCxnSpPr/>
              <p:nvPr/>
            </p:nvCxnSpPr>
            <p:spPr>
              <a:xfrm>
                <a:off x="2932675" y="4069207"/>
                <a:ext cx="424911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1052" name="Straight Connector 1051">
                <a:extLst>
                  <a:ext uri="{FF2B5EF4-FFF2-40B4-BE49-F238E27FC236}">
                    <a16:creationId xmlns:a16="http://schemas.microsoft.com/office/drawing/2014/main" xmlns="" id="{BA1C7D13-CACA-DE42-A4BD-9DF0691F3FA5}"/>
                  </a:ext>
                </a:extLst>
              </p:cNvPr>
              <p:cNvCxnSpPr>
                <a:stCxn id="1049" idx="2"/>
              </p:cNvCxnSpPr>
              <p:nvPr/>
            </p:nvCxnSpPr>
            <p:spPr>
              <a:xfrm flipH="1" flipV="1">
                <a:off x="3148166" y="4004959"/>
                <a:ext cx="1011" cy="236914"/>
              </a:xfrm>
              <a:prstGeom prst="line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</p:grpSp>
      <p:grpSp>
        <p:nvGrpSpPr>
          <p:cNvPr id="1069" name="Group 347">
            <a:extLst>
              <a:ext uri="{FF2B5EF4-FFF2-40B4-BE49-F238E27FC236}">
                <a16:creationId xmlns:a16="http://schemas.microsoft.com/office/drawing/2014/main" xmlns="" id="{4D6C1728-73DE-F748-A0E0-11321B8F7571}"/>
              </a:ext>
            </a:extLst>
          </p:cNvPr>
          <p:cNvGrpSpPr>
            <a:grpSpLocks/>
          </p:cNvGrpSpPr>
          <p:nvPr/>
        </p:nvGrpSpPr>
        <p:grpSpPr bwMode="auto"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xmlns="" id="{BD0DE6BC-801F-2349-B339-2073DD002B1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6"/>
              <a:ext cx="1125331" cy="320525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1" name="Rectangle 1070">
              <a:extLst>
                <a:ext uri="{FF2B5EF4-FFF2-40B4-BE49-F238E27FC236}">
                  <a16:creationId xmlns:a16="http://schemas.microsoft.com/office/drawing/2014/main" xmlns="" id="{8006CA96-E3FA-9945-9B82-02259999272B}"/>
                </a:ext>
              </a:extLst>
            </p:cNvPr>
            <p:cNvSpPr/>
            <p:nvPr/>
          </p:nvSpPr>
          <p:spPr bwMode="auto">
            <a:xfrm>
              <a:off x="1871277" y="1739425"/>
              <a:ext cx="1128371" cy="117334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xmlns="" id="{AC968267-A70E-0B48-9B2B-F3F7549B2D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3" name="Freeform 1072">
              <a:extLst>
                <a:ext uri="{FF2B5EF4-FFF2-40B4-BE49-F238E27FC236}">
                  <a16:creationId xmlns:a16="http://schemas.microsoft.com/office/drawing/2014/main" xmlns="" id="{3543F393-921B-2544-AAF2-81DE265DCA01}"/>
                </a:ext>
              </a:extLst>
            </p:cNvPr>
            <p:cNvSpPr/>
            <p:nvPr/>
          </p:nvSpPr>
          <p:spPr bwMode="auto">
            <a:xfrm>
              <a:off x="2160212" y="1673602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74" name="Freeform 1073">
              <a:extLst>
                <a:ext uri="{FF2B5EF4-FFF2-40B4-BE49-F238E27FC236}">
                  <a16:creationId xmlns:a16="http://schemas.microsoft.com/office/drawing/2014/main" xmlns="" id="{36A99124-4AE5-ED4F-A834-C0222885A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2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7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6 h 932950"/>
                <a:gd name="T12" fmla="*/ 536535 w 3723451"/>
                <a:gd name="T13" fmla="*/ 47040 h 932950"/>
                <a:gd name="T14" fmla="*/ 334214 w 3723451"/>
                <a:gd name="T15" fmla="*/ 111612 h 932950"/>
                <a:gd name="T16" fmla="*/ 126717 w 3723451"/>
                <a:gd name="T17" fmla="*/ 49415 h 932950"/>
                <a:gd name="T18" fmla="*/ 93168 w 3723451"/>
                <a:gd name="T19" fmla="*/ 56128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5" name="Freeform 1074">
              <a:extLst>
                <a:ext uri="{FF2B5EF4-FFF2-40B4-BE49-F238E27FC236}">
                  <a16:creationId xmlns:a16="http://schemas.microsoft.com/office/drawing/2014/main" xmlns="" id="{9CE3F7E2-B553-1E45-88FC-E2E1EC32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8"/>
              <a:ext cx="243315" cy="97302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8 h 809868"/>
                <a:gd name="T4" fmla="*/ 154017 w 1366596"/>
                <a:gd name="T5" fmla="*/ 97302 h 809868"/>
                <a:gd name="T6" fmla="*/ 819 w 1366596"/>
                <a:gd name="T7" fmla="*/ 51415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6" name="Freeform 1075">
              <a:extLst>
                <a:ext uri="{FF2B5EF4-FFF2-40B4-BE49-F238E27FC236}">
                  <a16:creationId xmlns:a16="http://schemas.microsoft.com/office/drawing/2014/main" xmlns="" id="{D7BB9DED-4899-7649-AEBA-749DA4527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2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2 h 791462"/>
                <a:gd name="T6" fmla="*/ 0 w 1348191"/>
                <a:gd name="T7" fmla="*/ 75239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xmlns="" id="{E8965662-2E9A-0244-946F-4423CC691CFA}"/>
                </a:ext>
              </a:extLst>
            </p:cNvPr>
            <p:cNvCxnSpPr>
              <a:cxnSpLocks noChangeShapeType="1"/>
              <a:endCxn id="1072" idx="2"/>
            </p:cNvCxnSpPr>
            <p:nvPr/>
          </p:nvCxnSpPr>
          <p:spPr bwMode="auto">
            <a:xfrm flipH="1" flipV="1">
              <a:off x="1871277" y="1736563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xmlns="" id="{857BA7A2-209C-0B4F-9F2F-F5D9E12C57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2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79" name="Group 347">
            <a:extLst>
              <a:ext uri="{FF2B5EF4-FFF2-40B4-BE49-F238E27FC236}">
                <a16:creationId xmlns:a16="http://schemas.microsoft.com/office/drawing/2014/main" xmlns="" id="{23A5395A-73E4-9545-9CCB-0643AECEF709}"/>
              </a:ext>
            </a:extLst>
          </p:cNvPr>
          <p:cNvGrpSpPr>
            <a:grpSpLocks/>
          </p:cNvGrpSpPr>
          <p:nvPr/>
        </p:nvGrpSpPr>
        <p:grpSpPr bwMode="auto"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1080" name="Oval 1079">
              <a:extLst>
                <a:ext uri="{FF2B5EF4-FFF2-40B4-BE49-F238E27FC236}">
                  <a16:creationId xmlns:a16="http://schemas.microsoft.com/office/drawing/2014/main" xmlns="" id="{DF4469B4-1A62-884E-B93E-2088628FCF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9" y="1693635"/>
              <a:ext cx="1125329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xmlns="" id="{CEED749C-6638-6040-A523-CBE05E8011F2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82" name="Oval 1081">
              <a:extLst>
                <a:ext uri="{FF2B5EF4-FFF2-40B4-BE49-F238E27FC236}">
                  <a16:creationId xmlns:a16="http://schemas.microsoft.com/office/drawing/2014/main" xmlns="" id="{E82E8A3A-0CDF-0142-A8D4-2A7F88E464C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3" name="Freeform 1082">
              <a:extLst>
                <a:ext uri="{FF2B5EF4-FFF2-40B4-BE49-F238E27FC236}">
                  <a16:creationId xmlns:a16="http://schemas.microsoft.com/office/drawing/2014/main" xmlns="" id="{20B0C69D-2EFF-CC4C-91E3-DE028EA90E90}"/>
                </a:ext>
              </a:extLst>
            </p:cNvPr>
            <p:cNvSpPr/>
            <p:nvPr/>
          </p:nvSpPr>
          <p:spPr bwMode="auto">
            <a:xfrm>
              <a:off x="2160214" y="1673603"/>
              <a:ext cx="547457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84" name="Freeform 1083">
              <a:extLst>
                <a:ext uri="{FF2B5EF4-FFF2-40B4-BE49-F238E27FC236}">
                  <a16:creationId xmlns:a16="http://schemas.microsoft.com/office/drawing/2014/main" xmlns="" id="{8F166C83-2DE4-AA4C-934F-358B1ABBD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1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6 w 3723451"/>
                <a:gd name="T5" fmla="*/ 62276 h 932950"/>
                <a:gd name="T6" fmla="*/ 534416 w 3723451"/>
                <a:gd name="T7" fmla="*/ 0 h 932950"/>
                <a:gd name="T8" fmla="*/ 663031 w 3723451"/>
                <a:gd name="T9" fmla="*/ 24782 h 932950"/>
                <a:gd name="T10" fmla="*/ 567342 w 3723451"/>
                <a:gd name="T11" fmla="*/ 55255 h 932950"/>
                <a:gd name="T12" fmla="*/ 536534 w 3723451"/>
                <a:gd name="T13" fmla="*/ 47039 h 932950"/>
                <a:gd name="T14" fmla="*/ 334213 w 3723451"/>
                <a:gd name="T15" fmla="*/ 111611 h 932950"/>
                <a:gd name="T16" fmla="*/ 126716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5" name="Freeform 1084">
              <a:extLst>
                <a:ext uri="{FF2B5EF4-FFF2-40B4-BE49-F238E27FC236}">
                  <a16:creationId xmlns:a16="http://schemas.microsoft.com/office/drawing/2014/main" xmlns="" id="{64120D6F-CF36-7A4B-868D-9522C1F79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1" y="1727977"/>
              <a:ext cx="243314" cy="97303"/>
            </a:xfrm>
            <a:custGeom>
              <a:avLst/>
              <a:gdLst>
                <a:gd name="T0" fmla="*/ 0 w 1366596"/>
                <a:gd name="T1" fmla="*/ 0 h 809868"/>
                <a:gd name="T2" fmla="*/ 243314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6" name="Freeform 1085">
              <a:extLst>
                <a:ext uri="{FF2B5EF4-FFF2-40B4-BE49-F238E27FC236}">
                  <a16:creationId xmlns:a16="http://schemas.microsoft.com/office/drawing/2014/main" xmlns="" id="{8477E0BD-F61A-594C-8419-6BA64D7DF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4" cy="97303"/>
            </a:xfrm>
            <a:custGeom>
              <a:avLst/>
              <a:gdLst>
                <a:gd name="T0" fmla="*/ 236994 w 1348191"/>
                <a:gd name="T1" fmla="*/ 0 h 791462"/>
                <a:gd name="T2" fmla="*/ 240274 w 1348191"/>
                <a:gd name="T3" fmla="*/ 46954 h 791462"/>
                <a:gd name="T4" fmla="*/ 86925 w 1348191"/>
                <a:gd name="T5" fmla="*/ 97303 h 791462"/>
                <a:gd name="T6" fmla="*/ 0 w 1348191"/>
                <a:gd name="T7" fmla="*/ 75240 h 791462"/>
                <a:gd name="T8" fmla="*/ 236994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xmlns="" id="{53F7848D-82FC-7641-AC58-517C9B2FB854}"/>
                </a:ext>
              </a:extLst>
            </p:cNvPr>
            <p:cNvCxnSpPr>
              <a:cxnSpLocks noChangeShapeType="1"/>
              <a:endCxn id="1082" idx="2"/>
            </p:cNvCxnSpPr>
            <p:nvPr/>
          </p:nvCxnSpPr>
          <p:spPr bwMode="auto">
            <a:xfrm flipH="1" flipV="1">
              <a:off x="1871277" y="1736563"/>
              <a:ext cx="3042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xmlns="" id="{EA830BBF-D185-DB42-96F5-34C5273F4B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6" y="1733700"/>
              <a:ext cx="3042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89" name="Group 347">
            <a:extLst>
              <a:ext uri="{FF2B5EF4-FFF2-40B4-BE49-F238E27FC236}">
                <a16:creationId xmlns:a16="http://schemas.microsoft.com/office/drawing/2014/main" xmlns="" id="{B6A937C7-17A9-A648-A780-A8D67F2249E6}"/>
              </a:ext>
            </a:extLst>
          </p:cNvPr>
          <p:cNvGrpSpPr>
            <a:grpSpLocks/>
          </p:cNvGrpSpPr>
          <p:nvPr/>
        </p:nvGrpSpPr>
        <p:grpSpPr bwMode="auto"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1090" name="Oval 1089">
              <a:extLst>
                <a:ext uri="{FF2B5EF4-FFF2-40B4-BE49-F238E27FC236}">
                  <a16:creationId xmlns:a16="http://schemas.microsoft.com/office/drawing/2014/main" xmlns="" id="{21A30E2F-9F7B-DC47-908B-38849C8FE19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5"/>
              <a:ext cx="1125331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1" name="Rectangle 1090">
              <a:extLst>
                <a:ext uri="{FF2B5EF4-FFF2-40B4-BE49-F238E27FC236}">
                  <a16:creationId xmlns:a16="http://schemas.microsoft.com/office/drawing/2014/main" xmlns="" id="{368E56E7-1038-F843-8824-9F2406D135DC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xmlns="" id="{5E09C5D1-4489-9245-906B-AB737B65B93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3" name="Freeform 1092">
              <a:extLst>
                <a:ext uri="{FF2B5EF4-FFF2-40B4-BE49-F238E27FC236}">
                  <a16:creationId xmlns:a16="http://schemas.microsoft.com/office/drawing/2014/main" xmlns="" id="{60675A58-4EA5-F645-8293-8D562D37C4A7}"/>
                </a:ext>
              </a:extLst>
            </p:cNvPr>
            <p:cNvSpPr/>
            <p:nvPr/>
          </p:nvSpPr>
          <p:spPr bwMode="auto">
            <a:xfrm>
              <a:off x="2160212" y="1673603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94" name="Freeform 1093">
              <a:extLst>
                <a:ext uri="{FF2B5EF4-FFF2-40B4-BE49-F238E27FC236}">
                  <a16:creationId xmlns:a16="http://schemas.microsoft.com/office/drawing/2014/main" xmlns="" id="{936A0061-F839-A048-9329-4BA74387A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6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5 h 932950"/>
                <a:gd name="T12" fmla="*/ 536535 w 3723451"/>
                <a:gd name="T13" fmla="*/ 47039 h 932950"/>
                <a:gd name="T14" fmla="*/ 334214 w 3723451"/>
                <a:gd name="T15" fmla="*/ 111611 h 932950"/>
                <a:gd name="T16" fmla="*/ 126717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5" name="Freeform 1094">
              <a:extLst>
                <a:ext uri="{FF2B5EF4-FFF2-40B4-BE49-F238E27FC236}">
                  <a16:creationId xmlns:a16="http://schemas.microsoft.com/office/drawing/2014/main" xmlns="" id="{5010EAA9-D9FE-B348-B497-E58DC4A70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7"/>
              <a:ext cx="243315" cy="97303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6" name="Freeform 1095">
              <a:extLst>
                <a:ext uri="{FF2B5EF4-FFF2-40B4-BE49-F238E27FC236}">
                  <a16:creationId xmlns:a16="http://schemas.microsoft.com/office/drawing/2014/main" xmlns="" id="{E2301F16-3352-1848-BBB4-2365D15D0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3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3 h 791462"/>
                <a:gd name="T6" fmla="*/ 0 w 1348191"/>
                <a:gd name="T7" fmla="*/ 75240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xmlns="" id="{D853D2D6-514A-9847-BBC3-2AE928C8DAFB}"/>
                </a:ext>
              </a:extLst>
            </p:cNvPr>
            <p:cNvCxnSpPr>
              <a:cxnSpLocks noChangeShapeType="1"/>
              <a:endCxn id="1092" idx="2"/>
            </p:cNvCxnSpPr>
            <p:nvPr/>
          </p:nvCxnSpPr>
          <p:spPr bwMode="auto">
            <a:xfrm flipH="1" flipV="1">
              <a:off x="1871277" y="1736563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xmlns="" id="{0F7465E9-0BFE-964B-AB98-F93DD82101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0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99" name="Group 347">
            <a:extLst>
              <a:ext uri="{FF2B5EF4-FFF2-40B4-BE49-F238E27FC236}">
                <a16:creationId xmlns:a16="http://schemas.microsoft.com/office/drawing/2014/main" xmlns="" id="{B1B48B52-0F33-0442-B024-9A681DC9E147}"/>
              </a:ext>
            </a:extLst>
          </p:cNvPr>
          <p:cNvGrpSpPr>
            <a:grpSpLocks/>
          </p:cNvGrpSpPr>
          <p:nvPr/>
        </p:nvGrpSpPr>
        <p:grpSpPr bwMode="auto"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xmlns="" id="{B2DB57CB-08BD-2F4D-A7ED-38936BBFA3D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5"/>
              <a:ext cx="1125331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1" name="Rectangle 1100">
              <a:extLst>
                <a:ext uri="{FF2B5EF4-FFF2-40B4-BE49-F238E27FC236}">
                  <a16:creationId xmlns:a16="http://schemas.microsoft.com/office/drawing/2014/main" xmlns="" id="{C5A9C96D-A2BA-754F-A882-52122EB391BC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02" name="Oval 1101">
              <a:extLst>
                <a:ext uri="{FF2B5EF4-FFF2-40B4-BE49-F238E27FC236}">
                  <a16:creationId xmlns:a16="http://schemas.microsoft.com/office/drawing/2014/main" xmlns="" id="{83C4800F-B303-9446-B339-EF2E78D32E4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3" name="Freeform 1102">
              <a:extLst>
                <a:ext uri="{FF2B5EF4-FFF2-40B4-BE49-F238E27FC236}">
                  <a16:creationId xmlns:a16="http://schemas.microsoft.com/office/drawing/2014/main" xmlns="" id="{8248D620-997C-1B4D-A023-5CD8220FC4D0}"/>
                </a:ext>
              </a:extLst>
            </p:cNvPr>
            <p:cNvSpPr/>
            <p:nvPr/>
          </p:nvSpPr>
          <p:spPr bwMode="auto">
            <a:xfrm>
              <a:off x="2160212" y="1673603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04" name="Freeform 1103">
              <a:extLst>
                <a:ext uri="{FF2B5EF4-FFF2-40B4-BE49-F238E27FC236}">
                  <a16:creationId xmlns:a16="http://schemas.microsoft.com/office/drawing/2014/main" xmlns="" id="{906FE13D-AC05-AA42-853B-9FAC9CA25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6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5 h 932950"/>
                <a:gd name="T12" fmla="*/ 536535 w 3723451"/>
                <a:gd name="T13" fmla="*/ 47039 h 932950"/>
                <a:gd name="T14" fmla="*/ 334214 w 3723451"/>
                <a:gd name="T15" fmla="*/ 111611 h 932950"/>
                <a:gd name="T16" fmla="*/ 126717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5" name="Freeform 1104">
              <a:extLst>
                <a:ext uri="{FF2B5EF4-FFF2-40B4-BE49-F238E27FC236}">
                  <a16:creationId xmlns:a16="http://schemas.microsoft.com/office/drawing/2014/main" xmlns="" id="{DE4AB67E-E389-E747-AA8A-F557E3BDB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7"/>
              <a:ext cx="243315" cy="97303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6" name="Freeform 1105">
              <a:extLst>
                <a:ext uri="{FF2B5EF4-FFF2-40B4-BE49-F238E27FC236}">
                  <a16:creationId xmlns:a16="http://schemas.microsoft.com/office/drawing/2014/main" xmlns="" id="{A18C8CAC-63E9-E248-8397-1346071AD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3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3 h 791462"/>
                <a:gd name="T6" fmla="*/ 0 w 1348191"/>
                <a:gd name="T7" fmla="*/ 75240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107" name="Straight Connector 1106">
              <a:extLst>
                <a:ext uri="{FF2B5EF4-FFF2-40B4-BE49-F238E27FC236}">
                  <a16:creationId xmlns:a16="http://schemas.microsoft.com/office/drawing/2014/main" xmlns="" id="{73BEE8CD-92EF-AB4A-9223-19BD5734C8CF}"/>
                </a:ext>
              </a:extLst>
            </p:cNvPr>
            <p:cNvCxnSpPr>
              <a:cxnSpLocks noChangeShapeType="1"/>
              <a:endCxn id="1102" idx="2"/>
            </p:cNvCxnSpPr>
            <p:nvPr/>
          </p:nvCxnSpPr>
          <p:spPr bwMode="auto">
            <a:xfrm flipH="1" flipV="1">
              <a:off x="1871277" y="1736563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xmlns="" id="{5BC61A72-737C-4F4F-802A-7DAAF663B4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0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10" name="Group 11">
            <a:extLst>
              <a:ext uri="{FF2B5EF4-FFF2-40B4-BE49-F238E27FC236}">
                <a16:creationId xmlns:a16="http://schemas.microsoft.com/office/drawing/2014/main" xmlns="" id="{E5217315-CB03-2542-94D5-3FA12A407609}"/>
              </a:ext>
            </a:extLst>
          </p:cNvPr>
          <p:cNvGrpSpPr>
            <a:grpSpLocks/>
          </p:cNvGrpSpPr>
          <p:nvPr/>
        </p:nvGrpSpPr>
        <p:grpSpPr bwMode="auto">
          <a:xfrm>
            <a:off x="4494536" y="2167905"/>
            <a:ext cx="3597875" cy="493470"/>
            <a:chOff x="2705100" y="2011398"/>
            <a:chExt cx="3597533" cy="493677"/>
          </a:xfrm>
        </p:grpSpPr>
        <p:sp>
          <p:nvSpPr>
            <p:cNvPr id="1135" name="Oval 1134">
              <a:extLst>
                <a:ext uri="{FF2B5EF4-FFF2-40B4-BE49-F238E27FC236}">
                  <a16:creationId xmlns:a16="http://schemas.microsoft.com/office/drawing/2014/main" xmlns="" id="{57A6E143-0094-5D49-8A05-004EA3A97A71}"/>
                </a:ext>
              </a:extLst>
            </p:cNvPr>
            <p:cNvSpPr/>
            <p:nvPr/>
          </p:nvSpPr>
          <p:spPr bwMode="auto"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2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36" name="Oval 1135">
              <a:extLst>
                <a:ext uri="{FF2B5EF4-FFF2-40B4-BE49-F238E27FC236}">
                  <a16:creationId xmlns:a16="http://schemas.microsoft.com/office/drawing/2014/main" xmlns="" id="{431997AA-2888-D042-A558-B6DE0F737D3F}"/>
                </a:ext>
              </a:extLst>
            </p:cNvPr>
            <p:cNvSpPr/>
            <p:nvPr/>
          </p:nvSpPr>
          <p:spPr bwMode="auto"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2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37" name="TextBox 389">
              <a:extLst>
                <a:ext uri="{FF2B5EF4-FFF2-40B4-BE49-F238E27FC236}">
                  <a16:creationId xmlns:a16="http://schemas.microsoft.com/office/drawing/2014/main" xmlns="" id="{D0AF8FB3-4D5B-7B4A-8B82-CF15E8A6F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Remote Controller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370F660B-2991-C94D-80D9-F1429AC36768}"/>
              </a:ext>
            </a:extLst>
          </p:cNvPr>
          <p:cNvGrpSpPr/>
          <p:nvPr/>
        </p:nvGrpSpPr>
        <p:grpSpPr>
          <a:xfrm>
            <a:off x="3674918" y="4177678"/>
            <a:ext cx="5095875" cy="822327"/>
            <a:chOff x="3674918" y="4177678"/>
            <a:chExt cx="5095875" cy="822327"/>
          </a:xfrm>
        </p:grpSpPr>
        <p:grpSp>
          <p:nvGrpSpPr>
            <p:cNvPr id="1111" name="Group 441">
              <a:extLst>
                <a:ext uri="{FF2B5EF4-FFF2-40B4-BE49-F238E27FC236}">
                  <a16:creationId xmlns:a16="http://schemas.microsoft.com/office/drawing/2014/main" xmlns="" id="{0C03A32C-FA65-214B-B936-B6E1B2C38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4918" y="4177678"/>
              <a:ext cx="923925" cy="406399"/>
              <a:chOff x="2705100" y="2011480"/>
              <a:chExt cx="3598690" cy="494427"/>
            </a:xfrm>
          </p:grpSpPr>
          <p:sp>
            <p:nvSpPr>
              <p:cNvPr id="1132" name="Oval 1131">
                <a:extLst>
                  <a:ext uri="{FF2B5EF4-FFF2-40B4-BE49-F238E27FC236}">
                    <a16:creationId xmlns:a16="http://schemas.microsoft.com/office/drawing/2014/main" xmlns="" id="{F74AE388-0960-CF47-B1A1-1ABEEB3A9CAF}"/>
                  </a:ext>
                </a:extLst>
              </p:cNvPr>
              <p:cNvSpPr/>
              <p:nvPr/>
            </p:nvSpPr>
            <p:spPr bwMode="auto"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2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33" name="Oval 1132">
                <a:extLst>
                  <a:ext uri="{FF2B5EF4-FFF2-40B4-BE49-F238E27FC236}">
                    <a16:creationId xmlns:a16="http://schemas.microsoft.com/office/drawing/2014/main" xmlns="" id="{1181AFDF-673F-BE48-B342-3AE78D0EFECC}"/>
                  </a:ext>
                </a:extLst>
              </p:cNvPr>
              <p:cNvSpPr/>
              <p:nvPr/>
            </p:nvSpPr>
            <p:spPr bwMode="auto"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34" name="TextBox 389">
                <a:extLst>
                  <a:ext uri="{FF2B5EF4-FFF2-40B4-BE49-F238E27FC236}">
                    <a16:creationId xmlns:a16="http://schemas.microsoft.com/office/drawing/2014/main" xmlns="" id="{F3932BCA-D430-FC40-B54E-015140A71E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7507" y="2127168"/>
                <a:ext cx="1968016" cy="3518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</a:p>
            </p:txBody>
          </p:sp>
        </p:grpSp>
        <p:grpSp>
          <p:nvGrpSpPr>
            <p:cNvPr id="1112" name="Group 16">
              <a:extLst>
                <a:ext uri="{FF2B5EF4-FFF2-40B4-BE49-F238E27FC236}">
                  <a16:creationId xmlns:a16="http://schemas.microsoft.com/office/drawing/2014/main" xmlns="" id="{C3F9499B-4024-2B4E-8994-25AA993B23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8708" y="4714256"/>
              <a:ext cx="463612" cy="285749"/>
              <a:chOff x="3558850" y="4573304"/>
              <a:chExt cx="463568" cy="285869"/>
            </a:xfrm>
          </p:grpSpPr>
          <p:grpSp>
            <p:nvGrpSpPr>
              <p:cNvPr id="1128" name="Group 12">
                <a:extLst>
                  <a:ext uri="{FF2B5EF4-FFF2-40B4-BE49-F238E27FC236}">
                    <a16:creationId xmlns:a16="http://schemas.microsoft.com/office/drawing/2014/main" xmlns="" id="{643660C7-BD5F-8243-BB52-5E41566520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30" name="Oval 1129">
                  <a:extLst>
                    <a:ext uri="{FF2B5EF4-FFF2-40B4-BE49-F238E27FC236}">
                      <a16:creationId xmlns:a16="http://schemas.microsoft.com/office/drawing/2014/main" xmlns="" id="{EB6F94A5-07EA-824D-BCE4-E412F1D275A9}"/>
                    </a:ext>
                  </a:extLst>
                </p:cNvPr>
                <p:cNvSpPr/>
                <p:nvPr/>
              </p:nvSpPr>
              <p:spPr bwMode="auto"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31" name="Oval 1130">
                  <a:extLst>
                    <a:ext uri="{FF2B5EF4-FFF2-40B4-BE49-F238E27FC236}">
                      <a16:creationId xmlns:a16="http://schemas.microsoft.com/office/drawing/2014/main" xmlns="" id="{3AFA8449-4699-DE4E-AD4F-2F50FF91F472}"/>
                    </a:ext>
                  </a:extLst>
                </p:cNvPr>
                <p:cNvSpPr/>
                <p:nvPr/>
              </p:nvSpPr>
              <p:spPr bwMode="auto"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9" name="TextBox 389">
                <a:extLst>
                  <a:ext uri="{FF2B5EF4-FFF2-40B4-BE49-F238E27FC236}">
                    <a16:creationId xmlns:a16="http://schemas.microsoft.com/office/drawing/2014/main" xmlns="" id="{64D840F2-5A70-9E44-A243-2698981850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3" name="Group 450">
              <a:extLst>
                <a:ext uri="{FF2B5EF4-FFF2-40B4-BE49-F238E27FC236}">
                  <a16:creationId xmlns:a16="http://schemas.microsoft.com/office/drawing/2014/main" xmlns="" id="{AADDBF22-BF75-E042-B015-F1D30A1937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8930" y="4712138"/>
              <a:ext cx="463612" cy="285749"/>
              <a:chOff x="3558850" y="4573304"/>
              <a:chExt cx="463568" cy="285869"/>
            </a:xfrm>
          </p:grpSpPr>
          <p:grpSp>
            <p:nvGrpSpPr>
              <p:cNvPr id="1124" name="Group 451">
                <a:extLst>
                  <a:ext uri="{FF2B5EF4-FFF2-40B4-BE49-F238E27FC236}">
                    <a16:creationId xmlns:a16="http://schemas.microsoft.com/office/drawing/2014/main" xmlns="" id="{BD64AF44-6F7F-1747-8E26-3E6D0EDDA0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26" name="Oval 1125">
                  <a:extLst>
                    <a:ext uri="{FF2B5EF4-FFF2-40B4-BE49-F238E27FC236}">
                      <a16:creationId xmlns:a16="http://schemas.microsoft.com/office/drawing/2014/main" xmlns="" id="{B13E6B0A-9B22-874D-A5BB-CAB7052B0E58}"/>
                    </a:ext>
                  </a:extLst>
                </p:cNvPr>
                <p:cNvSpPr/>
                <p:nvPr/>
              </p:nvSpPr>
              <p:spPr bwMode="auto"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27" name="Oval 1126">
                  <a:extLst>
                    <a:ext uri="{FF2B5EF4-FFF2-40B4-BE49-F238E27FC236}">
                      <a16:creationId xmlns:a16="http://schemas.microsoft.com/office/drawing/2014/main" xmlns="" id="{88C69275-D6D4-D64E-9433-86A12EE44DC2}"/>
                    </a:ext>
                  </a:extLst>
                </p:cNvPr>
                <p:cNvSpPr/>
                <p:nvPr/>
              </p:nvSpPr>
              <p:spPr bwMode="auto"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5" name="TextBox 389">
                <a:extLst>
                  <a:ext uri="{FF2B5EF4-FFF2-40B4-BE49-F238E27FC236}">
                    <a16:creationId xmlns:a16="http://schemas.microsoft.com/office/drawing/2014/main" xmlns="" id="{137E9DC6-E808-9244-BE10-49D98EA5A1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4" name="Group 455">
              <a:extLst>
                <a:ext uri="{FF2B5EF4-FFF2-40B4-BE49-F238E27FC236}">
                  <a16:creationId xmlns:a16="http://schemas.microsoft.com/office/drawing/2014/main" xmlns="" id="{F9EC1EDD-92AD-2245-AE89-053A0D1F0A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19300" y="4710021"/>
              <a:ext cx="463612" cy="285749"/>
              <a:chOff x="3558850" y="4573304"/>
              <a:chExt cx="463568" cy="285869"/>
            </a:xfrm>
          </p:grpSpPr>
          <p:grpSp>
            <p:nvGrpSpPr>
              <p:cNvPr id="1120" name="Group 456">
                <a:extLst>
                  <a:ext uri="{FF2B5EF4-FFF2-40B4-BE49-F238E27FC236}">
                    <a16:creationId xmlns:a16="http://schemas.microsoft.com/office/drawing/2014/main" xmlns="" id="{CB1EA6B7-79F6-7C4E-B31B-F6338BD15A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22" name="Oval 1121">
                  <a:extLst>
                    <a:ext uri="{FF2B5EF4-FFF2-40B4-BE49-F238E27FC236}">
                      <a16:creationId xmlns:a16="http://schemas.microsoft.com/office/drawing/2014/main" xmlns="" id="{9BF9A7D0-3676-5B44-9F92-551F82BA815A}"/>
                    </a:ext>
                  </a:extLst>
                </p:cNvPr>
                <p:cNvSpPr/>
                <p:nvPr/>
              </p:nvSpPr>
              <p:spPr bwMode="auto"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23" name="Oval 1122">
                  <a:extLst>
                    <a:ext uri="{FF2B5EF4-FFF2-40B4-BE49-F238E27FC236}">
                      <a16:creationId xmlns:a16="http://schemas.microsoft.com/office/drawing/2014/main" xmlns="" id="{F3145DFC-AFCD-7043-8580-05CA0BB4CB0F}"/>
                    </a:ext>
                  </a:extLst>
                </p:cNvPr>
                <p:cNvSpPr/>
                <p:nvPr/>
              </p:nvSpPr>
              <p:spPr bwMode="auto"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1" name="TextBox 389">
                <a:extLst>
                  <a:ext uri="{FF2B5EF4-FFF2-40B4-BE49-F238E27FC236}">
                    <a16:creationId xmlns:a16="http://schemas.microsoft.com/office/drawing/2014/main" xmlns="" id="{F248CEB0-87E6-A44A-A50F-5C3EC5372B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5" name="Group 460">
              <a:extLst>
                <a:ext uri="{FF2B5EF4-FFF2-40B4-BE49-F238E27FC236}">
                  <a16:creationId xmlns:a16="http://schemas.microsoft.com/office/drawing/2014/main" xmlns="" id="{4F7BA808-3479-484C-BAF0-5CC1FD0331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07181" y="4707904"/>
              <a:ext cx="463612" cy="285749"/>
              <a:chOff x="3558850" y="4573304"/>
              <a:chExt cx="463568" cy="285869"/>
            </a:xfrm>
          </p:grpSpPr>
          <p:grpSp>
            <p:nvGrpSpPr>
              <p:cNvPr id="1116" name="Group 461">
                <a:extLst>
                  <a:ext uri="{FF2B5EF4-FFF2-40B4-BE49-F238E27FC236}">
                    <a16:creationId xmlns:a16="http://schemas.microsoft.com/office/drawing/2014/main" xmlns="" id="{933FA7BC-47D5-ED48-85E7-B486D7CBCA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18" name="Oval 1117">
                  <a:extLst>
                    <a:ext uri="{FF2B5EF4-FFF2-40B4-BE49-F238E27FC236}">
                      <a16:creationId xmlns:a16="http://schemas.microsoft.com/office/drawing/2014/main" xmlns="" id="{BFFF1AA5-D313-234B-BDA6-40E287FD081F}"/>
                    </a:ext>
                  </a:extLst>
                </p:cNvPr>
                <p:cNvSpPr/>
                <p:nvPr/>
              </p:nvSpPr>
              <p:spPr bwMode="auto"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19" name="Oval 1118">
                  <a:extLst>
                    <a:ext uri="{FF2B5EF4-FFF2-40B4-BE49-F238E27FC236}">
                      <a16:creationId xmlns:a16="http://schemas.microsoft.com/office/drawing/2014/main" xmlns="" id="{08D261B5-FBF3-B541-B8CA-B63F648BEF5C}"/>
                    </a:ext>
                  </a:extLst>
                </p:cNvPr>
                <p:cNvSpPr/>
                <p:nvPr/>
              </p:nvSpPr>
              <p:spPr bwMode="auto"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17" name="TextBox 389">
                <a:extLst>
                  <a:ext uri="{FF2B5EF4-FFF2-40B4-BE49-F238E27FC236}">
                    <a16:creationId xmlns:a16="http://schemas.microsoft.com/office/drawing/2014/main" xmlns="" id="{8386C9B3-5C0B-0443-98EF-8CDB1312E9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139" name="Group 1">
            <a:extLst>
              <a:ext uri="{FF2B5EF4-FFF2-40B4-BE49-F238E27FC236}">
                <a16:creationId xmlns:a16="http://schemas.microsoft.com/office/drawing/2014/main" xmlns="" id="{A228ACC2-6157-BF41-88C3-0A086417268A}"/>
              </a:ext>
            </a:extLst>
          </p:cNvPr>
          <p:cNvGrpSpPr>
            <a:grpSpLocks/>
          </p:cNvGrpSpPr>
          <p:nvPr/>
        </p:nvGrpSpPr>
        <p:grpSpPr bwMode="auto"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1140" name="Straight Connector 1139">
              <a:extLst>
                <a:ext uri="{FF2B5EF4-FFF2-40B4-BE49-F238E27FC236}">
                  <a16:creationId xmlns:a16="http://schemas.microsoft.com/office/drawing/2014/main" xmlns="" id="{CB924182-B4D8-0F43-97E1-646C4E72A083}"/>
                </a:ext>
              </a:extLst>
            </p:cNvPr>
            <p:cNvCxnSpPr/>
            <p:nvPr/>
          </p:nvCxnSpPr>
          <p:spPr>
            <a:xfrm flipH="1">
              <a:off x="1282700" y="5802312"/>
              <a:ext cx="1508125" cy="1588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1141" name="TextBox 265">
              <a:extLst>
                <a:ext uri="{FF2B5EF4-FFF2-40B4-BE49-F238E27FC236}">
                  <a16:creationId xmlns:a16="http://schemas.microsoft.com/office/drawing/2014/main" xmlns="" id="{CFD0B0F1-D70C-5245-B37A-C9A4ABCBE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1142" name="TextBox 281">
              <a:extLst>
                <a:ext uri="{FF2B5EF4-FFF2-40B4-BE49-F238E27FC236}">
                  <a16:creationId xmlns:a16="http://schemas.microsoft.com/office/drawing/2014/main" xmlns="" id="{6C507E5B-C87D-FA46-A331-4ABAB6B8A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</a:p>
          </p:txBody>
        </p:sp>
        <p:grpSp>
          <p:nvGrpSpPr>
            <p:cNvPr id="1143" name="Group 5">
              <a:extLst>
                <a:ext uri="{FF2B5EF4-FFF2-40B4-BE49-F238E27FC236}">
                  <a16:creationId xmlns:a16="http://schemas.microsoft.com/office/drawing/2014/main" xmlns="" id="{1A707F03-E0B2-FF48-9597-B751067AD9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1157" name="Rectangle 98">
                <a:extLst>
                  <a:ext uri="{FF2B5EF4-FFF2-40B4-BE49-F238E27FC236}">
                    <a16:creationId xmlns:a16="http://schemas.microsoft.com/office/drawing/2014/main" xmlns="" id="{CA6EA6FC-3469-1A42-8A1A-7ABEC47FF2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8" name="Line 99">
                <a:extLst>
                  <a:ext uri="{FF2B5EF4-FFF2-40B4-BE49-F238E27FC236}">
                    <a16:creationId xmlns:a16="http://schemas.microsoft.com/office/drawing/2014/main" xmlns="" id="{8B52FDA0-6129-4D4D-AB34-6E31B5746E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933828" y="3101502"/>
                <a:ext cx="471543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9" name="Rectangle 104">
                <a:extLst>
                  <a:ext uri="{FF2B5EF4-FFF2-40B4-BE49-F238E27FC236}">
                    <a16:creationId xmlns:a16="http://schemas.microsoft.com/office/drawing/2014/main" xmlns="" id="{EF6D77F4-B510-3541-9758-82FBBD823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60" name="Text Box 105">
                <a:extLst>
                  <a:ext uri="{FF2B5EF4-FFF2-40B4-BE49-F238E27FC236}">
                    <a16:creationId xmlns:a16="http://schemas.microsoft.com/office/drawing/2014/main" xmlns="" id="{2AE0900E-8A8F-4A4D-BB87-414DFE5E1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0111</a:t>
                </a:r>
              </a:p>
            </p:txBody>
          </p:sp>
          <p:sp>
            <p:nvSpPr>
              <p:cNvPr id="1161" name="Line 119">
                <a:extLst>
                  <a:ext uri="{FF2B5EF4-FFF2-40B4-BE49-F238E27FC236}">
                    <a16:creationId xmlns:a16="http://schemas.microsoft.com/office/drawing/2014/main" xmlns="" id="{5B21AE9C-8AC8-434E-B3D3-DDFB36C48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621642" y="2717403"/>
                <a:ext cx="405953" cy="3006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45" name="Group 357">
              <a:extLst>
                <a:ext uri="{FF2B5EF4-FFF2-40B4-BE49-F238E27FC236}">
                  <a16:creationId xmlns:a16="http://schemas.microsoft.com/office/drawing/2014/main" xmlns="" id="{4D59E87F-CE51-5F46-B516-9F402F5585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4625" y="5659438"/>
              <a:ext cx="565150" cy="293687"/>
              <a:chOff x="1871277" y="1576300"/>
              <a:chExt cx="1128371" cy="437861"/>
            </a:xfrm>
          </p:grpSpPr>
          <p:sp>
            <p:nvSpPr>
              <p:cNvPr id="1147" name="Oval 1146">
                <a:extLst>
                  <a:ext uri="{FF2B5EF4-FFF2-40B4-BE49-F238E27FC236}">
                    <a16:creationId xmlns:a16="http://schemas.microsoft.com/office/drawing/2014/main" xmlns="" id="{47BEE802-D705-FB42-955E-D825A1B51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8" y="1694641"/>
                <a:ext cx="1125200" cy="319521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xmlns="" id="{A0A9F0A0-D85B-BC44-809E-0D44746B1886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49" name="Oval 1148">
                <a:extLst>
                  <a:ext uri="{FF2B5EF4-FFF2-40B4-BE49-F238E27FC236}">
                    <a16:creationId xmlns:a16="http://schemas.microsoft.com/office/drawing/2014/main" xmlns="" id="{E6E2E4DB-C182-5947-9544-5CA42AF8D0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0" name="Freeform 1149">
                <a:extLst>
                  <a:ext uri="{FF2B5EF4-FFF2-40B4-BE49-F238E27FC236}">
                    <a16:creationId xmlns:a16="http://schemas.microsoft.com/office/drawing/2014/main" xmlns="" id="{826516FA-D90F-FF4F-86C3-EABFADEC3BBB}"/>
                  </a:ext>
                </a:extLst>
              </p:cNvPr>
              <p:cNvSpPr/>
              <p:nvPr/>
            </p:nvSpPr>
            <p:spPr bwMode="auto">
              <a:xfrm>
                <a:off x="2159710" y="1673340"/>
                <a:ext cx="548337" cy="16094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51" name="Freeform 1150">
                <a:extLst>
                  <a:ext uri="{FF2B5EF4-FFF2-40B4-BE49-F238E27FC236}">
                    <a16:creationId xmlns:a16="http://schemas.microsoft.com/office/drawing/2014/main" xmlns="" id="{8B23C2D3-E371-5547-9057-B35E626A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7" y="1633104"/>
                <a:ext cx="662442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1 w 3723451"/>
                  <a:gd name="T3" fmla="*/ 321 h 932950"/>
                  <a:gd name="T4" fmla="*/ 330163 w 3723451"/>
                  <a:gd name="T5" fmla="*/ 62070 h 932950"/>
                  <a:gd name="T6" fmla="*/ 533941 w 3723451"/>
                  <a:gd name="T7" fmla="*/ 0 h 932950"/>
                  <a:gd name="T8" fmla="*/ 662442 w 3723451"/>
                  <a:gd name="T9" fmla="*/ 24700 h 932950"/>
                  <a:gd name="T10" fmla="*/ 566838 w 3723451"/>
                  <a:gd name="T11" fmla="*/ 55072 h 932950"/>
                  <a:gd name="T12" fmla="*/ 536057 w 3723451"/>
                  <a:gd name="T13" fmla="*/ 46883 h 932950"/>
                  <a:gd name="T14" fmla="*/ 333916 w 3723451"/>
                  <a:gd name="T15" fmla="*/ 111241 h 932950"/>
                  <a:gd name="T16" fmla="*/ 126604 w 3723451"/>
                  <a:gd name="T17" fmla="*/ 49251 h 932950"/>
                  <a:gd name="T18" fmla="*/ 93085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2" name="Freeform 1151">
                <a:extLst>
                  <a:ext uri="{FF2B5EF4-FFF2-40B4-BE49-F238E27FC236}">
                    <a16:creationId xmlns:a16="http://schemas.microsoft.com/office/drawing/2014/main" xmlns="" id="{2DEA8715-4603-7449-BB4D-351CFEF75C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9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9 w 1366596"/>
                  <a:gd name="T3" fmla="*/ 74985 h 809868"/>
                  <a:gd name="T4" fmla="*/ 154488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3" name="Freeform 1152">
                <a:extLst>
                  <a:ext uri="{FF2B5EF4-FFF2-40B4-BE49-F238E27FC236}">
                    <a16:creationId xmlns:a16="http://schemas.microsoft.com/office/drawing/2014/main" xmlns="" id="{72F5390F-6421-6840-94BC-D15B70623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9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154" name="Straight Connector 1153">
                <a:extLst>
                  <a:ext uri="{FF2B5EF4-FFF2-40B4-BE49-F238E27FC236}">
                    <a16:creationId xmlns:a16="http://schemas.microsoft.com/office/drawing/2014/main" xmlns="" id="{34E68527-C12C-5248-A62C-D72D4BEC928A}"/>
                  </a:ext>
                </a:extLst>
              </p:cNvPr>
              <p:cNvCxnSpPr>
                <a:cxnSpLocks noChangeShapeType="1"/>
                <a:endCxn id="1149" idx="2"/>
              </p:cNvCxnSpPr>
              <p:nvPr/>
            </p:nvCxnSpPr>
            <p:spPr bwMode="auto">
              <a:xfrm flipH="1" flipV="1">
                <a:off x="1871277" y="1737244"/>
                <a:ext cx="3171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55" name="Straight Connector 1154">
                <a:extLst>
                  <a:ext uri="{FF2B5EF4-FFF2-40B4-BE49-F238E27FC236}">
                    <a16:creationId xmlns:a16="http://schemas.microsoft.com/office/drawing/2014/main" xmlns="" id="{475CE0A8-F910-FF45-A479-96A5E48ACF2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9" y="1734878"/>
                <a:ext cx="3169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146" name="TextBox 282">
              <a:extLst>
                <a:ext uri="{FF2B5EF4-FFF2-40B4-BE49-F238E27FC236}">
                  <a16:creationId xmlns:a16="http://schemas.microsoft.com/office/drawing/2014/main" xmlns="" id="{4B460814-1FB2-5F46-A167-2E252688D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</a:p>
          </p:txBody>
        </p:sp>
        <p:sp>
          <p:nvSpPr>
            <p:cNvPr id="1144" name="Freeform 120">
              <a:extLst>
                <a:ext uri="{FF2B5EF4-FFF2-40B4-BE49-F238E27FC236}">
                  <a16:creationId xmlns:a16="http://schemas.microsoft.com/office/drawing/2014/main" xmlns="" id="{7959F5AF-96CF-CD42-95A7-B320D466F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963" y="5668963"/>
              <a:ext cx="982662" cy="233362"/>
            </a:xfrm>
            <a:custGeom>
              <a:avLst/>
              <a:gdLst>
                <a:gd name="T0" fmla="*/ 0 w 554"/>
                <a:gd name="T1" fmla="*/ 2147483647 h 167"/>
                <a:gd name="T2" fmla="*/ 2147483647 w 554"/>
                <a:gd name="T3" fmla="*/ 2147483647 h 167"/>
                <a:gd name="T4" fmla="*/ 2147483647 w 554"/>
                <a:gd name="T5" fmla="*/ 2147483647 h 167"/>
                <a:gd name="T6" fmla="*/ 0 60000 65536"/>
                <a:gd name="T7" fmla="*/ 0 60000 65536"/>
                <a:gd name="T8" fmla="*/ 0 60000 65536"/>
                <a:gd name="T9" fmla="*/ 0 w 554"/>
                <a:gd name="T10" fmla="*/ 0 h 167"/>
                <a:gd name="T11" fmla="*/ 554 w 554"/>
                <a:gd name="T12" fmla="*/ 167 h 1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162" name="TextBox 6">
            <a:extLst>
              <a:ext uri="{FF2B5EF4-FFF2-40B4-BE49-F238E27FC236}">
                <a16:creationId xmlns:a16="http://schemas.microsoft.com/office/drawing/2014/main" xmlns="" id="{21D1826E-E3E7-E445-9FFB-A565D9A2A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values in arriving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packet header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63" name="Group 1162">
            <a:extLst>
              <a:ext uri="{FF2B5EF4-FFF2-40B4-BE49-F238E27FC236}">
                <a16:creationId xmlns:a16="http://schemas.microsoft.com/office/drawing/2014/main" xmlns="" id="{F8C15A5A-1645-0849-B8DE-390745B8EBA4}"/>
              </a:ext>
            </a:extLst>
          </p:cNvPr>
          <p:cNvGrpSpPr>
            <a:grpSpLocks/>
          </p:cNvGrpSpPr>
          <p:nvPr/>
        </p:nvGrpSpPr>
        <p:grpSpPr bwMode="auto">
          <a:xfrm>
            <a:off x="4390906" y="2898842"/>
            <a:ext cx="4051268" cy="2367063"/>
            <a:chOff x="-3855475" y="3644638"/>
            <a:chExt cx="4051268" cy="2367866"/>
          </a:xfrm>
        </p:grpSpPr>
        <p:cxnSp>
          <p:nvCxnSpPr>
            <p:cNvPr id="1164" name="Straight Arrow Connector 1163">
              <a:extLst>
                <a:ext uri="{FF2B5EF4-FFF2-40B4-BE49-F238E27FC236}">
                  <a16:creationId xmlns:a16="http://schemas.microsoft.com/office/drawing/2014/main" xmlns="" id="{D6CE7F18-1D47-9C49-BB85-76C5894DE53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w="12700" cap="flat" cmpd="sng" algn="ctr">
              <a:solidFill>
                <a:srgbClr val="CC0000"/>
              </a:solidFill>
              <a:prstDash val="solid"/>
              <a:tailEnd type="triangle"/>
            </a:ln>
            <a:effectLst/>
          </p:spPr>
        </p:cxnSp>
        <p:cxnSp>
          <p:nvCxnSpPr>
            <p:cNvPr id="1165" name="Straight Arrow Connector 1164">
              <a:extLst>
                <a:ext uri="{FF2B5EF4-FFF2-40B4-BE49-F238E27FC236}">
                  <a16:creationId xmlns:a16="http://schemas.microsoft.com/office/drawing/2014/main" xmlns="" id="{1C7BE6B4-EA67-FB4B-B50B-7E72D52ED7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6" name="Straight Arrow Connector 1165">
              <a:extLst>
                <a:ext uri="{FF2B5EF4-FFF2-40B4-BE49-F238E27FC236}">
                  <a16:creationId xmlns:a16="http://schemas.microsoft.com/office/drawing/2014/main" xmlns="" id="{57774C27-8FF6-9F4F-A17E-D2F743FE22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" name="Straight Arrow Connector 1166">
              <a:extLst>
                <a:ext uri="{FF2B5EF4-FFF2-40B4-BE49-F238E27FC236}">
                  <a16:creationId xmlns:a16="http://schemas.microsoft.com/office/drawing/2014/main" xmlns="" id="{1F481D65-016C-9E4F-A167-D6343A3136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817641" y="3644638"/>
              <a:ext cx="0" cy="2364624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8" name="Straight Arrow Connector 1167">
              <a:extLst>
                <a:ext uri="{FF2B5EF4-FFF2-40B4-BE49-F238E27FC236}">
                  <a16:creationId xmlns:a16="http://schemas.microsoft.com/office/drawing/2014/main" xmlns="" id="{8D76033E-EA4A-B441-99A6-CFC1521E6C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5792" y="3690049"/>
              <a:ext cx="1" cy="2311566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5" name="Slide Number Placeholder 4">
            <a:extLst>
              <a:ext uri="{FF2B5EF4-FFF2-40B4-BE49-F238E27FC236}">
                <a16:creationId xmlns:a16="http://schemas.microsoft.com/office/drawing/2014/main" xmlns="" id="{7421469F-33E5-D447-A9DE-1067C7F4D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41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20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BFBAECF-726E-DE42-B9B7-7C524E4E1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61" y="2398630"/>
            <a:ext cx="5397500" cy="3568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49DCFA0-BE2B-6C49-8F30-5E442F984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851" y="2296412"/>
            <a:ext cx="4742783" cy="351484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059898B5-7629-444A-853C-91C8BEBF09F7}"/>
              </a:ext>
            </a:extLst>
          </p:cNvPr>
          <p:cNvCxnSpPr>
            <a:cxnSpLocks/>
          </p:cNvCxnSpPr>
          <p:nvPr/>
        </p:nvCxnSpPr>
        <p:spPr>
          <a:xfrm flipH="1">
            <a:off x="5438273" y="2101516"/>
            <a:ext cx="1027160" cy="3769895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282C28E6-AA94-9B4C-907F-A2DD9B79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93944"/>
            <a:ext cx="4343400" cy="894622"/>
          </a:xfrm>
        </p:spPr>
        <p:txBody>
          <a:bodyPr>
            <a:noAutofit/>
          </a:bodyPr>
          <a:lstStyle/>
          <a:p>
            <a:r>
              <a:rPr lang="en-US" sz="4800" dirty="0"/>
              <a:t>Per-router control plane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9CA83DF1-3350-D947-A496-D32331CC7508}"/>
              </a:ext>
            </a:extLst>
          </p:cNvPr>
          <p:cNvSpPr txBox="1">
            <a:spLocks/>
          </p:cNvSpPr>
          <p:nvPr/>
        </p:nvSpPr>
        <p:spPr>
          <a:xfrm>
            <a:off x="7102642" y="1057586"/>
            <a:ext cx="4511842" cy="11562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SDN control plane</a:t>
            </a:r>
          </a:p>
        </p:txBody>
      </p:sp>
    </p:spTree>
    <p:extLst>
      <p:ext uri="{BB962C8B-B14F-4D97-AF65-F5344CB8AC3E}">
        <p14:creationId xmlns:p14="http://schemas.microsoft.com/office/powerpoint/2010/main" val="213750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xmlns="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293688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 management, configuration </a:t>
            </a:r>
          </a:p>
          <a:p>
            <a:pPr marL="685800" lvl="1" indent="-219075"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SNMP</a:t>
            </a:r>
          </a:p>
          <a:p>
            <a:pPr marL="685800" lvl="1" indent="-219075"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NETCONF/YANG</a:t>
            </a:r>
          </a:p>
          <a:p>
            <a:pPr lvl="1"/>
            <a:endParaRPr lang="en-US" alt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xmlns="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xmlns="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9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B013C8C0-E40F-7640-BA53-55FC4A489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1443808"/>
            <a:ext cx="6034548" cy="435133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Routing</a:t>
            </a:r>
            <a:r>
              <a:rPr lang="en-US" dirty="0">
                <a:solidFill>
                  <a:srgbClr val="C00000"/>
                </a:solidFill>
              </a:rPr>
              <a:t> protocol goal: </a:t>
            </a:r>
            <a:r>
              <a:rPr lang="en-US" dirty="0"/>
              <a:t>determine “good” paths (equivalently, routes), from sending hosts to receiving host, through network of routers</a:t>
            </a:r>
          </a:p>
          <a:p>
            <a:pPr marL="407988" indent="-277813"/>
            <a:r>
              <a:rPr lang="en-US" dirty="0">
                <a:solidFill>
                  <a:srgbClr val="C00000"/>
                </a:solidFill>
              </a:rPr>
              <a:t>path: </a:t>
            </a:r>
            <a:r>
              <a:rPr lang="en-US" dirty="0"/>
              <a:t>sequence of routers packets traverse from given initial source host to final destination host</a:t>
            </a:r>
          </a:p>
          <a:p>
            <a:pPr marL="407988" indent="-277813"/>
            <a:r>
              <a:rPr lang="en-US" dirty="0">
                <a:solidFill>
                  <a:srgbClr val="C00000"/>
                </a:solidFill>
              </a:rPr>
              <a:t>“good”: </a:t>
            </a:r>
            <a:r>
              <a:rPr lang="en-US" dirty="0"/>
              <a:t>least “cost”, “fastest”, “least congested”</a:t>
            </a:r>
          </a:p>
          <a:p>
            <a:pPr marL="407988" indent="-277813"/>
            <a:r>
              <a:rPr lang="en-US" dirty="0"/>
              <a:t>routing: a “top-10” networking challenge!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37"/>
            <a:ext cx="10515600" cy="894622"/>
          </a:xfrm>
        </p:spPr>
        <p:txBody>
          <a:bodyPr/>
          <a:lstStyle/>
          <a:p>
            <a:r>
              <a:rPr lang="en-US" dirty="0"/>
              <a:t>Routing protocols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xmlns="" id="{8145F460-37A7-FC4E-B52E-1476917705E4}"/>
              </a:ext>
            </a:extLst>
          </p:cNvPr>
          <p:cNvSpPr/>
          <p:nvPr/>
        </p:nvSpPr>
        <p:spPr>
          <a:xfrm>
            <a:off x="9058928" y="2579084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 417">
            <a:extLst>
              <a:ext uri="{FF2B5EF4-FFF2-40B4-BE49-F238E27FC236}">
                <a16:creationId xmlns:a16="http://schemas.microsoft.com/office/drawing/2014/main" xmlns="" id="{A6AD087C-04A1-094B-B5E0-C38BD623364D}"/>
              </a:ext>
            </a:extLst>
          </p:cNvPr>
          <p:cNvSpPr>
            <a:spLocks/>
          </p:cNvSpPr>
          <p:nvPr/>
        </p:nvSpPr>
        <p:spPr bwMode="auto">
          <a:xfrm>
            <a:off x="7347816" y="1339341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418">
            <a:extLst>
              <a:ext uri="{FF2B5EF4-FFF2-40B4-BE49-F238E27FC236}">
                <a16:creationId xmlns:a16="http://schemas.microsoft.com/office/drawing/2014/main" xmlns="" id="{DDD85433-A27F-6541-A663-D96D5984F58C}"/>
              </a:ext>
            </a:extLst>
          </p:cNvPr>
          <p:cNvGrpSpPr>
            <a:grpSpLocks/>
          </p:cNvGrpSpPr>
          <p:nvPr/>
        </p:nvGrpSpPr>
        <p:grpSpPr bwMode="auto">
          <a:xfrm>
            <a:off x="7279090" y="2802557"/>
            <a:ext cx="1458912" cy="933450"/>
            <a:chOff x="2889" y="1631"/>
            <a:chExt cx="980" cy="743"/>
          </a:xfrm>
        </p:grpSpPr>
        <p:sp>
          <p:nvSpPr>
            <p:cNvPr id="11" name="Rectangle 419">
              <a:extLst>
                <a:ext uri="{FF2B5EF4-FFF2-40B4-BE49-F238E27FC236}">
                  <a16:creationId xmlns:a16="http://schemas.microsoft.com/office/drawing/2014/main" xmlns="" id="{6BE52684-A899-C64A-B92A-00B359924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" name="AutoShape 420">
              <a:extLst>
                <a:ext uri="{FF2B5EF4-FFF2-40B4-BE49-F238E27FC236}">
                  <a16:creationId xmlns:a16="http://schemas.microsoft.com/office/drawing/2014/main" xmlns="" id="{1CC81BD0-1E06-234E-9C84-9CF4B42DE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3" name="Freeform 427">
            <a:extLst>
              <a:ext uri="{FF2B5EF4-FFF2-40B4-BE49-F238E27FC236}">
                <a16:creationId xmlns:a16="http://schemas.microsoft.com/office/drawing/2014/main" xmlns="" id="{15D75210-CCB3-EF4F-8147-08315952ABD2}"/>
              </a:ext>
            </a:extLst>
          </p:cNvPr>
          <p:cNvSpPr>
            <a:spLocks/>
          </p:cNvSpPr>
          <p:nvPr/>
        </p:nvSpPr>
        <p:spPr bwMode="auto">
          <a:xfrm>
            <a:off x="7786141" y="4196440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Box 580">
            <a:extLst>
              <a:ext uri="{FF2B5EF4-FFF2-40B4-BE49-F238E27FC236}">
                <a16:creationId xmlns:a16="http://schemas.microsoft.com/office/drawing/2014/main" xmlns="" id="{F5DA193A-3F5E-E747-8642-93E8D466E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014" y="1001767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5" name="Text Box 580">
            <a:extLst>
              <a:ext uri="{FF2B5EF4-FFF2-40B4-BE49-F238E27FC236}">
                <a16:creationId xmlns:a16="http://schemas.microsoft.com/office/drawing/2014/main" xmlns="" id="{5FA06B40-094D-D341-900D-62322B1FA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648" y="5293081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xmlns="" id="{2CB90BDB-7914-2841-868F-B1C171AE02D0}"/>
              </a:ext>
            </a:extLst>
          </p:cNvPr>
          <p:cNvSpPr/>
          <p:nvPr/>
        </p:nvSpPr>
        <p:spPr>
          <a:xfrm>
            <a:off x="10295886" y="2692846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102009C1-63E0-AC48-A451-99CD5E6FDD90}"/>
              </a:ext>
            </a:extLst>
          </p:cNvPr>
          <p:cNvGrpSpPr/>
          <p:nvPr/>
        </p:nvGrpSpPr>
        <p:grpSpPr>
          <a:xfrm>
            <a:off x="10911440" y="3441356"/>
            <a:ext cx="687393" cy="721548"/>
            <a:chOff x="5203089" y="1751190"/>
            <a:chExt cx="858331" cy="662414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xmlns="" id="{755FF949-4EF8-E942-B9BB-20394F3598D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xmlns="" id="{FD409681-4032-1C42-9F30-5D5899243858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0E2DDC28-E103-7F4D-A505-AB39A3D44C75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63023E15-0AB6-944A-BAB0-EE6BBC79C34E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C1B742AD-A3E5-804B-A5D0-76DC204011A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E479FB69-9C9F-3F4E-9B51-39F1BCB2DC8D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xmlns="" id="{9D605DCA-7A42-2D49-ADF6-F861B8748A04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xmlns="" id="{FC0D6FB2-8F5C-724C-B4A0-F530677569F5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4460C8EE-1C4B-5F46-9E22-3DBBF4F11C68}"/>
              </a:ext>
            </a:extLst>
          </p:cNvPr>
          <p:cNvGrpSpPr/>
          <p:nvPr/>
        </p:nvGrpSpPr>
        <p:grpSpPr>
          <a:xfrm>
            <a:off x="10844911" y="2707477"/>
            <a:ext cx="594613" cy="648336"/>
            <a:chOff x="5203089" y="1751190"/>
            <a:chExt cx="858331" cy="662414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xmlns="" id="{451F5106-32A5-2543-880B-662ACD66CA26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xmlns="" id="{1424404C-A23C-F647-8C93-68F0BA827AC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xmlns="" id="{8DBFCDF5-D1B4-EA46-B271-D0722F529047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xmlns="" id="{89889E85-63CC-7944-B49D-B29033B3D945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xmlns="" id="{FEA8382F-1B0D-464D-BBFD-9D1451ACDE6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xmlns="" id="{1A5A3F61-17DD-3A49-B29B-EC101C5D824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87DD4340-C868-4744-9D1F-1BB1FDEE7F23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xmlns="" id="{7C0E793E-B8DA-774F-AF06-238006ECEBE3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Freeform 34">
            <a:extLst>
              <a:ext uri="{FF2B5EF4-FFF2-40B4-BE49-F238E27FC236}">
                <a16:creationId xmlns:a16="http://schemas.microsoft.com/office/drawing/2014/main" xmlns="" id="{D4457E50-81C3-874C-80A4-80EAE0791741}"/>
              </a:ext>
            </a:extLst>
          </p:cNvPr>
          <p:cNvSpPr/>
          <p:nvPr/>
        </p:nvSpPr>
        <p:spPr>
          <a:xfrm>
            <a:off x="9614553" y="1295348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2857054E-9FD6-024C-A915-5AB7C6A89AFD}"/>
              </a:ext>
            </a:extLst>
          </p:cNvPr>
          <p:cNvSpPr txBox="1"/>
          <p:nvPr/>
        </p:nvSpPr>
        <p:spPr>
          <a:xfrm>
            <a:off x="9500941" y="1364501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5D2F7C00-5965-8F41-99F0-F64F3C546739}"/>
              </a:ext>
            </a:extLst>
          </p:cNvPr>
          <p:cNvSpPr/>
          <p:nvPr/>
        </p:nvSpPr>
        <p:spPr>
          <a:xfrm>
            <a:off x="9352808" y="3191214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FFBD6713-BAE9-3C4E-B463-C5B4D65DA870}"/>
              </a:ext>
            </a:extLst>
          </p:cNvPr>
          <p:cNvSpPr txBox="1"/>
          <p:nvPr/>
        </p:nvSpPr>
        <p:spPr>
          <a:xfrm>
            <a:off x="10991507" y="4191243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E2530C9D-5A6A-4840-95EE-E62E0F45C045}"/>
              </a:ext>
            </a:extLst>
          </p:cNvPr>
          <p:cNvCxnSpPr>
            <a:cxnSpLocks/>
          </p:cNvCxnSpPr>
          <p:nvPr/>
        </p:nvCxnSpPr>
        <p:spPr>
          <a:xfrm flipH="1" flipV="1">
            <a:off x="10633660" y="3093431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xmlns="" id="{CE695EB4-9B05-534C-8956-9DB8A7F3BB4D}"/>
              </a:ext>
            </a:extLst>
          </p:cNvPr>
          <p:cNvCxnSpPr>
            <a:cxnSpLocks/>
          </p:cNvCxnSpPr>
          <p:nvPr/>
        </p:nvCxnSpPr>
        <p:spPr>
          <a:xfrm flipH="1" flipV="1">
            <a:off x="10734575" y="3153990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18F7467A-DF1D-0E46-BAE5-AA618B1E2E23}"/>
              </a:ext>
            </a:extLst>
          </p:cNvPr>
          <p:cNvCxnSpPr>
            <a:cxnSpLocks/>
          </p:cNvCxnSpPr>
          <p:nvPr/>
        </p:nvCxnSpPr>
        <p:spPr>
          <a:xfrm flipV="1">
            <a:off x="10710637" y="3146727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B678AF35-2773-354B-990C-E6287528A770}"/>
              </a:ext>
            </a:extLst>
          </p:cNvPr>
          <p:cNvCxnSpPr>
            <a:cxnSpLocks/>
          </p:cNvCxnSpPr>
          <p:nvPr/>
        </p:nvCxnSpPr>
        <p:spPr>
          <a:xfrm flipH="1" flipV="1">
            <a:off x="10644514" y="3108202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xmlns="" id="{ED3CE828-FE2E-C442-997E-2F0E1211CF46}"/>
              </a:ext>
            </a:extLst>
          </p:cNvPr>
          <p:cNvCxnSpPr>
            <a:cxnSpLocks/>
          </p:cNvCxnSpPr>
          <p:nvPr/>
        </p:nvCxnSpPr>
        <p:spPr>
          <a:xfrm flipH="1" flipV="1">
            <a:off x="10624360" y="3584948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xmlns="" id="{3668B3BB-A47F-5E47-AC63-7A64454822AB}"/>
              </a:ext>
            </a:extLst>
          </p:cNvPr>
          <p:cNvCxnSpPr>
            <a:cxnSpLocks/>
          </p:cNvCxnSpPr>
          <p:nvPr/>
        </p:nvCxnSpPr>
        <p:spPr>
          <a:xfrm flipH="1">
            <a:off x="9968935" y="3601048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10E00960-4829-DF40-A68E-F6F8238FF69F}"/>
              </a:ext>
            </a:extLst>
          </p:cNvPr>
          <p:cNvCxnSpPr>
            <a:cxnSpLocks/>
          </p:cNvCxnSpPr>
          <p:nvPr/>
        </p:nvCxnSpPr>
        <p:spPr>
          <a:xfrm flipH="1">
            <a:off x="9293356" y="3601048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xmlns="" id="{FAD6522C-9B65-7B47-9343-759ADC3E82EF}"/>
              </a:ext>
            </a:extLst>
          </p:cNvPr>
          <p:cNvCxnSpPr>
            <a:cxnSpLocks/>
          </p:cNvCxnSpPr>
          <p:nvPr/>
        </p:nvCxnSpPr>
        <p:spPr>
          <a:xfrm flipH="1">
            <a:off x="9350608" y="3020978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xmlns="" id="{C9D60433-CC5F-F847-96F4-C7AB0F1F4319}"/>
              </a:ext>
            </a:extLst>
          </p:cNvPr>
          <p:cNvCxnSpPr>
            <a:cxnSpLocks/>
          </p:cNvCxnSpPr>
          <p:nvPr/>
        </p:nvCxnSpPr>
        <p:spPr>
          <a:xfrm>
            <a:off x="9806809" y="3020978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5889A11F-395A-0146-B6C3-4B72596D337D}"/>
              </a:ext>
            </a:extLst>
          </p:cNvPr>
          <p:cNvCxnSpPr/>
          <p:nvPr/>
        </p:nvCxnSpPr>
        <p:spPr>
          <a:xfrm>
            <a:off x="10211408" y="2267998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xmlns="" id="{5B56C4A7-D357-9B49-881D-CA196AEAFB86}"/>
              </a:ext>
            </a:extLst>
          </p:cNvPr>
          <p:cNvCxnSpPr>
            <a:cxnSpLocks/>
          </p:cNvCxnSpPr>
          <p:nvPr/>
        </p:nvCxnSpPr>
        <p:spPr>
          <a:xfrm flipH="1">
            <a:off x="9872459" y="2208319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xmlns="" id="{F956D9B4-9FB3-E942-993E-5C0B6D6D4E8E}"/>
              </a:ext>
            </a:extLst>
          </p:cNvPr>
          <p:cNvGrpSpPr/>
          <p:nvPr/>
        </p:nvGrpSpPr>
        <p:grpSpPr>
          <a:xfrm>
            <a:off x="7635978" y="1640631"/>
            <a:ext cx="3578867" cy="3640283"/>
            <a:chOff x="7562238" y="2127325"/>
            <a:chExt cx="3578867" cy="364028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xmlns="" id="{16638E5F-AAD7-1E49-9118-E30B36F9BBE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56" name="Line 428">
                <a:extLst>
                  <a:ext uri="{FF2B5EF4-FFF2-40B4-BE49-F238E27FC236}">
                    <a16:creationId xmlns:a16="http://schemas.microsoft.com/office/drawing/2014/main" xmlns="" id="{73C14346-74B2-0A41-B7C0-12342BB48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Line 430">
                <a:extLst>
                  <a:ext uri="{FF2B5EF4-FFF2-40B4-BE49-F238E27FC236}">
                    <a16:creationId xmlns:a16="http://schemas.microsoft.com/office/drawing/2014/main" xmlns="" id="{0D57C56C-0C29-B74B-8FBC-5FE76C1C7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Line 431">
                <a:extLst>
                  <a:ext uri="{FF2B5EF4-FFF2-40B4-BE49-F238E27FC236}">
                    <a16:creationId xmlns:a16="http://schemas.microsoft.com/office/drawing/2014/main" xmlns="" id="{BFFEF7F7-03E4-6249-BB27-BF21D3853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Line 432">
                <a:extLst>
                  <a:ext uri="{FF2B5EF4-FFF2-40B4-BE49-F238E27FC236}">
                    <a16:creationId xmlns:a16="http://schemas.microsoft.com/office/drawing/2014/main" xmlns="" id="{DF776BD7-BCAC-094E-827B-C2448A76F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Line 433">
                <a:extLst>
                  <a:ext uri="{FF2B5EF4-FFF2-40B4-BE49-F238E27FC236}">
                    <a16:creationId xmlns:a16="http://schemas.microsoft.com/office/drawing/2014/main" xmlns="" id="{43C2E62B-BB7A-5C46-8927-931F84F3F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Line 435">
                <a:extLst>
                  <a:ext uri="{FF2B5EF4-FFF2-40B4-BE49-F238E27FC236}">
                    <a16:creationId xmlns:a16="http://schemas.microsoft.com/office/drawing/2014/main" xmlns="" id="{663DFC23-9B89-9C45-9D1B-0D48274B8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Line 436">
                <a:extLst>
                  <a:ext uri="{FF2B5EF4-FFF2-40B4-BE49-F238E27FC236}">
                    <a16:creationId xmlns:a16="http://schemas.microsoft.com/office/drawing/2014/main" xmlns="" id="{18DD1356-89D5-3A44-95E7-F9A8CBA10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439">
                <a:extLst>
                  <a:ext uri="{FF2B5EF4-FFF2-40B4-BE49-F238E27FC236}">
                    <a16:creationId xmlns:a16="http://schemas.microsoft.com/office/drawing/2014/main" xmlns="" id="{97928BA0-13A6-EB47-BAB3-34433975D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440">
                <a:extLst>
                  <a:ext uri="{FF2B5EF4-FFF2-40B4-BE49-F238E27FC236}">
                    <a16:creationId xmlns:a16="http://schemas.microsoft.com/office/drawing/2014/main" xmlns="" id="{2C224211-7D09-3B43-A0B8-3F79ED55F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441">
                <a:extLst>
                  <a:ext uri="{FF2B5EF4-FFF2-40B4-BE49-F238E27FC236}">
                    <a16:creationId xmlns:a16="http://schemas.microsoft.com/office/drawing/2014/main" xmlns="" id="{BC08E60D-832A-A349-9156-9FF0DCB8D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Line 443">
                <a:extLst>
                  <a:ext uri="{FF2B5EF4-FFF2-40B4-BE49-F238E27FC236}">
                    <a16:creationId xmlns:a16="http://schemas.microsoft.com/office/drawing/2014/main" xmlns="" id="{9290D2BD-563E-7049-907C-4BAF6989D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Line 449">
                <a:extLst>
                  <a:ext uri="{FF2B5EF4-FFF2-40B4-BE49-F238E27FC236}">
                    <a16:creationId xmlns:a16="http://schemas.microsoft.com/office/drawing/2014/main" xmlns="" id="{34D18B5D-D38E-294D-9B36-D83EA1EA6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Line 428">
                <a:extLst>
                  <a:ext uri="{FF2B5EF4-FFF2-40B4-BE49-F238E27FC236}">
                    <a16:creationId xmlns:a16="http://schemas.microsoft.com/office/drawing/2014/main" xmlns="" id="{390CF526-5CCE-B44E-9ADE-6403971D0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Line 440">
                <a:extLst>
                  <a:ext uri="{FF2B5EF4-FFF2-40B4-BE49-F238E27FC236}">
                    <a16:creationId xmlns:a16="http://schemas.microsoft.com/office/drawing/2014/main" xmlns="" id="{4FC20A7F-7EBB-B34E-A088-4F737F1DC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xmlns="" id="{D0A1EE81-EDC0-E24E-81ED-25EC7FC1859F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xmlns="" id="{B40B7AC1-4BC8-7841-AB79-C252B50D01B9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xmlns="" id="{F8FC87DD-FCE9-4847-8369-0353D5F038BA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xmlns="" id="{3A5AC2F9-DAA5-2B42-ADBA-8AA2CE13A98C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xmlns="" id="{CD02ED14-DF8A-6F47-8739-891B3E17E541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xmlns="" id="{331B2571-456D-AA4C-9A42-8EC6DB5942CF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xmlns="" id="{9DD07C97-ADFF-3B4D-9D80-4CCDBD9933B0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xmlns="" id="{21CD801D-E623-DF4F-AE29-F9EDFFC1853E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Line 541">
                <a:extLst>
                  <a:ext uri="{FF2B5EF4-FFF2-40B4-BE49-F238E27FC236}">
                    <a16:creationId xmlns:a16="http://schemas.microsoft.com/office/drawing/2014/main" xmlns="" id="{7986AEA4-9721-1648-AF87-0143CA33D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Line 424">
                <a:extLst>
                  <a:ext uri="{FF2B5EF4-FFF2-40B4-BE49-F238E27FC236}">
                    <a16:creationId xmlns:a16="http://schemas.microsoft.com/office/drawing/2014/main" xmlns="" id="{5B046CBA-A8F6-A944-8D42-E33C2FBF4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2" name="Picture 778" descr="antenna_radiation_stylized">
              <a:extLst>
                <a:ext uri="{FF2B5EF4-FFF2-40B4-BE49-F238E27FC236}">
                  <a16:creationId xmlns:a16="http://schemas.microsoft.com/office/drawing/2014/main" xmlns="" id="{631F2DEF-0FF8-3C41-AEF8-65E9DF76C1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781" descr="antenna_radiation_stylized">
              <a:extLst>
                <a:ext uri="{FF2B5EF4-FFF2-40B4-BE49-F238E27FC236}">
                  <a16:creationId xmlns:a16="http://schemas.microsoft.com/office/drawing/2014/main" xmlns="" id="{A237A058-6399-5243-824F-D60A75A74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799" descr="cell_tower_radiation copy">
              <a:extLst>
                <a:ext uri="{FF2B5EF4-FFF2-40B4-BE49-F238E27FC236}">
                  <a16:creationId xmlns:a16="http://schemas.microsoft.com/office/drawing/2014/main" xmlns="" id="{7D446A4E-5E76-104B-810A-DBB0D426E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Oval 800">
              <a:extLst>
                <a:ext uri="{FF2B5EF4-FFF2-40B4-BE49-F238E27FC236}">
                  <a16:creationId xmlns:a16="http://schemas.microsoft.com/office/drawing/2014/main" xmlns="" id="{EAAB4AC1-DEE9-134F-A0D6-239D715DA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80" name="Line 426">
            <a:extLst>
              <a:ext uri="{FF2B5EF4-FFF2-40B4-BE49-F238E27FC236}">
                <a16:creationId xmlns:a16="http://schemas.microsoft.com/office/drawing/2014/main" xmlns="" id="{5B80D194-D80B-BF48-8540-D5B8565B4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1600" y="2213665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783">
            <a:extLst>
              <a:ext uri="{FF2B5EF4-FFF2-40B4-BE49-F238E27FC236}">
                <a16:creationId xmlns:a16="http://schemas.microsoft.com/office/drawing/2014/main" xmlns="" id="{E68A1148-D704-A446-A2F3-AD2E0367AAB2}"/>
              </a:ext>
            </a:extLst>
          </p:cNvPr>
          <p:cNvGrpSpPr>
            <a:grpSpLocks/>
          </p:cNvGrpSpPr>
          <p:nvPr/>
        </p:nvGrpSpPr>
        <p:grpSpPr bwMode="auto">
          <a:xfrm>
            <a:off x="8124438" y="1822682"/>
            <a:ext cx="298450" cy="464008"/>
            <a:chOff x="3130" y="3288"/>
            <a:chExt cx="410" cy="742"/>
          </a:xfrm>
        </p:grpSpPr>
        <p:sp>
          <p:nvSpPr>
            <p:cNvPr id="82" name="Line 270">
              <a:extLst>
                <a:ext uri="{FF2B5EF4-FFF2-40B4-BE49-F238E27FC236}">
                  <a16:creationId xmlns:a16="http://schemas.microsoft.com/office/drawing/2014/main" xmlns="" id="{148E09EA-BBD1-E045-A9C1-2579C62EE8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Line 271">
              <a:extLst>
                <a:ext uri="{FF2B5EF4-FFF2-40B4-BE49-F238E27FC236}">
                  <a16:creationId xmlns:a16="http://schemas.microsoft.com/office/drawing/2014/main" xmlns="" id="{0CEB5342-A8E6-2241-A276-5D5BB507F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Line 272">
              <a:extLst>
                <a:ext uri="{FF2B5EF4-FFF2-40B4-BE49-F238E27FC236}">
                  <a16:creationId xmlns:a16="http://schemas.microsoft.com/office/drawing/2014/main" xmlns="" id="{1C31E4F5-A349-A54A-B3C6-FCE7EC386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Line 273">
              <a:extLst>
                <a:ext uri="{FF2B5EF4-FFF2-40B4-BE49-F238E27FC236}">
                  <a16:creationId xmlns:a16="http://schemas.microsoft.com/office/drawing/2014/main" xmlns="" id="{89E72D14-18C6-4F4A-A018-55770D016B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Line 274">
              <a:extLst>
                <a:ext uri="{FF2B5EF4-FFF2-40B4-BE49-F238E27FC236}">
                  <a16:creationId xmlns:a16="http://schemas.microsoft.com/office/drawing/2014/main" xmlns="" id="{6FD77342-4E61-494C-9600-ADAF89CDF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Line 275">
              <a:extLst>
                <a:ext uri="{FF2B5EF4-FFF2-40B4-BE49-F238E27FC236}">
                  <a16:creationId xmlns:a16="http://schemas.microsoft.com/office/drawing/2014/main" xmlns="" id="{840F43A3-D863-904A-912C-87898DB80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Line 276">
              <a:extLst>
                <a:ext uri="{FF2B5EF4-FFF2-40B4-BE49-F238E27FC236}">
                  <a16:creationId xmlns:a16="http://schemas.microsoft.com/office/drawing/2014/main" xmlns="" id="{C8E333AC-9EDA-F34E-A2B4-BB319D3FB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7">
              <a:extLst>
                <a:ext uri="{FF2B5EF4-FFF2-40B4-BE49-F238E27FC236}">
                  <a16:creationId xmlns:a16="http://schemas.microsoft.com/office/drawing/2014/main" xmlns="" id="{DBBC7195-32E5-1E44-A4B7-2D041FCF1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8">
              <a:extLst>
                <a:ext uri="{FF2B5EF4-FFF2-40B4-BE49-F238E27FC236}">
                  <a16:creationId xmlns:a16="http://schemas.microsoft.com/office/drawing/2014/main" xmlns="" id="{B6C3F345-DEA7-C64D-90EE-6DFEF6B0F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9">
              <a:extLst>
                <a:ext uri="{FF2B5EF4-FFF2-40B4-BE49-F238E27FC236}">
                  <a16:creationId xmlns:a16="http://schemas.microsoft.com/office/drawing/2014/main" xmlns="" id="{6C2CB45E-DD31-644D-B38E-56690CBDE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80">
              <a:extLst>
                <a:ext uri="{FF2B5EF4-FFF2-40B4-BE49-F238E27FC236}">
                  <a16:creationId xmlns:a16="http://schemas.microsoft.com/office/drawing/2014/main" xmlns="" id="{0B1D6178-5CDF-C44A-BD74-FC217ED575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81">
              <a:extLst>
                <a:ext uri="{FF2B5EF4-FFF2-40B4-BE49-F238E27FC236}">
                  <a16:creationId xmlns:a16="http://schemas.microsoft.com/office/drawing/2014/main" xmlns="" id="{363887BB-4AF3-B84E-9683-EE49686A1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82">
              <a:extLst>
                <a:ext uri="{FF2B5EF4-FFF2-40B4-BE49-F238E27FC236}">
                  <a16:creationId xmlns:a16="http://schemas.microsoft.com/office/drawing/2014/main" xmlns="" id="{175D27BE-3FD8-CE45-A067-6C508BF70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83">
              <a:extLst>
                <a:ext uri="{FF2B5EF4-FFF2-40B4-BE49-F238E27FC236}">
                  <a16:creationId xmlns:a16="http://schemas.microsoft.com/office/drawing/2014/main" xmlns="" id="{B2BBADBF-8220-2243-8DAD-6DAD64743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84">
              <a:extLst>
                <a:ext uri="{FF2B5EF4-FFF2-40B4-BE49-F238E27FC236}">
                  <a16:creationId xmlns:a16="http://schemas.microsoft.com/office/drawing/2014/main" xmlns="" id="{3AB793CC-A3CA-9F45-A697-F5B2AC584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97" name="Picture 777" descr="access_point_stylized_small">
            <a:extLst>
              <a:ext uri="{FF2B5EF4-FFF2-40B4-BE49-F238E27FC236}">
                <a16:creationId xmlns:a16="http://schemas.microsoft.com/office/drawing/2014/main" xmlns="" id="{68963423-0F28-9C4E-9209-A68C79A01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622" y="3375205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780" descr="access_point_stylized_small">
            <a:extLst>
              <a:ext uri="{FF2B5EF4-FFF2-40B4-BE49-F238E27FC236}">
                <a16:creationId xmlns:a16="http://schemas.microsoft.com/office/drawing/2014/main" xmlns="" id="{CC400AD6-BFC6-FE40-9B3A-1E58BEB77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350" y="5037538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xmlns="" id="{45D32098-7053-E144-ABFD-96A14B42CDE7}"/>
              </a:ext>
            </a:extLst>
          </p:cNvPr>
          <p:cNvGrpSpPr/>
          <p:nvPr/>
        </p:nvGrpSpPr>
        <p:grpSpPr>
          <a:xfrm>
            <a:off x="9923105" y="4852343"/>
            <a:ext cx="309740" cy="190838"/>
            <a:chOff x="3668110" y="2448910"/>
            <a:chExt cx="3794234" cy="216513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xmlns="" id="{04E26E62-0A09-FE48-83DB-99D08E6D966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xmlns="" id="{5BBE0DFE-0625-6941-BE0B-54B132BA201D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xmlns="" id="{607D2C3A-C248-C14C-AE1E-3CEA21A7711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xmlns="" id="{BD2E6830-1548-F748-9CD3-9BBE3D747B5B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xmlns="" id="{87EA9A58-4D21-1A4A-8916-404ABE135DD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xmlns="" id="{7CF3E410-162D-074A-8E74-37800207811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xmlns="" id="{072DA05C-F551-2546-ACD2-A6674CBCE38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xmlns="" id="{659AA5C6-EE3B-2947-B048-197F6FD3AC8C}"/>
              </a:ext>
            </a:extLst>
          </p:cNvPr>
          <p:cNvGrpSpPr/>
          <p:nvPr/>
        </p:nvGrpSpPr>
        <p:grpSpPr>
          <a:xfrm>
            <a:off x="8750359" y="4480726"/>
            <a:ext cx="393760" cy="218578"/>
            <a:chOff x="7493876" y="2774731"/>
            <a:chExt cx="1481958" cy="894622"/>
          </a:xfrm>
        </p:grpSpPr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xmlns="" id="{9100A36C-A3A7-F64D-ACF1-BC8A727C2CB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xmlns="" id="{66AC0DDF-BAAC-9648-9DB4-B82F4C800F1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xmlns="" id="{F93AC9B6-D959-EE46-8553-EF585F23BD7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xmlns="" id="{4CC15E79-4120-D643-9348-8A2483E7C14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xmlns="" id="{B4C3AE5D-7179-E240-8F3C-8DF74EC9998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xmlns="" id="{3A0685E0-EC87-CF48-A96B-77CB2EC25C0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xmlns="" id="{9E67B1F5-ED42-AE4A-8D5B-75AD8401AC4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xmlns="" id="{04996387-BE14-DF43-805B-702F9CA5C7DE}"/>
              </a:ext>
            </a:extLst>
          </p:cNvPr>
          <p:cNvGrpSpPr/>
          <p:nvPr/>
        </p:nvGrpSpPr>
        <p:grpSpPr>
          <a:xfrm>
            <a:off x="8385260" y="4707739"/>
            <a:ext cx="309740" cy="190838"/>
            <a:chOff x="3668110" y="2448910"/>
            <a:chExt cx="3794234" cy="216513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xmlns="" id="{45754FAB-24AD-164E-8246-AFEEDC5117CD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xmlns="" id="{E5DD5BBA-99BE-AB40-ABCA-66BF6954D98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xmlns="" id="{AEB271AC-E128-C94E-8C52-AEF23798B7A8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xmlns="" id="{6A1116CA-475C-3648-95B4-42F00A2A056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xmlns="" id="{C2AE9788-7391-8445-B359-B4CC25A1EE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xmlns="" id="{B02E83DD-BD53-7B47-A845-B8C7DC6A694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xmlns="" id="{2DC92133-A32C-A741-B66D-863B3C03BD8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xmlns="" id="{643D9FE3-9524-3844-AF33-35CA20FC0D76}"/>
              </a:ext>
            </a:extLst>
          </p:cNvPr>
          <p:cNvGrpSpPr/>
          <p:nvPr/>
        </p:nvGrpSpPr>
        <p:grpSpPr>
          <a:xfrm>
            <a:off x="8513567" y="2325615"/>
            <a:ext cx="353678" cy="168275"/>
            <a:chOff x="7493876" y="2774731"/>
            <a:chExt cx="1481958" cy="894622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xmlns="" id="{D4B39EB8-9828-0342-9391-704A2CD03D1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xmlns="" id="{774578F8-9C32-FF4C-94B9-DD296E4639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xmlns="" id="{E3FFE085-A1E8-8C4A-863C-F297E69E8C5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xmlns="" id="{FF20BBBE-61F6-414F-AB4A-B44CBEECD9A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xmlns="" id="{B2045209-7C1C-F24A-AEE1-071242B149D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xmlns="" id="{1B01ADE3-1B6E-D247-973F-54E2D9B5D15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xmlns="" id="{405D61D6-D043-834E-8866-8619F48CA5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xmlns="" id="{1012F64F-EF7E-5344-A4F3-7EABE2D4F217}"/>
              </a:ext>
            </a:extLst>
          </p:cNvPr>
          <p:cNvGrpSpPr/>
          <p:nvPr/>
        </p:nvGrpSpPr>
        <p:grpSpPr>
          <a:xfrm>
            <a:off x="10957825" y="3114671"/>
            <a:ext cx="170989" cy="97052"/>
            <a:chOff x="7493876" y="2774731"/>
            <a:chExt cx="1481958" cy="894622"/>
          </a:xfrm>
        </p:grpSpPr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xmlns="" id="{8BB13C1F-054D-7941-91CB-76ED796B656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xmlns="" id="{70C6DC31-F653-F446-9B94-60CB67A86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xmlns="" id="{3F4A7E86-562E-9C48-95BF-2B9D877B53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xmlns="" id="{D80C08FB-4E69-EB4A-BBCA-4E44FB7EEF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xmlns="" id="{2632F4FB-DFCC-2F4D-B158-2D3743B3F95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xmlns="" id="{E6D5E9E9-B17F-9D4B-B223-9141D3A6888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xmlns="" id="{8D0A12F2-B562-2648-B16A-1D30E22E02A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xmlns="" id="{B4E432F1-1693-8A4E-A460-5802A1AEAD07}"/>
              </a:ext>
            </a:extLst>
          </p:cNvPr>
          <p:cNvGrpSpPr/>
          <p:nvPr/>
        </p:nvGrpSpPr>
        <p:grpSpPr>
          <a:xfrm>
            <a:off x="10484349" y="3009444"/>
            <a:ext cx="353678" cy="198344"/>
            <a:chOff x="7493876" y="2774731"/>
            <a:chExt cx="1481958" cy="894622"/>
          </a:xfrm>
        </p:grpSpPr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xmlns="" id="{5ED14BE6-903D-9940-AC2B-3268B87ADFF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xmlns="" id="{7EFC5165-1B49-B544-B703-D0E9DA908D7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xmlns="" id="{AB1397D1-18DA-5944-8339-897F9A9AD8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xmlns="" id="{D3D45686-63E9-E245-8305-C334F0541E7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xmlns="" id="{3B2FA1D1-BF4F-F947-B3E1-406A420C4F1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xmlns="" id="{2C4C730F-0E5F-9441-B3F0-9FB7DB40363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xmlns="" id="{3C05DC31-C04A-DA4E-BD68-6BCFC14A564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xmlns="" id="{851A2E38-C8F7-5B4D-93A5-130306B471F9}"/>
              </a:ext>
            </a:extLst>
          </p:cNvPr>
          <p:cNvGrpSpPr/>
          <p:nvPr/>
        </p:nvGrpSpPr>
        <p:grpSpPr>
          <a:xfrm>
            <a:off x="10022464" y="1715598"/>
            <a:ext cx="353678" cy="198344"/>
            <a:chOff x="7493876" y="2774731"/>
            <a:chExt cx="1481958" cy="894622"/>
          </a:xfrm>
        </p:grpSpPr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xmlns="" id="{DE316D8C-B460-B94D-8F8C-D3061831AA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xmlns="" id="{F1A1A5CB-A709-1F4F-8D50-2C99B35EED9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xmlns="" id="{2C3D1ACE-2ADB-1B4F-B4F6-152F4655CFF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xmlns="" id="{ABA3F008-D35A-3344-AE9B-985B191CD41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xmlns="" id="{9B80981C-5DF8-8A44-871A-76578F68D6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xmlns="" id="{811450F3-31D3-204D-B370-675D8DEBAA5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xmlns="" id="{B8AF6519-9948-BD4F-9BDE-BF2FE27174E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xmlns="" id="{D553E004-5B76-CE49-82A8-228403BC57E9}"/>
              </a:ext>
            </a:extLst>
          </p:cNvPr>
          <p:cNvGrpSpPr/>
          <p:nvPr/>
        </p:nvGrpSpPr>
        <p:grpSpPr>
          <a:xfrm>
            <a:off x="10600954" y="2126673"/>
            <a:ext cx="353678" cy="198344"/>
            <a:chOff x="7493876" y="2774731"/>
            <a:chExt cx="1481958" cy="894622"/>
          </a:xfrm>
        </p:grpSpPr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xmlns="" id="{80D1B1C3-E533-0648-A8F6-501D4123A9C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xmlns="" id="{3F68FB3F-D92E-ED44-AFF7-CC7359337C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xmlns="" id="{4166E5B1-FD06-CF4F-BE46-0665B6C4406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xmlns="" id="{6EED667D-92E4-684F-8131-08EE73D7865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xmlns="" id="{173F21E0-20AE-3947-B3A9-DCB066F95B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xmlns="" id="{90BCAD6D-9742-A743-AF6C-AA4C11DF2F7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xmlns="" id="{D15CCA2D-FF07-7E49-AFAC-41F608FBA3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xmlns="" id="{0BBFA4F2-6DC5-6246-AC0D-A5B6362510CA}"/>
              </a:ext>
            </a:extLst>
          </p:cNvPr>
          <p:cNvGrpSpPr/>
          <p:nvPr/>
        </p:nvGrpSpPr>
        <p:grpSpPr>
          <a:xfrm>
            <a:off x="10717565" y="1621269"/>
            <a:ext cx="353678" cy="198344"/>
            <a:chOff x="7493876" y="2774731"/>
            <a:chExt cx="1481958" cy="894622"/>
          </a:xfrm>
        </p:grpSpPr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xmlns="" id="{9E6389F9-EE6B-CF41-87B2-6FEC736C1CC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xmlns="" id="{76CEA600-9F29-9443-ADED-51B00EDB37A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xmlns="" id="{5E8A275D-4224-6C4E-8C9F-80FCD44EE5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xmlns="" id="{157952CE-D220-6342-A756-6FC7F0E68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xmlns="" id="{F1725E00-636B-DF42-935F-85B23C81F9E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xmlns="" id="{9F692ABC-0305-A843-A220-05CFCA15005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xmlns="" id="{4119B6AB-B752-5F42-A59E-D0238D4845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xmlns="" id="{02AC74F3-7F15-D34A-9BA0-F4EC124FA78B}"/>
              </a:ext>
            </a:extLst>
          </p:cNvPr>
          <p:cNvGrpSpPr/>
          <p:nvPr/>
        </p:nvGrpSpPr>
        <p:grpSpPr>
          <a:xfrm>
            <a:off x="10053866" y="2174871"/>
            <a:ext cx="353678" cy="198344"/>
            <a:chOff x="7493876" y="2774731"/>
            <a:chExt cx="1481958" cy="894622"/>
          </a:xfrm>
        </p:grpSpPr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xmlns="" id="{E16EDB01-D80B-594C-BC98-877D41E0F7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xmlns="" id="{1036E018-AA0D-3B41-B308-80EC3DDB6EE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xmlns="" id="{F792B572-4770-5640-96DE-FC5DD440337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xmlns="" id="{0359911B-E2D4-4540-9EDC-0B97BCDA15D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xmlns="" id="{0451C2A1-599A-4640-AE3E-2F1FEE23C45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xmlns="" id="{A85EFAFD-85B1-A345-B4E1-4ECEBD8958A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xmlns="" id="{236EF265-EE83-4742-983C-B66B4F28474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xmlns="" id="{2B5330E9-EDFF-0747-B627-EF53456A8B64}"/>
              </a:ext>
            </a:extLst>
          </p:cNvPr>
          <p:cNvGrpSpPr/>
          <p:nvPr/>
        </p:nvGrpSpPr>
        <p:grpSpPr>
          <a:xfrm>
            <a:off x="9570878" y="2907338"/>
            <a:ext cx="367224" cy="240304"/>
            <a:chOff x="7493876" y="2774731"/>
            <a:chExt cx="1481958" cy="894622"/>
          </a:xfrm>
        </p:grpSpPr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xmlns="" id="{30F39B79-3124-AD4C-8764-BACF029254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xmlns="" id="{6D3A5C65-5135-3E43-BC9C-26B221D2BD6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xmlns="" id="{D5A79E7B-CEC1-8147-A15D-D643982880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xmlns="" id="{2BD3E2AF-CDD9-9246-84EF-6B3C998B708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xmlns="" id="{F3B7C4EC-0B9B-9C4B-8DCA-B05AB189E23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xmlns="" id="{C76B3FF2-DB28-5345-9F37-DA5FB92C60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xmlns="" id="{ABE65594-F638-E64C-8962-1496FE7877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xmlns="" id="{00B62598-D40E-DA41-9BA7-786371172FE5}"/>
              </a:ext>
            </a:extLst>
          </p:cNvPr>
          <p:cNvGrpSpPr/>
          <p:nvPr/>
        </p:nvGrpSpPr>
        <p:grpSpPr>
          <a:xfrm>
            <a:off x="10448999" y="3505631"/>
            <a:ext cx="353678" cy="198344"/>
            <a:chOff x="7493876" y="2774731"/>
            <a:chExt cx="1481958" cy="894622"/>
          </a:xfrm>
        </p:grpSpPr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xmlns="" id="{6021AAD8-BCF9-7A4A-9F26-42F18CC9347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xmlns="" id="{8F43CCF6-ACD4-5147-B888-B61AD429572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xmlns="" id="{21651EE2-1E07-B94C-ACE2-BD7C4F4DA1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xmlns="" id="{A13A50ED-8A30-144A-9FCA-F6AF66BABCB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xmlns="" id="{EFDF9400-03D5-6C49-A330-85A392376C0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xmlns="" id="{F8DAD1FD-BE68-2948-B3F0-3E991157150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xmlns="" id="{518751B6-2900-7045-AAFF-75CBB79B60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xmlns="" id="{2AEAE14E-5721-E24F-A796-AF18CA4785D5}"/>
              </a:ext>
            </a:extLst>
          </p:cNvPr>
          <p:cNvGrpSpPr/>
          <p:nvPr/>
        </p:nvGrpSpPr>
        <p:grpSpPr>
          <a:xfrm>
            <a:off x="10999722" y="3882431"/>
            <a:ext cx="228295" cy="120400"/>
            <a:chOff x="7493876" y="2774731"/>
            <a:chExt cx="1481958" cy="894622"/>
          </a:xfrm>
        </p:grpSpPr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xmlns="" id="{CAA55824-11B1-CA4B-8903-9B33C1A7C22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xmlns="" id="{35F1BF45-FD77-9C4F-8E5D-A169B6235F9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xmlns="" id="{CDC55E1F-BD25-644E-9AB3-7B5B06FF02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xmlns="" id="{9BF3F54D-9319-774D-BA3B-607814A7F83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xmlns="" id="{4A4416B5-2DDC-4445-805F-E643A06EA19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xmlns="" id="{578E2B14-D4B8-2F48-8C26-3403D3443A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xmlns="" id="{19A4FCB0-5196-9544-9A9C-65D60E598C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xmlns="" id="{F66312FF-6592-084B-9F5B-06957DADD349}"/>
              </a:ext>
            </a:extLst>
          </p:cNvPr>
          <p:cNvGrpSpPr/>
          <p:nvPr/>
        </p:nvGrpSpPr>
        <p:grpSpPr>
          <a:xfrm>
            <a:off x="7512814" y="1869919"/>
            <a:ext cx="534987" cy="407988"/>
            <a:chOff x="7432700" y="2327293"/>
            <a:chExt cx="534987" cy="407988"/>
          </a:xfrm>
        </p:grpSpPr>
        <p:pic>
          <p:nvPicPr>
            <p:cNvPr id="204" name="Picture 1017" descr="antenna_stylized">
              <a:extLst>
                <a:ext uri="{FF2B5EF4-FFF2-40B4-BE49-F238E27FC236}">
                  <a16:creationId xmlns:a16="http://schemas.microsoft.com/office/drawing/2014/main" xmlns="" id="{0D4A2309-AAED-2C48-A418-D03CB0001F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" name="Picture 1018" descr="laptop_keyboard">
              <a:extLst>
                <a:ext uri="{FF2B5EF4-FFF2-40B4-BE49-F238E27FC236}">
                  <a16:creationId xmlns:a16="http://schemas.microsoft.com/office/drawing/2014/main" xmlns="" id="{46CD79A2-426F-8F45-92D1-0968B698A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" name="Freeform 1019">
              <a:extLst>
                <a:ext uri="{FF2B5EF4-FFF2-40B4-BE49-F238E27FC236}">
                  <a16:creationId xmlns:a16="http://schemas.microsoft.com/office/drawing/2014/main" xmlns="" id="{35B7582C-3157-594E-9B4D-8B4346695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7" name="Picture 1020" descr="screen">
              <a:extLst>
                <a:ext uri="{FF2B5EF4-FFF2-40B4-BE49-F238E27FC236}">
                  <a16:creationId xmlns:a16="http://schemas.microsoft.com/office/drawing/2014/main" xmlns="" id="{70049DA6-6492-2A45-AD5C-2D64A8436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" name="Freeform 1021">
              <a:extLst>
                <a:ext uri="{FF2B5EF4-FFF2-40B4-BE49-F238E27FC236}">
                  <a16:creationId xmlns:a16="http://schemas.microsoft.com/office/drawing/2014/main" xmlns="" id="{3B28293C-D483-A943-9B11-E29DBBA5B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Freeform 1022">
              <a:extLst>
                <a:ext uri="{FF2B5EF4-FFF2-40B4-BE49-F238E27FC236}">
                  <a16:creationId xmlns:a16="http://schemas.microsoft.com/office/drawing/2014/main" xmlns="" id="{861B393C-154B-8D45-8CF1-3817B8627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1023">
              <a:extLst>
                <a:ext uri="{FF2B5EF4-FFF2-40B4-BE49-F238E27FC236}">
                  <a16:creationId xmlns:a16="http://schemas.microsoft.com/office/drawing/2014/main" xmlns="" id="{0B63C9C2-674C-D944-8A4D-2C8224656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Freeform 1024">
              <a:extLst>
                <a:ext uri="{FF2B5EF4-FFF2-40B4-BE49-F238E27FC236}">
                  <a16:creationId xmlns:a16="http://schemas.microsoft.com/office/drawing/2014/main" xmlns="" id="{A2F9EB18-B241-7741-A387-8AD6E2A5F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Freeform 1025">
              <a:extLst>
                <a:ext uri="{FF2B5EF4-FFF2-40B4-BE49-F238E27FC236}">
                  <a16:creationId xmlns:a16="http://schemas.microsoft.com/office/drawing/2014/main" xmlns="" id="{A5AFAB36-089A-F246-ADED-53137F170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Freeform 1026">
              <a:extLst>
                <a:ext uri="{FF2B5EF4-FFF2-40B4-BE49-F238E27FC236}">
                  <a16:creationId xmlns:a16="http://schemas.microsoft.com/office/drawing/2014/main" xmlns="" id="{FF109530-217D-9D4E-81DB-6B3046B18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4" name="Group 1027">
              <a:extLst>
                <a:ext uri="{FF2B5EF4-FFF2-40B4-BE49-F238E27FC236}">
                  <a16:creationId xmlns:a16="http://schemas.microsoft.com/office/drawing/2014/main" xmlns="" id="{B4933AB6-F567-0B4F-98D5-E7B82E998A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21" name="Freeform 1028">
                <a:extLst>
                  <a:ext uri="{FF2B5EF4-FFF2-40B4-BE49-F238E27FC236}">
                    <a16:creationId xmlns:a16="http://schemas.microsoft.com/office/drawing/2014/main" xmlns="" id="{FEB5A1CA-C662-AC42-906E-42FEA8010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1029">
                <a:extLst>
                  <a:ext uri="{FF2B5EF4-FFF2-40B4-BE49-F238E27FC236}">
                    <a16:creationId xmlns:a16="http://schemas.microsoft.com/office/drawing/2014/main" xmlns="" id="{F73B18BC-3775-124A-ABC7-7178BA686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1030">
                <a:extLst>
                  <a:ext uri="{FF2B5EF4-FFF2-40B4-BE49-F238E27FC236}">
                    <a16:creationId xmlns:a16="http://schemas.microsoft.com/office/drawing/2014/main" xmlns="" id="{B0CC40EF-A30F-FB4A-A013-445912460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1031">
                <a:extLst>
                  <a:ext uri="{FF2B5EF4-FFF2-40B4-BE49-F238E27FC236}">
                    <a16:creationId xmlns:a16="http://schemas.microsoft.com/office/drawing/2014/main" xmlns="" id="{695C34A3-04D7-8544-8C39-0FBEB205F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1032">
                <a:extLst>
                  <a:ext uri="{FF2B5EF4-FFF2-40B4-BE49-F238E27FC236}">
                    <a16:creationId xmlns:a16="http://schemas.microsoft.com/office/drawing/2014/main" xmlns="" id="{83AE7D29-720B-854B-B4F9-BC9FBE8B8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Freeform 1033">
                <a:extLst>
                  <a:ext uri="{FF2B5EF4-FFF2-40B4-BE49-F238E27FC236}">
                    <a16:creationId xmlns:a16="http://schemas.microsoft.com/office/drawing/2014/main" xmlns="" id="{404B1EF4-0053-644A-AAF0-66FB16735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5" name="Freeform 1034">
              <a:extLst>
                <a:ext uri="{FF2B5EF4-FFF2-40B4-BE49-F238E27FC236}">
                  <a16:creationId xmlns:a16="http://schemas.microsoft.com/office/drawing/2014/main" xmlns="" id="{7F7F78D2-EE09-EF4B-BE89-EC511B47A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Freeform 1035">
              <a:extLst>
                <a:ext uri="{FF2B5EF4-FFF2-40B4-BE49-F238E27FC236}">
                  <a16:creationId xmlns:a16="http://schemas.microsoft.com/office/drawing/2014/main" xmlns="" id="{6ED22B39-55F8-254F-B260-10B9358A1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Freeform 1036">
              <a:extLst>
                <a:ext uri="{FF2B5EF4-FFF2-40B4-BE49-F238E27FC236}">
                  <a16:creationId xmlns:a16="http://schemas.microsoft.com/office/drawing/2014/main" xmlns="" id="{519FDAB7-8F2B-D540-87B8-EBC399837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Freeform 1037">
              <a:extLst>
                <a:ext uri="{FF2B5EF4-FFF2-40B4-BE49-F238E27FC236}">
                  <a16:creationId xmlns:a16="http://schemas.microsoft.com/office/drawing/2014/main" xmlns="" id="{0FDDEC0B-D787-B543-B9C8-713981CB2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Freeform 1038">
              <a:extLst>
                <a:ext uri="{FF2B5EF4-FFF2-40B4-BE49-F238E27FC236}">
                  <a16:creationId xmlns:a16="http://schemas.microsoft.com/office/drawing/2014/main" xmlns="" id="{9ED25421-8538-254C-93C7-149B971AD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Freeform 1039">
              <a:extLst>
                <a:ext uri="{FF2B5EF4-FFF2-40B4-BE49-F238E27FC236}">
                  <a16:creationId xmlns:a16="http://schemas.microsoft.com/office/drawing/2014/main" xmlns="" id="{539798D0-719C-DD47-AE49-D9B557B94FC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xmlns="" id="{C9E92DFA-701B-E444-963E-738F29287753}"/>
              </a:ext>
            </a:extLst>
          </p:cNvPr>
          <p:cNvGrpSpPr/>
          <p:nvPr/>
        </p:nvGrpSpPr>
        <p:grpSpPr>
          <a:xfrm>
            <a:off x="8711521" y="1833033"/>
            <a:ext cx="530702" cy="478009"/>
            <a:chOff x="8631407" y="2290407"/>
            <a:chExt cx="530702" cy="478009"/>
          </a:xfrm>
        </p:grpSpPr>
        <p:pic>
          <p:nvPicPr>
            <p:cNvPr id="228" name="Picture 568" descr="light2.png">
              <a:extLst>
                <a:ext uri="{FF2B5EF4-FFF2-40B4-BE49-F238E27FC236}">
                  <a16:creationId xmlns:a16="http://schemas.microsoft.com/office/drawing/2014/main" xmlns="" id="{FC493893-8A11-354F-BABD-C11607E8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9" name="Picture 1017" descr="antenna_stylized">
              <a:extLst>
                <a:ext uri="{FF2B5EF4-FFF2-40B4-BE49-F238E27FC236}">
                  <a16:creationId xmlns:a16="http://schemas.microsoft.com/office/drawing/2014/main" xmlns="" id="{58F4A529-12FB-E644-9930-FD20F449E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xmlns="" id="{69382BE4-EA07-E549-B2F9-9FD19BF88E60}"/>
              </a:ext>
            </a:extLst>
          </p:cNvPr>
          <p:cNvGrpSpPr/>
          <p:nvPr/>
        </p:nvGrpSpPr>
        <p:grpSpPr>
          <a:xfrm>
            <a:off x="8573279" y="1572430"/>
            <a:ext cx="849312" cy="226109"/>
            <a:chOff x="8493165" y="2029804"/>
            <a:chExt cx="849312" cy="226109"/>
          </a:xfrm>
        </p:grpSpPr>
        <p:pic>
          <p:nvPicPr>
            <p:cNvPr id="231" name="Picture 603" descr="car_icon_small">
              <a:extLst>
                <a:ext uri="{FF2B5EF4-FFF2-40B4-BE49-F238E27FC236}">
                  <a16:creationId xmlns:a16="http://schemas.microsoft.com/office/drawing/2014/main" xmlns="" id="{3367712F-9E5F-1447-9EEE-B0A9252E5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2" name="Picture 1017" descr="antenna_stylized">
              <a:extLst>
                <a:ext uri="{FF2B5EF4-FFF2-40B4-BE49-F238E27FC236}">
                  <a16:creationId xmlns:a16="http://schemas.microsoft.com/office/drawing/2014/main" xmlns="" id="{7BB610B1-0C85-3845-80DE-4F600834EE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xmlns="" id="{3338FA73-5831-8048-9F9F-83E195D5716B}"/>
              </a:ext>
            </a:extLst>
          </p:cNvPr>
          <p:cNvGrpSpPr/>
          <p:nvPr/>
        </p:nvGrpSpPr>
        <p:grpSpPr>
          <a:xfrm>
            <a:off x="7567258" y="2838730"/>
            <a:ext cx="857739" cy="583764"/>
            <a:chOff x="7487144" y="3296104"/>
            <a:chExt cx="857739" cy="583764"/>
          </a:xfrm>
        </p:grpSpPr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xmlns="" id="{4D04C3AF-A6A0-3543-9CEC-C36594B3C98A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41" name="Picture 1115" descr="antenna_stylized">
                <a:extLst>
                  <a:ext uri="{FF2B5EF4-FFF2-40B4-BE49-F238E27FC236}">
                    <a16:creationId xmlns:a16="http://schemas.microsoft.com/office/drawing/2014/main" xmlns="" id="{3A4BE67F-53F2-2249-9275-9C6A0F0AB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1116" descr="laptop_keyboard">
                <a:extLst>
                  <a:ext uri="{FF2B5EF4-FFF2-40B4-BE49-F238E27FC236}">
                    <a16:creationId xmlns:a16="http://schemas.microsoft.com/office/drawing/2014/main" xmlns="" id="{3032FEAB-62CC-D44F-B823-94A6C31466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Freeform 1117">
                <a:extLst>
                  <a:ext uri="{FF2B5EF4-FFF2-40B4-BE49-F238E27FC236}">
                    <a16:creationId xmlns:a16="http://schemas.microsoft.com/office/drawing/2014/main" xmlns="" id="{FE755B2B-D563-7C44-97D1-A76981535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44" name="Picture 1118" descr="screen">
                <a:extLst>
                  <a:ext uri="{FF2B5EF4-FFF2-40B4-BE49-F238E27FC236}">
                    <a16:creationId xmlns:a16="http://schemas.microsoft.com/office/drawing/2014/main" xmlns="" id="{051B193A-BCF4-3E49-9934-81C4B74B1F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5" name="Freeform 1119">
                <a:extLst>
                  <a:ext uri="{FF2B5EF4-FFF2-40B4-BE49-F238E27FC236}">
                    <a16:creationId xmlns:a16="http://schemas.microsoft.com/office/drawing/2014/main" xmlns="" id="{818E62C1-0069-EA49-9CF8-45B2D1232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1120">
                <a:extLst>
                  <a:ext uri="{FF2B5EF4-FFF2-40B4-BE49-F238E27FC236}">
                    <a16:creationId xmlns:a16="http://schemas.microsoft.com/office/drawing/2014/main" xmlns="" id="{84CA5961-4DB4-0D43-B026-C4E984CBE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1121">
                <a:extLst>
                  <a:ext uri="{FF2B5EF4-FFF2-40B4-BE49-F238E27FC236}">
                    <a16:creationId xmlns:a16="http://schemas.microsoft.com/office/drawing/2014/main" xmlns="" id="{E5A969C6-2875-2548-A4E6-D224F70A9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1122">
                <a:extLst>
                  <a:ext uri="{FF2B5EF4-FFF2-40B4-BE49-F238E27FC236}">
                    <a16:creationId xmlns:a16="http://schemas.microsoft.com/office/drawing/2014/main" xmlns="" id="{8BC05D01-8EEF-1A49-B84C-FB100CCF5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Freeform 1123">
                <a:extLst>
                  <a:ext uri="{FF2B5EF4-FFF2-40B4-BE49-F238E27FC236}">
                    <a16:creationId xmlns:a16="http://schemas.microsoft.com/office/drawing/2014/main" xmlns="" id="{C6EECD85-C1CC-2844-A1D5-17790C276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" name="Freeform 1124">
                <a:extLst>
                  <a:ext uri="{FF2B5EF4-FFF2-40B4-BE49-F238E27FC236}">
                    <a16:creationId xmlns:a16="http://schemas.microsoft.com/office/drawing/2014/main" xmlns="" id="{F6382FF0-3401-074E-B47F-7092DF234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51" name="Group 1125">
                <a:extLst>
                  <a:ext uri="{FF2B5EF4-FFF2-40B4-BE49-F238E27FC236}">
                    <a16:creationId xmlns:a16="http://schemas.microsoft.com/office/drawing/2014/main" xmlns="" id="{E6D4326D-E697-EA48-8350-1119349360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258" name="Freeform 1126">
                  <a:extLst>
                    <a:ext uri="{FF2B5EF4-FFF2-40B4-BE49-F238E27FC236}">
                      <a16:creationId xmlns:a16="http://schemas.microsoft.com/office/drawing/2014/main" xmlns="" id="{CEA1DD05-B803-9149-AF2B-DB01453207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 1127">
                  <a:extLst>
                    <a:ext uri="{FF2B5EF4-FFF2-40B4-BE49-F238E27FC236}">
                      <a16:creationId xmlns:a16="http://schemas.microsoft.com/office/drawing/2014/main" xmlns="" id="{F8B395FE-C4ED-884D-BFD7-F2220E4560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 1128">
                  <a:extLst>
                    <a:ext uri="{FF2B5EF4-FFF2-40B4-BE49-F238E27FC236}">
                      <a16:creationId xmlns:a16="http://schemas.microsoft.com/office/drawing/2014/main" xmlns="" id="{9FD2580F-A3F6-F947-9B0C-25EC879AFC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1129">
                  <a:extLst>
                    <a:ext uri="{FF2B5EF4-FFF2-40B4-BE49-F238E27FC236}">
                      <a16:creationId xmlns:a16="http://schemas.microsoft.com/office/drawing/2014/main" xmlns="" id="{46294FED-2DBE-0B42-9E0D-59575DF518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Freeform 1130">
                  <a:extLst>
                    <a:ext uri="{FF2B5EF4-FFF2-40B4-BE49-F238E27FC236}">
                      <a16:creationId xmlns:a16="http://schemas.microsoft.com/office/drawing/2014/main" xmlns="" id="{B4090839-1A64-1D44-AC50-B3691212F2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Freeform 1131">
                  <a:extLst>
                    <a:ext uri="{FF2B5EF4-FFF2-40B4-BE49-F238E27FC236}">
                      <a16:creationId xmlns:a16="http://schemas.microsoft.com/office/drawing/2014/main" xmlns="" id="{3075A43B-D07B-0840-9FBC-ED066A735E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2" name="Freeform 1132">
                <a:extLst>
                  <a:ext uri="{FF2B5EF4-FFF2-40B4-BE49-F238E27FC236}">
                    <a16:creationId xmlns:a16="http://schemas.microsoft.com/office/drawing/2014/main" xmlns="" id="{02E935B0-131B-B748-90DC-BF9EAF226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Freeform 1133">
                <a:extLst>
                  <a:ext uri="{FF2B5EF4-FFF2-40B4-BE49-F238E27FC236}">
                    <a16:creationId xmlns:a16="http://schemas.microsoft.com/office/drawing/2014/main" xmlns="" id="{1E123A3E-CC3F-5C47-B1F2-2171D77F6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Freeform 1134">
                <a:extLst>
                  <a:ext uri="{FF2B5EF4-FFF2-40B4-BE49-F238E27FC236}">
                    <a16:creationId xmlns:a16="http://schemas.microsoft.com/office/drawing/2014/main" xmlns="" id="{AECD52AE-3551-654E-880E-D3640BE64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" name="Freeform 1135">
                <a:extLst>
                  <a:ext uri="{FF2B5EF4-FFF2-40B4-BE49-F238E27FC236}">
                    <a16:creationId xmlns:a16="http://schemas.microsoft.com/office/drawing/2014/main" xmlns="" id="{512F9E97-47EA-8542-92DD-7DE8CE7E8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" name="Freeform 1136">
                <a:extLst>
                  <a:ext uri="{FF2B5EF4-FFF2-40B4-BE49-F238E27FC236}">
                    <a16:creationId xmlns:a16="http://schemas.microsoft.com/office/drawing/2014/main" xmlns="" id="{A1F34E8B-7018-7048-B4A5-23A7F6E4F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" name="Freeform 1137">
                <a:extLst>
                  <a:ext uri="{FF2B5EF4-FFF2-40B4-BE49-F238E27FC236}">
                    <a16:creationId xmlns:a16="http://schemas.microsoft.com/office/drawing/2014/main" xmlns="" id="{6D462AFA-A931-3147-A9B9-EF6BBBA6F28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5" name="Group 1139">
              <a:extLst>
                <a:ext uri="{FF2B5EF4-FFF2-40B4-BE49-F238E27FC236}">
                  <a16:creationId xmlns:a16="http://schemas.microsoft.com/office/drawing/2014/main" xmlns="" id="{A492659A-25BB-7D42-8237-FFD058C1C23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39" name="Picture 1140" descr="desktop_computer_stylized_medium">
                <a:extLst>
                  <a:ext uri="{FF2B5EF4-FFF2-40B4-BE49-F238E27FC236}">
                    <a16:creationId xmlns:a16="http://schemas.microsoft.com/office/drawing/2014/main" xmlns="" id="{C3134BA7-C49F-3D41-A8CD-0BF47D5912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0" name="Freeform 1141">
                <a:extLst>
                  <a:ext uri="{FF2B5EF4-FFF2-40B4-BE49-F238E27FC236}">
                    <a16:creationId xmlns:a16="http://schemas.microsoft.com/office/drawing/2014/main" xmlns="" id="{0EE3BC06-EEFD-BE47-9337-BCCD121AA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xmlns="" id="{6E129665-47CD-9244-84D3-9833306DF6CF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37" name="Picture 571" descr="fridge2.png">
                <a:extLst>
                  <a:ext uri="{FF2B5EF4-FFF2-40B4-BE49-F238E27FC236}">
                    <a16:creationId xmlns:a16="http://schemas.microsoft.com/office/drawing/2014/main" xmlns="" id="{D6D74BC7-4624-6B47-8BE9-FC2448DEB7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8" name="Picture 1115" descr="antenna_stylized">
                <a:extLst>
                  <a:ext uri="{FF2B5EF4-FFF2-40B4-BE49-F238E27FC236}">
                    <a16:creationId xmlns:a16="http://schemas.microsoft.com/office/drawing/2014/main" xmlns="" id="{A2DE5E73-D910-E245-A581-C8152428D7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xmlns="" id="{0A5A480A-A0E9-5B46-8B42-A17922C793B1}"/>
              </a:ext>
            </a:extLst>
          </p:cNvPr>
          <p:cNvGrpSpPr/>
          <p:nvPr/>
        </p:nvGrpSpPr>
        <p:grpSpPr>
          <a:xfrm>
            <a:off x="11138687" y="2941791"/>
            <a:ext cx="518448" cy="1212242"/>
            <a:chOff x="11058573" y="3399165"/>
            <a:chExt cx="518448" cy="1212242"/>
          </a:xfrm>
        </p:grpSpPr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xmlns="" id="{73C84718-FB33-ED42-88DF-0B1F15F2FD51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xmlns="" id="{67012382-B12D-F844-B7EB-573597A2218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xmlns="" id="{EA4F63F6-8062-C44D-9090-B18E02E8DAA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74" name="Picture 273" descr="server_rack.png">
                  <a:extLst>
                    <a:ext uri="{FF2B5EF4-FFF2-40B4-BE49-F238E27FC236}">
                      <a16:creationId xmlns:a16="http://schemas.microsoft.com/office/drawing/2014/main" xmlns="" id="{91106E9F-3C67-AA4E-9287-A9EFF36FE3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5" name="Picture 274" descr="server_rack.png">
                  <a:extLst>
                    <a:ext uri="{FF2B5EF4-FFF2-40B4-BE49-F238E27FC236}">
                      <a16:creationId xmlns:a16="http://schemas.microsoft.com/office/drawing/2014/main" xmlns="" id="{79A4A6A6-5E65-6F46-B7B2-90FD24375E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6" name="Picture 275" descr="server_rack.png">
                  <a:extLst>
                    <a:ext uri="{FF2B5EF4-FFF2-40B4-BE49-F238E27FC236}">
                      <a16:creationId xmlns:a16="http://schemas.microsoft.com/office/drawing/2014/main" xmlns="" id="{3216266F-0267-0840-841D-08502DD911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xmlns="" id="{106EB7B9-587B-604A-BB84-21393767F651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xmlns="" id="{2F7016C5-3456-6545-A196-AF5D73FF386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xmlns="" id="{CFE74420-7287-EB40-B7EE-E554F3965C89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69" name="Picture 268" descr="server_rack.png">
                  <a:extLst>
                    <a:ext uri="{FF2B5EF4-FFF2-40B4-BE49-F238E27FC236}">
                      <a16:creationId xmlns:a16="http://schemas.microsoft.com/office/drawing/2014/main" xmlns="" id="{6B281684-A293-474A-A2E6-3B193D839A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0" name="Picture 269" descr="server_rack.png">
                  <a:extLst>
                    <a:ext uri="{FF2B5EF4-FFF2-40B4-BE49-F238E27FC236}">
                      <a16:creationId xmlns:a16="http://schemas.microsoft.com/office/drawing/2014/main" xmlns="" id="{9F75EF01-9A2A-3A49-932A-4C42C71958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1" name="Picture 270" descr="server_rack.png">
                  <a:extLst>
                    <a:ext uri="{FF2B5EF4-FFF2-40B4-BE49-F238E27FC236}">
                      <a16:creationId xmlns:a16="http://schemas.microsoft.com/office/drawing/2014/main" xmlns="" id="{446E25FC-31EE-334C-8D4A-FE0F222A8E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7" name="Group 590">
            <a:extLst>
              <a:ext uri="{FF2B5EF4-FFF2-40B4-BE49-F238E27FC236}">
                <a16:creationId xmlns:a16="http://schemas.microsoft.com/office/drawing/2014/main" xmlns="" id="{E519F234-2007-384B-BC1B-5D998EFDC23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54595" y="4413467"/>
            <a:ext cx="345630" cy="320302"/>
            <a:chOff x="2839" y="3501"/>
            <a:chExt cx="755" cy="803"/>
          </a:xfrm>
        </p:grpSpPr>
        <p:pic>
          <p:nvPicPr>
            <p:cNvPr id="278" name="Picture 591" descr="desktop_computer_stylized_medium">
              <a:extLst>
                <a:ext uri="{FF2B5EF4-FFF2-40B4-BE49-F238E27FC236}">
                  <a16:creationId xmlns:a16="http://schemas.microsoft.com/office/drawing/2014/main" xmlns="" id="{33A2ACC8-59B8-BE41-AE95-2FCE8CBFBC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9" name="Freeform 592">
              <a:extLst>
                <a:ext uri="{FF2B5EF4-FFF2-40B4-BE49-F238E27FC236}">
                  <a16:creationId xmlns:a16="http://schemas.microsoft.com/office/drawing/2014/main" xmlns="" id="{D3941249-0EC2-7F4F-B6DE-853D1B0F5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0" name="Group 1064">
            <a:extLst>
              <a:ext uri="{FF2B5EF4-FFF2-40B4-BE49-F238E27FC236}">
                <a16:creationId xmlns:a16="http://schemas.microsoft.com/office/drawing/2014/main" xmlns="" id="{32873DDE-DE5F-FD44-B451-B2DB0A80F417}"/>
              </a:ext>
            </a:extLst>
          </p:cNvPr>
          <p:cNvGrpSpPr>
            <a:grpSpLocks/>
          </p:cNvGrpSpPr>
          <p:nvPr/>
        </p:nvGrpSpPr>
        <p:grpSpPr bwMode="auto">
          <a:xfrm>
            <a:off x="9275421" y="5366115"/>
            <a:ext cx="310186" cy="307808"/>
            <a:chOff x="877" y="1008"/>
            <a:chExt cx="2747" cy="2591"/>
          </a:xfrm>
        </p:grpSpPr>
        <p:pic>
          <p:nvPicPr>
            <p:cNvPr id="281" name="Picture 1065" descr="antenna_stylized">
              <a:extLst>
                <a:ext uri="{FF2B5EF4-FFF2-40B4-BE49-F238E27FC236}">
                  <a16:creationId xmlns:a16="http://schemas.microsoft.com/office/drawing/2014/main" xmlns="" id="{AE6278DC-71B3-934A-A861-85089C087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2" name="Picture 1066" descr="laptop_keyboard">
              <a:extLst>
                <a:ext uri="{FF2B5EF4-FFF2-40B4-BE49-F238E27FC236}">
                  <a16:creationId xmlns:a16="http://schemas.microsoft.com/office/drawing/2014/main" xmlns="" id="{3FEF45DC-F120-5245-9ABC-6F0D0A235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3" name="Freeform 1067">
              <a:extLst>
                <a:ext uri="{FF2B5EF4-FFF2-40B4-BE49-F238E27FC236}">
                  <a16:creationId xmlns:a16="http://schemas.microsoft.com/office/drawing/2014/main" xmlns="" id="{8722F022-4F8C-2D45-81ED-EFF0FDD9E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4" name="Picture 1068" descr="screen">
              <a:extLst>
                <a:ext uri="{FF2B5EF4-FFF2-40B4-BE49-F238E27FC236}">
                  <a16:creationId xmlns:a16="http://schemas.microsoft.com/office/drawing/2014/main" xmlns="" id="{204FC4A1-539E-5442-BEC0-E471E14FA6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5" name="Freeform 1069">
              <a:extLst>
                <a:ext uri="{FF2B5EF4-FFF2-40B4-BE49-F238E27FC236}">
                  <a16:creationId xmlns:a16="http://schemas.microsoft.com/office/drawing/2014/main" xmlns="" id="{A1A1347C-9D1F-BA40-834D-25F998533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Freeform 1070">
              <a:extLst>
                <a:ext uri="{FF2B5EF4-FFF2-40B4-BE49-F238E27FC236}">
                  <a16:creationId xmlns:a16="http://schemas.microsoft.com/office/drawing/2014/main" xmlns="" id="{5962D35F-879E-2549-AB01-3DB83293F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7" name="Freeform 1071">
              <a:extLst>
                <a:ext uri="{FF2B5EF4-FFF2-40B4-BE49-F238E27FC236}">
                  <a16:creationId xmlns:a16="http://schemas.microsoft.com/office/drawing/2014/main" xmlns="" id="{22F02B8D-E551-4348-96A0-9FA3E305B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8" name="Freeform 1072">
              <a:extLst>
                <a:ext uri="{FF2B5EF4-FFF2-40B4-BE49-F238E27FC236}">
                  <a16:creationId xmlns:a16="http://schemas.microsoft.com/office/drawing/2014/main" xmlns="" id="{C526490C-E805-3744-973A-5CC36BB22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9" name="Freeform 1073">
              <a:extLst>
                <a:ext uri="{FF2B5EF4-FFF2-40B4-BE49-F238E27FC236}">
                  <a16:creationId xmlns:a16="http://schemas.microsoft.com/office/drawing/2014/main" xmlns="" id="{7A50B32F-A919-C345-8D9F-670BB4E92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0" name="Freeform 1074">
              <a:extLst>
                <a:ext uri="{FF2B5EF4-FFF2-40B4-BE49-F238E27FC236}">
                  <a16:creationId xmlns:a16="http://schemas.microsoft.com/office/drawing/2014/main" xmlns="" id="{0175EDC4-A636-8E46-AE82-E96C1601B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91" name="Group 1075">
              <a:extLst>
                <a:ext uri="{FF2B5EF4-FFF2-40B4-BE49-F238E27FC236}">
                  <a16:creationId xmlns:a16="http://schemas.microsoft.com/office/drawing/2014/main" xmlns="" id="{0DFAC9F2-BFCA-0847-8353-C8E921686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98" name="Freeform 1076">
                <a:extLst>
                  <a:ext uri="{FF2B5EF4-FFF2-40B4-BE49-F238E27FC236}">
                    <a16:creationId xmlns:a16="http://schemas.microsoft.com/office/drawing/2014/main" xmlns="" id="{850E3FFA-D3FE-4A46-89D2-C6682C4DE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Freeform 1077">
                <a:extLst>
                  <a:ext uri="{FF2B5EF4-FFF2-40B4-BE49-F238E27FC236}">
                    <a16:creationId xmlns:a16="http://schemas.microsoft.com/office/drawing/2014/main" xmlns="" id="{802EE040-A819-9640-B947-1A1395BEF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1078">
                <a:extLst>
                  <a:ext uri="{FF2B5EF4-FFF2-40B4-BE49-F238E27FC236}">
                    <a16:creationId xmlns:a16="http://schemas.microsoft.com/office/drawing/2014/main" xmlns="" id="{2E6E4ADE-8434-D746-854F-AD5EAF779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1079">
                <a:extLst>
                  <a:ext uri="{FF2B5EF4-FFF2-40B4-BE49-F238E27FC236}">
                    <a16:creationId xmlns:a16="http://schemas.microsoft.com/office/drawing/2014/main" xmlns="" id="{C3433830-574B-834F-8066-2E9F5FD6E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1080">
                <a:extLst>
                  <a:ext uri="{FF2B5EF4-FFF2-40B4-BE49-F238E27FC236}">
                    <a16:creationId xmlns:a16="http://schemas.microsoft.com/office/drawing/2014/main" xmlns="" id="{E9FF40EC-D904-F941-BD96-FDDB247AC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Freeform 1081">
                <a:extLst>
                  <a:ext uri="{FF2B5EF4-FFF2-40B4-BE49-F238E27FC236}">
                    <a16:creationId xmlns:a16="http://schemas.microsoft.com/office/drawing/2014/main" xmlns="" id="{D764A724-F392-9F42-AE28-024E09E62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92" name="Freeform 1082">
              <a:extLst>
                <a:ext uri="{FF2B5EF4-FFF2-40B4-BE49-F238E27FC236}">
                  <a16:creationId xmlns:a16="http://schemas.microsoft.com/office/drawing/2014/main" xmlns="" id="{1D359E2D-603D-1C42-AF6A-BFF171224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3" name="Freeform 1083">
              <a:extLst>
                <a:ext uri="{FF2B5EF4-FFF2-40B4-BE49-F238E27FC236}">
                  <a16:creationId xmlns:a16="http://schemas.microsoft.com/office/drawing/2014/main" xmlns="" id="{A7F6435A-5F6F-D04A-9651-135556C9A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4" name="Freeform 1084">
              <a:extLst>
                <a:ext uri="{FF2B5EF4-FFF2-40B4-BE49-F238E27FC236}">
                  <a16:creationId xmlns:a16="http://schemas.microsoft.com/office/drawing/2014/main" xmlns="" id="{7E5560DA-5784-0949-BF64-EED5A85C8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5" name="Freeform 1085">
              <a:extLst>
                <a:ext uri="{FF2B5EF4-FFF2-40B4-BE49-F238E27FC236}">
                  <a16:creationId xmlns:a16="http://schemas.microsoft.com/office/drawing/2014/main" xmlns="" id="{EE37634B-CC1C-B440-AEAB-A81F991F3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6" name="Freeform 1086">
              <a:extLst>
                <a:ext uri="{FF2B5EF4-FFF2-40B4-BE49-F238E27FC236}">
                  <a16:creationId xmlns:a16="http://schemas.microsoft.com/office/drawing/2014/main" xmlns="" id="{06E015D5-7D47-FA43-A710-59DE4A765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" name="Freeform 1087">
              <a:extLst>
                <a:ext uri="{FF2B5EF4-FFF2-40B4-BE49-F238E27FC236}">
                  <a16:creationId xmlns:a16="http://schemas.microsoft.com/office/drawing/2014/main" xmlns="" id="{92FD50DD-905B-534A-8A82-2CABB656D69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4" name="Group 590">
            <a:extLst>
              <a:ext uri="{FF2B5EF4-FFF2-40B4-BE49-F238E27FC236}">
                <a16:creationId xmlns:a16="http://schemas.microsoft.com/office/drawing/2014/main" xmlns="" id="{7D86CBB7-90D5-5C4A-9DB8-D6046D4D95F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227649" y="5017963"/>
            <a:ext cx="345630" cy="320302"/>
            <a:chOff x="2839" y="3501"/>
            <a:chExt cx="755" cy="803"/>
          </a:xfrm>
        </p:grpSpPr>
        <p:pic>
          <p:nvPicPr>
            <p:cNvPr id="305" name="Picture 591" descr="desktop_computer_stylized_medium">
              <a:extLst>
                <a:ext uri="{FF2B5EF4-FFF2-40B4-BE49-F238E27FC236}">
                  <a16:creationId xmlns:a16="http://schemas.microsoft.com/office/drawing/2014/main" xmlns="" id="{1E6AFB2E-6DD2-0F42-9FCC-C1E32A1B0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592">
              <a:extLst>
                <a:ext uri="{FF2B5EF4-FFF2-40B4-BE49-F238E27FC236}">
                  <a16:creationId xmlns:a16="http://schemas.microsoft.com/office/drawing/2014/main" xmlns="" id="{C502709A-9A0D-9A47-A5CE-EC46F9304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7" name="Group 590">
            <a:extLst>
              <a:ext uri="{FF2B5EF4-FFF2-40B4-BE49-F238E27FC236}">
                <a16:creationId xmlns:a16="http://schemas.microsoft.com/office/drawing/2014/main" xmlns="" id="{CA180629-1EE9-9045-BF20-AA161650E5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625874" y="5039436"/>
            <a:ext cx="345630" cy="320302"/>
            <a:chOff x="2839" y="3501"/>
            <a:chExt cx="755" cy="803"/>
          </a:xfrm>
        </p:grpSpPr>
        <p:pic>
          <p:nvPicPr>
            <p:cNvPr id="308" name="Picture 591" descr="desktop_computer_stylized_medium">
              <a:extLst>
                <a:ext uri="{FF2B5EF4-FFF2-40B4-BE49-F238E27FC236}">
                  <a16:creationId xmlns:a16="http://schemas.microsoft.com/office/drawing/2014/main" xmlns="" id="{10FB4FF7-ED0D-4548-A925-6709E4749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9" name="Freeform 592">
              <a:extLst>
                <a:ext uri="{FF2B5EF4-FFF2-40B4-BE49-F238E27FC236}">
                  <a16:creationId xmlns:a16="http://schemas.microsoft.com/office/drawing/2014/main" xmlns="" id="{76E9A76B-3815-1842-8657-E47D64618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0" name="Group 1064">
            <a:extLst>
              <a:ext uri="{FF2B5EF4-FFF2-40B4-BE49-F238E27FC236}">
                <a16:creationId xmlns:a16="http://schemas.microsoft.com/office/drawing/2014/main" xmlns="" id="{2A1515AB-81BE-A647-B780-057B7B04F549}"/>
              </a:ext>
            </a:extLst>
          </p:cNvPr>
          <p:cNvGrpSpPr>
            <a:grpSpLocks/>
          </p:cNvGrpSpPr>
          <p:nvPr/>
        </p:nvGrpSpPr>
        <p:grpSpPr bwMode="auto">
          <a:xfrm>
            <a:off x="9608486" y="5308444"/>
            <a:ext cx="319264" cy="253379"/>
            <a:chOff x="877" y="1008"/>
            <a:chExt cx="2747" cy="2591"/>
          </a:xfrm>
        </p:grpSpPr>
        <p:pic>
          <p:nvPicPr>
            <p:cNvPr id="311" name="Picture 1065" descr="antenna_stylized">
              <a:extLst>
                <a:ext uri="{FF2B5EF4-FFF2-40B4-BE49-F238E27FC236}">
                  <a16:creationId xmlns:a16="http://schemas.microsoft.com/office/drawing/2014/main" xmlns="" id="{BE3CD0B6-78E6-DA4F-99EA-A5B227564A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2" name="Picture 1066" descr="laptop_keyboard">
              <a:extLst>
                <a:ext uri="{FF2B5EF4-FFF2-40B4-BE49-F238E27FC236}">
                  <a16:creationId xmlns:a16="http://schemas.microsoft.com/office/drawing/2014/main" xmlns="" id="{D2626BF6-46AC-604D-8A51-37EA389D2F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3" name="Freeform 1067">
              <a:extLst>
                <a:ext uri="{FF2B5EF4-FFF2-40B4-BE49-F238E27FC236}">
                  <a16:creationId xmlns:a16="http://schemas.microsoft.com/office/drawing/2014/main" xmlns="" id="{959EDFAC-C6A1-D14A-947E-35A00B3A9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4" name="Picture 1068" descr="screen">
              <a:extLst>
                <a:ext uri="{FF2B5EF4-FFF2-40B4-BE49-F238E27FC236}">
                  <a16:creationId xmlns:a16="http://schemas.microsoft.com/office/drawing/2014/main" xmlns="" id="{9D1F4A99-3250-9849-B965-F91DA6257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5" name="Freeform 1069">
              <a:extLst>
                <a:ext uri="{FF2B5EF4-FFF2-40B4-BE49-F238E27FC236}">
                  <a16:creationId xmlns:a16="http://schemas.microsoft.com/office/drawing/2014/main" xmlns="" id="{5C31E3EB-B3FB-0B4F-93CD-5092308DC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6" name="Freeform 1070">
              <a:extLst>
                <a:ext uri="{FF2B5EF4-FFF2-40B4-BE49-F238E27FC236}">
                  <a16:creationId xmlns:a16="http://schemas.microsoft.com/office/drawing/2014/main" xmlns="" id="{3AD986D8-84E7-4747-A1C9-5481DDD06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" name="Freeform 1071">
              <a:extLst>
                <a:ext uri="{FF2B5EF4-FFF2-40B4-BE49-F238E27FC236}">
                  <a16:creationId xmlns:a16="http://schemas.microsoft.com/office/drawing/2014/main" xmlns="" id="{99E21446-DDC6-F947-8143-0229A8829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8" name="Freeform 1072">
              <a:extLst>
                <a:ext uri="{FF2B5EF4-FFF2-40B4-BE49-F238E27FC236}">
                  <a16:creationId xmlns:a16="http://schemas.microsoft.com/office/drawing/2014/main" xmlns="" id="{760E6505-2D47-0045-B608-C79782D31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9" name="Freeform 1073">
              <a:extLst>
                <a:ext uri="{FF2B5EF4-FFF2-40B4-BE49-F238E27FC236}">
                  <a16:creationId xmlns:a16="http://schemas.microsoft.com/office/drawing/2014/main" xmlns="" id="{1E8320ED-B12F-2641-BEF1-FFE08A709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0" name="Freeform 1074">
              <a:extLst>
                <a:ext uri="{FF2B5EF4-FFF2-40B4-BE49-F238E27FC236}">
                  <a16:creationId xmlns:a16="http://schemas.microsoft.com/office/drawing/2014/main" xmlns="" id="{6F216F19-7A9E-7842-8DE3-87CF67C24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21" name="Group 1075">
              <a:extLst>
                <a:ext uri="{FF2B5EF4-FFF2-40B4-BE49-F238E27FC236}">
                  <a16:creationId xmlns:a16="http://schemas.microsoft.com/office/drawing/2014/main" xmlns="" id="{739F03CA-20B1-E448-ACD6-1C13B4F674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28" name="Freeform 1076">
                <a:extLst>
                  <a:ext uri="{FF2B5EF4-FFF2-40B4-BE49-F238E27FC236}">
                    <a16:creationId xmlns:a16="http://schemas.microsoft.com/office/drawing/2014/main" xmlns="" id="{C8940D77-B4F3-1246-9EB1-62B374D1D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9" name="Freeform 1077">
                <a:extLst>
                  <a:ext uri="{FF2B5EF4-FFF2-40B4-BE49-F238E27FC236}">
                    <a16:creationId xmlns:a16="http://schemas.microsoft.com/office/drawing/2014/main" xmlns="" id="{50CF6234-28F9-6A4A-9C8F-25FE11F3D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0" name="Freeform 1078">
                <a:extLst>
                  <a:ext uri="{FF2B5EF4-FFF2-40B4-BE49-F238E27FC236}">
                    <a16:creationId xmlns:a16="http://schemas.microsoft.com/office/drawing/2014/main" xmlns="" id="{6D8485B5-FB9F-C945-BF8E-55BD01258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1079">
                <a:extLst>
                  <a:ext uri="{FF2B5EF4-FFF2-40B4-BE49-F238E27FC236}">
                    <a16:creationId xmlns:a16="http://schemas.microsoft.com/office/drawing/2014/main" xmlns="" id="{499E2EF6-03A8-7649-AF1E-92C6AEEAC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1080">
                <a:extLst>
                  <a:ext uri="{FF2B5EF4-FFF2-40B4-BE49-F238E27FC236}">
                    <a16:creationId xmlns:a16="http://schemas.microsoft.com/office/drawing/2014/main" xmlns="" id="{74F729D9-EF91-0447-847C-32A9E97FF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3" name="Freeform 1081">
                <a:extLst>
                  <a:ext uri="{FF2B5EF4-FFF2-40B4-BE49-F238E27FC236}">
                    <a16:creationId xmlns:a16="http://schemas.microsoft.com/office/drawing/2014/main" xmlns="" id="{79448D30-757C-AD42-9BE7-746E1DDA2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22" name="Freeform 1082">
              <a:extLst>
                <a:ext uri="{FF2B5EF4-FFF2-40B4-BE49-F238E27FC236}">
                  <a16:creationId xmlns:a16="http://schemas.microsoft.com/office/drawing/2014/main" xmlns="" id="{ACA0EA96-8459-6D48-B384-71DC0DE9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3" name="Freeform 1083">
              <a:extLst>
                <a:ext uri="{FF2B5EF4-FFF2-40B4-BE49-F238E27FC236}">
                  <a16:creationId xmlns:a16="http://schemas.microsoft.com/office/drawing/2014/main" xmlns="" id="{4AFEEFA0-1AD5-2A4E-8E91-2BA01BA88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4" name="Freeform 1084">
              <a:extLst>
                <a:ext uri="{FF2B5EF4-FFF2-40B4-BE49-F238E27FC236}">
                  <a16:creationId xmlns:a16="http://schemas.microsoft.com/office/drawing/2014/main" xmlns="" id="{21B8D876-55EE-014B-B6A7-135E27D26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Freeform 1085">
              <a:extLst>
                <a:ext uri="{FF2B5EF4-FFF2-40B4-BE49-F238E27FC236}">
                  <a16:creationId xmlns:a16="http://schemas.microsoft.com/office/drawing/2014/main" xmlns="" id="{8385F355-35A0-3348-8DF5-BC36DCEC9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6" name="Freeform 1086">
              <a:extLst>
                <a:ext uri="{FF2B5EF4-FFF2-40B4-BE49-F238E27FC236}">
                  <a16:creationId xmlns:a16="http://schemas.microsoft.com/office/drawing/2014/main" xmlns="" id="{DD8C8F16-B86F-DA4C-8E23-1A23CACB9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" name="Freeform 1087">
              <a:extLst>
                <a:ext uri="{FF2B5EF4-FFF2-40B4-BE49-F238E27FC236}">
                  <a16:creationId xmlns:a16="http://schemas.microsoft.com/office/drawing/2014/main" xmlns="" id="{C205008C-65B4-0C4E-858E-4BE7FE6B84A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34" name="Freeform 984">
            <a:extLst>
              <a:ext uri="{FF2B5EF4-FFF2-40B4-BE49-F238E27FC236}">
                <a16:creationId xmlns:a16="http://schemas.microsoft.com/office/drawing/2014/main" xmlns="" id="{F683EC5C-41E4-CB46-A4DE-DA79C11DB0A3}"/>
              </a:ext>
            </a:extLst>
          </p:cNvPr>
          <p:cNvSpPr>
            <a:spLocks/>
          </p:cNvSpPr>
          <p:nvPr/>
        </p:nvSpPr>
        <p:spPr bwMode="auto">
          <a:xfrm>
            <a:off x="10227333" y="5150277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5" name="Freeform 986">
            <a:extLst>
              <a:ext uri="{FF2B5EF4-FFF2-40B4-BE49-F238E27FC236}">
                <a16:creationId xmlns:a16="http://schemas.microsoft.com/office/drawing/2014/main" xmlns="" id="{5EF954DC-7E38-5E4F-A1CE-66E02590E45F}"/>
              </a:ext>
            </a:extLst>
          </p:cNvPr>
          <p:cNvSpPr>
            <a:spLocks/>
          </p:cNvSpPr>
          <p:nvPr/>
        </p:nvSpPr>
        <p:spPr bwMode="auto">
          <a:xfrm>
            <a:off x="10233710" y="5170229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6" name="Freeform 987">
            <a:extLst>
              <a:ext uri="{FF2B5EF4-FFF2-40B4-BE49-F238E27FC236}">
                <a16:creationId xmlns:a16="http://schemas.microsoft.com/office/drawing/2014/main" xmlns="" id="{715C54AB-3880-BA45-928C-39C4D7CA3C4E}"/>
              </a:ext>
            </a:extLst>
          </p:cNvPr>
          <p:cNvSpPr>
            <a:spLocks/>
          </p:cNvSpPr>
          <p:nvPr/>
        </p:nvSpPr>
        <p:spPr bwMode="auto">
          <a:xfrm>
            <a:off x="10229258" y="5326059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7" name="Rectangle 988">
            <a:extLst>
              <a:ext uri="{FF2B5EF4-FFF2-40B4-BE49-F238E27FC236}">
                <a16:creationId xmlns:a16="http://schemas.microsoft.com/office/drawing/2014/main" xmlns="" id="{370296DA-87E2-9341-A2CE-4380B2374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39" y="5187705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38" name="Group 989">
            <a:extLst>
              <a:ext uri="{FF2B5EF4-FFF2-40B4-BE49-F238E27FC236}">
                <a16:creationId xmlns:a16="http://schemas.microsoft.com/office/drawing/2014/main" xmlns="" id="{AFA2681D-B24E-9548-A42D-DBE7D03E1B65}"/>
              </a:ext>
            </a:extLst>
          </p:cNvPr>
          <p:cNvGrpSpPr>
            <a:grpSpLocks/>
          </p:cNvGrpSpPr>
          <p:nvPr/>
        </p:nvGrpSpPr>
        <p:grpSpPr bwMode="auto">
          <a:xfrm>
            <a:off x="10164889" y="5184501"/>
            <a:ext cx="69903" cy="21117"/>
            <a:chOff x="614" y="2568"/>
            <a:chExt cx="725" cy="139"/>
          </a:xfrm>
        </p:grpSpPr>
        <p:sp>
          <p:nvSpPr>
            <p:cNvPr id="339" name="AutoShape 990">
              <a:extLst>
                <a:ext uri="{FF2B5EF4-FFF2-40B4-BE49-F238E27FC236}">
                  <a16:creationId xmlns:a16="http://schemas.microsoft.com/office/drawing/2014/main" xmlns="" id="{8D15E716-2018-CA44-A0CF-BA1BD3C4F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0" name="AutoShape 991">
              <a:extLst>
                <a:ext uri="{FF2B5EF4-FFF2-40B4-BE49-F238E27FC236}">
                  <a16:creationId xmlns:a16="http://schemas.microsoft.com/office/drawing/2014/main" xmlns="" id="{45074B74-5B36-7F43-A334-2E5646580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1" name="Rectangle 992">
            <a:extLst>
              <a:ext uri="{FF2B5EF4-FFF2-40B4-BE49-F238E27FC236}">
                <a16:creationId xmlns:a16="http://schemas.microsoft.com/office/drawing/2014/main" xmlns="" id="{D5DC0FDD-F05E-D940-80D3-95FD6FA6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1242" y="5236056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2" name="Group 993">
            <a:extLst>
              <a:ext uri="{FF2B5EF4-FFF2-40B4-BE49-F238E27FC236}">
                <a16:creationId xmlns:a16="http://schemas.microsoft.com/office/drawing/2014/main" xmlns="" id="{80CA8E93-98F3-5845-A8F0-9AFCA71C58D2}"/>
              </a:ext>
            </a:extLst>
          </p:cNvPr>
          <p:cNvGrpSpPr>
            <a:grpSpLocks/>
          </p:cNvGrpSpPr>
          <p:nvPr/>
        </p:nvGrpSpPr>
        <p:grpSpPr bwMode="auto">
          <a:xfrm>
            <a:off x="10164649" y="5231978"/>
            <a:ext cx="69903" cy="19515"/>
            <a:chOff x="614" y="2568"/>
            <a:chExt cx="725" cy="139"/>
          </a:xfrm>
        </p:grpSpPr>
        <p:sp>
          <p:nvSpPr>
            <p:cNvPr id="343" name="AutoShape 994">
              <a:extLst>
                <a:ext uri="{FF2B5EF4-FFF2-40B4-BE49-F238E27FC236}">
                  <a16:creationId xmlns:a16="http://schemas.microsoft.com/office/drawing/2014/main" xmlns="" id="{7DD517ED-4EA6-CE4D-BABF-4E87B224F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4" name="AutoShape 995">
              <a:extLst>
                <a:ext uri="{FF2B5EF4-FFF2-40B4-BE49-F238E27FC236}">
                  <a16:creationId xmlns:a16="http://schemas.microsoft.com/office/drawing/2014/main" xmlns="" id="{67610340-11E9-0D44-B036-7F836809F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5" name="Rectangle 996">
            <a:extLst>
              <a:ext uri="{FF2B5EF4-FFF2-40B4-BE49-F238E27FC236}">
                <a16:creationId xmlns:a16="http://schemas.microsoft.com/office/drawing/2014/main" xmlns="" id="{797BEBD2-AFB2-D04F-BF4D-C98B5985E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1242" y="5284407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46" name="Rectangle 997">
            <a:extLst>
              <a:ext uri="{FF2B5EF4-FFF2-40B4-BE49-F238E27FC236}">
                <a16:creationId xmlns:a16="http://schemas.microsoft.com/office/drawing/2014/main" xmlns="" id="{CAEB6086-A181-E845-B0C6-0E5FA8C48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2445" y="5328244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7" name="Group 998">
            <a:extLst>
              <a:ext uri="{FF2B5EF4-FFF2-40B4-BE49-F238E27FC236}">
                <a16:creationId xmlns:a16="http://schemas.microsoft.com/office/drawing/2014/main" xmlns="" id="{2AA46A1E-93AF-BA48-99B9-AEC064BD1FEC}"/>
              </a:ext>
            </a:extLst>
          </p:cNvPr>
          <p:cNvGrpSpPr>
            <a:grpSpLocks/>
          </p:cNvGrpSpPr>
          <p:nvPr/>
        </p:nvGrpSpPr>
        <p:grpSpPr bwMode="auto">
          <a:xfrm>
            <a:off x="10163205" y="5324166"/>
            <a:ext cx="70024" cy="21991"/>
            <a:chOff x="614" y="2568"/>
            <a:chExt cx="725" cy="139"/>
          </a:xfrm>
        </p:grpSpPr>
        <p:sp>
          <p:nvSpPr>
            <p:cNvPr id="348" name="AutoShape 999">
              <a:extLst>
                <a:ext uri="{FF2B5EF4-FFF2-40B4-BE49-F238E27FC236}">
                  <a16:creationId xmlns:a16="http://schemas.microsoft.com/office/drawing/2014/main" xmlns="" id="{3DDF69A6-D5A3-CE4D-9320-9AFFD3C42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9" name="AutoShape 1000">
              <a:extLst>
                <a:ext uri="{FF2B5EF4-FFF2-40B4-BE49-F238E27FC236}">
                  <a16:creationId xmlns:a16="http://schemas.microsoft.com/office/drawing/2014/main" xmlns="" id="{7324BD93-FB3D-8844-A86D-CAAF66EC7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0" name="Freeform 1001">
            <a:extLst>
              <a:ext uri="{FF2B5EF4-FFF2-40B4-BE49-F238E27FC236}">
                <a16:creationId xmlns:a16="http://schemas.microsoft.com/office/drawing/2014/main" xmlns="" id="{98435968-C1C8-374F-8AC1-5AF0F3D6EC49}"/>
              </a:ext>
            </a:extLst>
          </p:cNvPr>
          <p:cNvSpPr>
            <a:spLocks/>
          </p:cNvSpPr>
          <p:nvPr/>
        </p:nvSpPr>
        <p:spPr bwMode="auto">
          <a:xfrm>
            <a:off x="10229740" y="5284407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1" name="Group 1002">
            <a:extLst>
              <a:ext uri="{FF2B5EF4-FFF2-40B4-BE49-F238E27FC236}">
                <a16:creationId xmlns:a16="http://schemas.microsoft.com/office/drawing/2014/main" xmlns="" id="{30C5E95A-609F-2641-9A30-3EFA406AB51F}"/>
              </a:ext>
            </a:extLst>
          </p:cNvPr>
          <p:cNvGrpSpPr>
            <a:grpSpLocks/>
          </p:cNvGrpSpPr>
          <p:nvPr/>
        </p:nvGrpSpPr>
        <p:grpSpPr bwMode="auto">
          <a:xfrm>
            <a:off x="10163686" y="5280475"/>
            <a:ext cx="70024" cy="20243"/>
            <a:chOff x="614" y="2568"/>
            <a:chExt cx="725" cy="139"/>
          </a:xfrm>
        </p:grpSpPr>
        <p:sp>
          <p:nvSpPr>
            <p:cNvPr id="352" name="AutoShape 1003">
              <a:extLst>
                <a:ext uri="{FF2B5EF4-FFF2-40B4-BE49-F238E27FC236}">
                  <a16:creationId xmlns:a16="http://schemas.microsoft.com/office/drawing/2014/main" xmlns="" id="{6C6A18B9-4731-9E4A-8433-C467629BB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3" name="AutoShape 1004">
              <a:extLst>
                <a:ext uri="{FF2B5EF4-FFF2-40B4-BE49-F238E27FC236}">
                  <a16:creationId xmlns:a16="http://schemas.microsoft.com/office/drawing/2014/main" xmlns="" id="{80E49604-CFF7-2249-8AC0-274FFDA8E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4" name="Rectangle 1005">
            <a:extLst>
              <a:ext uri="{FF2B5EF4-FFF2-40B4-BE49-F238E27FC236}">
                <a16:creationId xmlns:a16="http://schemas.microsoft.com/office/drawing/2014/main" xmlns="" id="{4574A330-D5AC-1949-8F3A-0425F1BF8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4686" y="5149694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5" name="Freeform 1006">
            <a:extLst>
              <a:ext uri="{FF2B5EF4-FFF2-40B4-BE49-F238E27FC236}">
                <a16:creationId xmlns:a16="http://schemas.microsoft.com/office/drawing/2014/main" xmlns="" id="{346534D2-9C43-5D4C-97DD-9BFA3F3C1E19}"/>
              </a:ext>
            </a:extLst>
          </p:cNvPr>
          <p:cNvSpPr>
            <a:spLocks/>
          </p:cNvSpPr>
          <p:nvPr/>
        </p:nvSpPr>
        <p:spPr bwMode="auto">
          <a:xfrm>
            <a:off x="10232627" y="5233872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6" name="Freeform 1007">
            <a:extLst>
              <a:ext uri="{FF2B5EF4-FFF2-40B4-BE49-F238E27FC236}">
                <a16:creationId xmlns:a16="http://schemas.microsoft.com/office/drawing/2014/main" xmlns="" id="{34FDA504-7EFB-0F47-BF0E-7541255FF63F}"/>
              </a:ext>
            </a:extLst>
          </p:cNvPr>
          <p:cNvSpPr>
            <a:spLocks/>
          </p:cNvSpPr>
          <p:nvPr/>
        </p:nvSpPr>
        <p:spPr bwMode="auto">
          <a:xfrm>
            <a:off x="10232988" y="5186249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7" name="Oval 1008">
            <a:extLst>
              <a:ext uri="{FF2B5EF4-FFF2-40B4-BE49-F238E27FC236}">
                <a16:creationId xmlns:a16="http://schemas.microsoft.com/office/drawing/2014/main" xmlns="" id="{EB41E430-44F1-2040-B040-34AC4812C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7051" y="5467472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8" name="Freeform 1009">
            <a:extLst>
              <a:ext uri="{FF2B5EF4-FFF2-40B4-BE49-F238E27FC236}">
                <a16:creationId xmlns:a16="http://schemas.microsoft.com/office/drawing/2014/main" xmlns="" id="{790EC54C-1F12-7145-B84C-38FCEE8E9F9C}"/>
              </a:ext>
            </a:extLst>
          </p:cNvPr>
          <p:cNvSpPr>
            <a:spLocks/>
          </p:cNvSpPr>
          <p:nvPr/>
        </p:nvSpPr>
        <p:spPr bwMode="auto">
          <a:xfrm>
            <a:off x="10231424" y="5467909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AutoShape 1010">
            <a:extLst>
              <a:ext uri="{FF2B5EF4-FFF2-40B4-BE49-F238E27FC236}">
                <a16:creationId xmlns:a16="http://schemas.microsoft.com/office/drawing/2014/main" xmlns="" id="{2E145E4B-9370-3442-8CC9-84BAE4D06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1617" y="5476793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0" name="AutoShape 1011">
            <a:extLst>
              <a:ext uri="{FF2B5EF4-FFF2-40B4-BE49-F238E27FC236}">
                <a16:creationId xmlns:a16="http://schemas.microsoft.com/office/drawing/2014/main" xmlns="" id="{D478C9C4-B89C-9C48-BBD7-DEABBACEA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39" y="5482472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1" name="Oval 1012">
            <a:extLst>
              <a:ext uri="{FF2B5EF4-FFF2-40B4-BE49-F238E27FC236}">
                <a16:creationId xmlns:a16="http://schemas.microsoft.com/office/drawing/2014/main" xmlns="" id="{5909E442-66CF-664F-9DE0-0E9F8CA73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1950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2" name="Oval 1013">
            <a:extLst>
              <a:ext uri="{FF2B5EF4-FFF2-40B4-BE49-F238E27FC236}">
                <a16:creationId xmlns:a16="http://schemas.microsoft.com/office/drawing/2014/main" xmlns="" id="{2551EE99-1D61-D44B-8562-B0ABC0044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3607" y="5434121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3" name="Oval 1014">
            <a:extLst>
              <a:ext uri="{FF2B5EF4-FFF2-40B4-BE49-F238E27FC236}">
                <a16:creationId xmlns:a16="http://schemas.microsoft.com/office/drawing/2014/main" xmlns="" id="{634591C9-BA12-B348-80C9-F09AFA1CE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941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4" name="Rectangle 1015">
            <a:extLst>
              <a:ext uri="{FF2B5EF4-FFF2-40B4-BE49-F238E27FC236}">
                <a16:creationId xmlns:a16="http://schemas.microsoft.com/office/drawing/2014/main" xmlns="" id="{0223EEF6-BCF3-3D42-9120-9B8B3E38C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3150" y="5354750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65" name="Group 590">
            <a:extLst>
              <a:ext uri="{FF2B5EF4-FFF2-40B4-BE49-F238E27FC236}">
                <a16:creationId xmlns:a16="http://schemas.microsoft.com/office/drawing/2014/main" xmlns="" id="{32D88EF7-FD3F-EF44-9D3E-076AA7EB1E8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47721" y="4794366"/>
            <a:ext cx="345630" cy="320302"/>
            <a:chOff x="2839" y="3501"/>
            <a:chExt cx="755" cy="803"/>
          </a:xfrm>
        </p:grpSpPr>
        <p:pic>
          <p:nvPicPr>
            <p:cNvPr id="366" name="Picture 591" descr="desktop_computer_stylized_medium">
              <a:extLst>
                <a:ext uri="{FF2B5EF4-FFF2-40B4-BE49-F238E27FC236}">
                  <a16:creationId xmlns:a16="http://schemas.microsoft.com/office/drawing/2014/main" xmlns="" id="{AB01A8A8-1CAA-9145-A6E4-1398D1D62E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7" name="Freeform 592">
              <a:extLst>
                <a:ext uri="{FF2B5EF4-FFF2-40B4-BE49-F238E27FC236}">
                  <a16:creationId xmlns:a16="http://schemas.microsoft.com/office/drawing/2014/main" xmlns="" id="{4195A758-5601-AD48-BDA5-274E79AC1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8" name="Group 652">
            <a:extLst>
              <a:ext uri="{FF2B5EF4-FFF2-40B4-BE49-F238E27FC236}">
                <a16:creationId xmlns:a16="http://schemas.microsoft.com/office/drawing/2014/main" xmlns="" id="{B6EF2BFA-2876-1841-873B-0FF970F0E60B}"/>
              </a:ext>
            </a:extLst>
          </p:cNvPr>
          <p:cNvGrpSpPr>
            <a:grpSpLocks/>
          </p:cNvGrpSpPr>
          <p:nvPr/>
        </p:nvGrpSpPr>
        <p:grpSpPr bwMode="auto">
          <a:xfrm>
            <a:off x="7823964" y="1373031"/>
            <a:ext cx="415925" cy="385763"/>
            <a:chOff x="2751" y="1851"/>
            <a:chExt cx="462" cy="478"/>
          </a:xfrm>
        </p:grpSpPr>
        <p:pic>
          <p:nvPicPr>
            <p:cNvPr id="369" name="Picture 653" descr="iphone_stylized_small">
              <a:extLst>
                <a:ext uri="{FF2B5EF4-FFF2-40B4-BE49-F238E27FC236}">
                  <a16:creationId xmlns:a16="http://schemas.microsoft.com/office/drawing/2014/main" xmlns="" id="{6A302962-1680-A04D-B69F-7F3E5F6F54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0" name="Picture 654" descr="antenna_radiation_stylized">
              <a:extLst>
                <a:ext uri="{FF2B5EF4-FFF2-40B4-BE49-F238E27FC236}">
                  <a16:creationId xmlns:a16="http://schemas.microsoft.com/office/drawing/2014/main" xmlns="" id="{C6EC98A7-19FC-1745-AA2F-96FA4FE45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1" name="Group 950">
            <a:extLst>
              <a:ext uri="{FF2B5EF4-FFF2-40B4-BE49-F238E27FC236}">
                <a16:creationId xmlns:a16="http://schemas.microsoft.com/office/drawing/2014/main" xmlns="" id="{AF76C7C1-F5D8-6342-AF5C-D3B231A09266}"/>
              </a:ext>
            </a:extLst>
          </p:cNvPr>
          <p:cNvGrpSpPr>
            <a:grpSpLocks/>
          </p:cNvGrpSpPr>
          <p:nvPr/>
        </p:nvGrpSpPr>
        <p:grpSpPr bwMode="auto">
          <a:xfrm>
            <a:off x="10327730" y="4787257"/>
            <a:ext cx="177192" cy="330833"/>
            <a:chOff x="4140" y="429"/>
            <a:chExt cx="1425" cy="2396"/>
          </a:xfrm>
        </p:grpSpPr>
        <p:sp>
          <p:nvSpPr>
            <p:cNvPr id="372" name="Freeform 951">
              <a:extLst>
                <a:ext uri="{FF2B5EF4-FFF2-40B4-BE49-F238E27FC236}">
                  <a16:creationId xmlns:a16="http://schemas.microsoft.com/office/drawing/2014/main" xmlns="" id="{D2849A7E-B1C5-C74A-A8D9-BC8D0920F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Rectangle 952">
              <a:extLst>
                <a:ext uri="{FF2B5EF4-FFF2-40B4-BE49-F238E27FC236}">
                  <a16:creationId xmlns:a16="http://schemas.microsoft.com/office/drawing/2014/main" xmlns="" id="{E9E5770D-8A9F-FB46-89A2-04825C393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4" name="Freeform 953">
              <a:extLst>
                <a:ext uri="{FF2B5EF4-FFF2-40B4-BE49-F238E27FC236}">
                  <a16:creationId xmlns:a16="http://schemas.microsoft.com/office/drawing/2014/main" xmlns="" id="{0E239736-0728-284A-B0B4-C1B7FA11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Freeform 954">
              <a:extLst>
                <a:ext uri="{FF2B5EF4-FFF2-40B4-BE49-F238E27FC236}">
                  <a16:creationId xmlns:a16="http://schemas.microsoft.com/office/drawing/2014/main" xmlns="" id="{F114EC93-A19B-1543-9627-1A8C3FD96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Rectangle 955">
              <a:extLst>
                <a:ext uri="{FF2B5EF4-FFF2-40B4-BE49-F238E27FC236}">
                  <a16:creationId xmlns:a16="http://schemas.microsoft.com/office/drawing/2014/main" xmlns="" id="{CED0094B-8557-0541-B7EE-8FA350D78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7" name="Group 956">
              <a:extLst>
                <a:ext uri="{FF2B5EF4-FFF2-40B4-BE49-F238E27FC236}">
                  <a16:creationId xmlns:a16="http://schemas.microsoft.com/office/drawing/2014/main" xmlns="" id="{A1465FD4-1D70-5641-803C-0950E2AF32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2" name="AutoShape 957">
                <a:extLst>
                  <a:ext uri="{FF2B5EF4-FFF2-40B4-BE49-F238E27FC236}">
                    <a16:creationId xmlns:a16="http://schemas.microsoft.com/office/drawing/2014/main" xmlns="" id="{FF024338-1F9F-E64C-BA98-C28690618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3" name="AutoShape 958">
                <a:extLst>
                  <a:ext uri="{FF2B5EF4-FFF2-40B4-BE49-F238E27FC236}">
                    <a16:creationId xmlns:a16="http://schemas.microsoft.com/office/drawing/2014/main" xmlns="" id="{A90F11D2-082B-0748-982F-1A09061DD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8" name="Rectangle 959">
              <a:extLst>
                <a:ext uri="{FF2B5EF4-FFF2-40B4-BE49-F238E27FC236}">
                  <a16:creationId xmlns:a16="http://schemas.microsoft.com/office/drawing/2014/main" xmlns="" id="{B9B5D7EF-E5F6-CF40-AF5E-871CC6872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9" name="Group 960">
              <a:extLst>
                <a:ext uri="{FF2B5EF4-FFF2-40B4-BE49-F238E27FC236}">
                  <a16:creationId xmlns:a16="http://schemas.microsoft.com/office/drawing/2014/main" xmlns="" id="{893C9D91-E30F-254B-8709-D7B10987E0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0" name="AutoShape 961">
                <a:extLst>
                  <a:ext uri="{FF2B5EF4-FFF2-40B4-BE49-F238E27FC236}">
                    <a16:creationId xmlns:a16="http://schemas.microsoft.com/office/drawing/2014/main" xmlns="" id="{FD337E36-AAFD-7948-A91E-B5AA5B523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1" name="AutoShape 962">
                <a:extLst>
                  <a:ext uri="{FF2B5EF4-FFF2-40B4-BE49-F238E27FC236}">
                    <a16:creationId xmlns:a16="http://schemas.microsoft.com/office/drawing/2014/main" xmlns="" id="{B25EBDF7-1063-CD45-8C78-3C80EEE90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0" name="Rectangle 963">
              <a:extLst>
                <a:ext uri="{FF2B5EF4-FFF2-40B4-BE49-F238E27FC236}">
                  <a16:creationId xmlns:a16="http://schemas.microsoft.com/office/drawing/2014/main" xmlns="" id="{47917FD8-A5F3-2344-A7FA-192C29C6B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1" name="Rectangle 964">
              <a:extLst>
                <a:ext uri="{FF2B5EF4-FFF2-40B4-BE49-F238E27FC236}">
                  <a16:creationId xmlns:a16="http://schemas.microsoft.com/office/drawing/2014/main" xmlns="" id="{1E21C3D1-A0E4-B84F-9506-1421B02DF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82" name="Group 965">
              <a:extLst>
                <a:ext uri="{FF2B5EF4-FFF2-40B4-BE49-F238E27FC236}">
                  <a16:creationId xmlns:a16="http://schemas.microsoft.com/office/drawing/2014/main" xmlns="" id="{45BB4E0B-44B3-BC42-80F8-C38330120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8" name="AutoShape 966">
                <a:extLst>
                  <a:ext uri="{FF2B5EF4-FFF2-40B4-BE49-F238E27FC236}">
                    <a16:creationId xmlns:a16="http://schemas.microsoft.com/office/drawing/2014/main" xmlns="" id="{5089C825-4B65-8144-9807-140695E57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9" name="AutoShape 967">
                <a:extLst>
                  <a:ext uri="{FF2B5EF4-FFF2-40B4-BE49-F238E27FC236}">
                    <a16:creationId xmlns:a16="http://schemas.microsoft.com/office/drawing/2014/main" xmlns="" id="{AC316D23-4BD4-7146-805E-E8DEB4709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3" name="Freeform 968">
              <a:extLst>
                <a:ext uri="{FF2B5EF4-FFF2-40B4-BE49-F238E27FC236}">
                  <a16:creationId xmlns:a16="http://schemas.microsoft.com/office/drawing/2014/main" xmlns="" id="{D86D7270-8ED3-124A-9E2E-6DF83A549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84" name="Group 969">
              <a:extLst>
                <a:ext uri="{FF2B5EF4-FFF2-40B4-BE49-F238E27FC236}">
                  <a16:creationId xmlns:a16="http://schemas.microsoft.com/office/drawing/2014/main" xmlns="" id="{8DE36044-7959-034A-9850-824255D10C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6" name="AutoShape 970">
                <a:extLst>
                  <a:ext uri="{FF2B5EF4-FFF2-40B4-BE49-F238E27FC236}">
                    <a16:creationId xmlns:a16="http://schemas.microsoft.com/office/drawing/2014/main" xmlns="" id="{AD7D10B9-3D29-B44E-A276-AD50E81D8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7" name="AutoShape 971">
                <a:extLst>
                  <a:ext uri="{FF2B5EF4-FFF2-40B4-BE49-F238E27FC236}">
                    <a16:creationId xmlns:a16="http://schemas.microsoft.com/office/drawing/2014/main" xmlns="" id="{3C43EED5-9617-A141-92DA-588F104A0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5" name="Rectangle 972">
              <a:extLst>
                <a:ext uri="{FF2B5EF4-FFF2-40B4-BE49-F238E27FC236}">
                  <a16:creationId xmlns:a16="http://schemas.microsoft.com/office/drawing/2014/main" xmlns="" id="{309122D6-CDEC-0E4D-AB02-8AD2F05A9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6" name="Freeform 973">
              <a:extLst>
                <a:ext uri="{FF2B5EF4-FFF2-40B4-BE49-F238E27FC236}">
                  <a16:creationId xmlns:a16="http://schemas.microsoft.com/office/drawing/2014/main" xmlns="" id="{C2C6FB9B-166E-D144-B468-0B6400C35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7" name="Freeform 974">
              <a:extLst>
                <a:ext uri="{FF2B5EF4-FFF2-40B4-BE49-F238E27FC236}">
                  <a16:creationId xmlns:a16="http://schemas.microsoft.com/office/drawing/2014/main" xmlns="" id="{E6ADF4F4-EA44-994E-A1C4-A0E36E60F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8" name="Oval 975">
              <a:extLst>
                <a:ext uri="{FF2B5EF4-FFF2-40B4-BE49-F238E27FC236}">
                  <a16:creationId xmlns:a16="http://schemas.microsoft.com/office/drawing/2014/main" xmlns="" id="{45BEFB37-FDA8-CE4F-9BFB-E1AE0A560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9" name="Freeform 976">
              <a:extLst>
                <a:ext uri="{FF2B5EF4-FFF2-40B4-BE49-F238E27FC236}">
                  <a16:creationId xmlns:a16="http://schemas.microsoft.com/office/drawing/2014/main" xmlns="" id="{CB3E8C11-D7E3-CA45-9585-2A7AB3F3C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0" name="AutoShape 977">
              <a:extLst>
                <a:ext uri="{FF2B5EF4-FFF2-40B4-BE49-F238E27FC236}">
                  <a16:creationId xmlns:a16="http://schemas.microsoft.com/office/drawing/2014/main" xmlns="" id="{797F44FB-9139-1D49-A39A-ADF0AB18A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1" name="AutoShape 978">
              <a:extLst>
                <a:ext uri="{FF2B5EF4-FFF2-40B4-BE49-F238E27FC236}">
                  <a16:creationId xmlns:a16="http://schemas.microsoft.com/office/drawing/2014/main" xmlns="" id="{F3116DDE-2491-5745-AA50-791A2002A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2" name="Oval 979">
              <a:extLst>
                <a:ext uri="{FF2B5EF4-FFF2-40B4-BE49-F238E27FC236}">
                  <a16:creationId xmlns:a16="http://schemas.microsoft.com/office/drawing/2014/main" xmlns="" id="{0454944D-214D-D448-990A-CB6489F78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3" name="Oval 980">
              <a:extLst>
                <a:ext uri="{FF2B5EF4-FFF2-40B4-BE49-F238E27FC236}">
                  <a16:creationId xmlns:a16="http://schemas.microsoft.com/office/drawing/2014/main" xmlns="" id="{FDB30FB1-054A-DB49-80D6-453367505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4" name="Oval 981">
              <a:extLst>
                <a:ext uri="{FF2B5EF4-FFF2-40B4-BE49-F238E27FC236}">
                  <a16:creationId xmlns:a16="http://schemas.microsoft.com/office/drawing/2014/main" xmlns="" id="{F1F894FB-3695-DD44-88EE-B9E401CCD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5" name="Rectangle 982">
              <a:extLst>
                <a:ext uri="{FF2B5EF4-FFF2-40B4-BE49-F238E27FC236}">
                  <a16:creationId xmlns:a16="http://schemas.microsoft.com/office/drawing/2014/main" xmlns="" id="{9146A0DC-0193-EE48-95A6-53E4DA1B4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xmlns="" id="{B69016E6-742F-A54C-99B3-53020F7590C2}"/>
              </a:ext>
            </a:extLst>
          </p:cNvPr>
          <p:cNvGrpSpPr/>
          <p:nvPr/>
        </p:nvGrpSpPr>
        <p:grpSpPr>
          <a:xfrm>
            <a:off x="6645453" y="2199599"/>
            <a:ext cx="1038308" cy="956788"/>
            <a:chOff x="6571713" y="2686293"/>
            <a:chExt cx="1038308" cy="956788"/>
          </a:xfrm>
        </p:grpSpPr>
        <p:sp>
          <p:nvSpPr>
            <p:cNvPr id="405" name="Freeform 917">
              <a:extLst>
                <a:ext uri="{FF2B5EF4-FFF2-40B4-BE49-F238E27FC236}">
                  <a16:creationId xmlns:a16="http://schemas.microsoft.com/office/drawing/2014/main" xmlns="" id="{43226370-9D78-EC4D-8916-75551D68220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291095" y="2700162"/>
              <a:ext cx="318926" cy="942919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9" h="1027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xmlns="" id="{7B460BEF-113A-4D46-B357-32873038726E}"/>
                </a:ext>
              </a:extLst>
            </p:cNvPr>
            <p:cNvGrpSpPr/>
            <p:nvPr/>
          </p:nvGrpSpPr>
          <p:grpSpPr>
            <a:xfrm>
              <a:off x="6571713" y="2686293"/>
              <a:ext cx="764135" cy="854075"/>
              <a:chOff x="6571713" y="2686293"/>
              <a:chExt cx="764135" cy="854075"/>
            </a:xfrm>
          </p:grpSpPr>
          <p:sp>
            <p:nvSpPr>
              <p:cNvPr id="407" name="Rectangle 228">
                <a:extLst>
                  <a:ext uri="{FF2B5EF4-FFF2-40B4-BE49-F238E27FC236}">
                    <a16:creationId xmlns:a16="http://schemas.microsoft.com/office/drawing/2014/main" xmlns="" id="{0A035909-0149-B547-AC2C-2ECC9624B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8" name="Rectangle 229">
                <a:extLst>
                  <a:ext uri="{FF2B5EF4-FFF2-40B4-BE49-F238E27FC236}">
                    <a16:creationId xmlns:a16="http://schemas.microsoft.com/office/drawing/2014/main" xmlns="" id="{3AF07C6D-868F-CD40-8D55-7309E9251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9" name="Text Box 230">
                <a:extLst>
                  <a:ext uri="{FF2B5EF4-FFF2-40B4-BE49-F238E27FC236}">
                    <a16:creationId xmlns:a16="http://schemas.microsoft.com/office/drawing/2014/main" xmlns="" id="{FA2F1176-968A-5547-B506-B60EA8269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transport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network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physical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xmlns="" id="{3835E510-94A6-CB4A-8E83-683BD197AE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xmlns="" id="{825ED142-2B9E-A549-972C-96BCC6721F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xmlns="" id="{9C667C7E-38FB-6240-9A45-08553E60B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Connector 412">
                <a:extLst>
                  <a:ext uri="{FF2B5EF4-FFF2-40B4-BE49-F238E27FC236}">
                    <a16:creationId xmlns:a16="http://schemas.microsoft.com/office/drawing/2014/main" xmlns="" id="{B377B3B6-C07B-2C45-B4CE-756D355F1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xmlns="" id="{6BCDFE43-082B-374D-BFAC-C14D91216ED1}"/>
              </a:ext>
            </a:extLst>
          </p:cNvPr>
          <p:cNvGrpSpPr/>
          <p:nvPr/>
        </p:nvGrpSpPr>
        <p:grpSpPr>
          <a:xfrm>
            <a:off x="10275746" y="4871177"/>
            <a:ext cx="970347" cy="854075"/>
            <a:chOff x="10202006" y="5357871"/>
            <a:chExt cx="970347" cy="854075"/>
          </a:xfrm>
        </p:grpSpPr>
        <p:sp>
          <p:nvSpPr>
            <p:cNvPr id="415" name="Freeform 917">
              <a:extLst>
                <a:ext uri="{FF2B5EF4-FFF2-40B4-BE49-F238E27FC236}">
                  <a16:creationId xmlns:a16="http://schemas.microsoft.com/office/drawing/2014/main" xmlns="" id="{520596A5-5B2A-9945-9D32-0D830B088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2006" y="5397682"/>
              <a:ext cx="281273" cy="773122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  <a:gd name="connsiteX0" fmla="*/ 2669 w 10319"/>
                <a:gd name="connsiteY0" fmla="*/ 10279 h 11889"/>
                <a:gd name="connsiteX1" fmla="*/ 0 w 10319"/>
                <a:gd name="connsiteY1" fmla="*/ 9878 h 11889"/>
                <a:gd name="connsiteX2" fmla="*/ 10319 w 10319"/>
                <a:gd name="connsiteY2" fmla="*/ 0 h 11889"/>
                <a:gd name="connsiteX3" fmla="*/ 10011 w 10319"/>
                <a:gd name="connsiteY3" fmla="*/ 11889 h 11889"/>
                <a:gd name="connsiteX4" fmla="*/ 2669 w 10319"/>
                <a:gd name="connsiteY4" fmla="*/ 10279 h 11889"/>
                <a:gd name="connsiteX0" fmla="*/ 2669 w 10024"/>
                <a:gd name="connsiteY0" fmla="*/ 6818 h 8428"/>
                <a:gd name="connsiteX1" fmla="*/ 0 w 10024"/>
                <a:gd name="connsiteY1" fmla="*/ 6417 h 8428"/>
                <a:gd name="connsiteX2" fmla="*/ 9703 w 10024"/>
                <a:gd name="connsiteY2" fmla="*/ 0 h 8428"/>
                <a:gd name="connsiteX3" fmla="*/ 10011 w 10024"/>
                <a:gd name="connsiteY3" fmla="*/ 8428 h 8428"/>
                <a:gd name="connsiteX4" fmla="*/ 2669 w 10024"/>
                <a:gd name="connsiteY4" fmla="*/ 6818 h 8428"/>
                <a:gd name="connsiteX0" fmla="*/ 1741 w 9078"/>
                <a:gd name="connsiteY0" fmla="*/ 8090 h 10000"/>
                <a:gd name="connsiteX1" fmla="*/ 0 w 9078"/>
                <a:gd name="connsiteY1" fmla="*/ 6834 h 10000"/>
                <a:gd name="connsiteX2" fmla="*/ 8758 w 9078"/>
                <a:gd name="connsiteY2" fmla="*/ 0 h 10000"/>
                <a:gd name="connsiteX3" fmla="*/ 9065 w 9078"/>
                <a:gd name="connsiteY3" fmla="*/ 10000 h 10000"/>
                <a:gd name="connsiteX4" fmla="*/ 1741 w 9078"/>
                <a:gd name="connsiteY4" fmla="*/ 8090 h 10000"/>
                <a:gd name="connsiteX0" fmla="*/ 112 w 10001"/>
                <a:gd name="connsiteY0" fmla="*/ 7638 h 10000"/>
                <a:gd name="connsiteX1" fmla="*/ 0 w 10001"/>
                <a:gd name="connsiteY1" fmla="*/ 6834 h 10000"/>
                <a:gd name="connsiteX2" fmla="*/ 9647 w 10001"/>
                <a:gd name="connsiteY2" fmla="*/ 0 h 10000"/>
                <a:gd name="connsiteX3" fmla="*/ 9986 w 10001"/>
                <a:gd name="connsiteY3" fmla="*/ 10000 h 10000"/>
                <a:gd name="connsiteX4" fmla="*/ 112 w 10001"/>
                <a:gd name="connsiteY4" fmla="*/ 763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" h="10000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xmlns="" id="{061433BA-6DAB-D442-9512-DE9662690BAE}"/>
                </a:ext>
              </a:extLst>
            </p:cNvPr>
            <p:cNvGrpSpPr/>
            <p:nvPr/>
          </p:nvGrpSpPr>
          <p:grpSpPr>
            <a:xfrm>
              <a:off x="10408218" y="5357871"/>
              <a:ext cx="764135" cy="854075"/>
              <a:chOff x="6571713" y="2686293"/>
              <a:chExt cx="764135" cy="854075"/>
            </a:xfrm>
          </p:grpSpPr>
          <p:sp>
            <p:nvSpPr>
              <p:cNvPr id="417" name="Rectangle 228">
                <a:extLst>
                  <a:ext uri="{FF2B5EF4-FFF2-40B4-BE49-F238E27FC236}">
                    <a16:creationId xmlns:a16="http://schemas.microsoft.com/office/drawing/2014/main" xmlns="" id="{CC1942E1-72C1-CA44-8BFE-0BA6171C0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8" name="Rectangle 229">
                <a:extLst>
                  <a:ext uri="{FF2B5EF4-FFF2-40B4-BE49-F238E27FC236}">
                    <a16:creationId xmlns:a16="http://schemas.microsoft.com/office/drawing/2014/main" xmlns="" id="{D6CBE469-BC9E-004E-BD94-9396D7CF2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9" name="Text Box 230">
                <a:extLst>
                  <a:ext uri="{FF2B5EF4-FFF2-40B4-BE49-F238E27FC236}">
                    <a16:creationId xmlns:a16="http://schemas.microsoft.com/office/drawing/2014/main" xmlns="" id="{E7797668-DDE1-8741-B012-FB3FB645C1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transport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network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physical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20" name="Straight Connector 419">
                <a:extLst>
                  <a:ext uri="{FF2B5EF4-FFF2-40B4-BE49-F238E27FC236}">
                    <a16:creationId xmlns:a16="http://schemas.microsoft.com/office/drawing/2014/main" xmlns="" id="{0098DE4C-ADDA-6742-9A9A-1859EC518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xmlns="" id="{15F87BB5-6BF8-0D45-881A-0F1A285B65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xmlns="" id="{6E17E2B0-E88F-0C4C-8D14-35BF54AEF8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Straight Connector 422">
                <a:extLst>
                  <a:ext uri="{FF2B5EF4-FFF2-40B4-BE49-F238E27FC236}">
                    <a16:creationId xmlns:a16="http://schemas.microsoft.com/office/drawing/2014/main" xmlns="" id="{1EC817AF-81B9-5541-8AF2-78F3EC770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4" name="Group 950">
            <a:extLst>
              <a:ext uri="{FF2B5EF4-FFF2-40B4-BE49-F238E27FC236}">
                <a16:creationId xmlns:a16="http://schemas.microsoft.com/office/drawing/2014/main" xmlns="" id="{0CD04385-CC0A-AD4F-A272-DAED82232C18}"/>
              </a:ext>
            </a:extLst>
          </p:cNvPr>
          <p:cNvGrpSpPr>
            <a:grpSpLocks/>
          </p:cNvGrpSpPr>
          <p:nvPr/>
        </p:nvGrpSpPr>
        <p:grpSpPr bwMode="auto">
          <a:xfrm>
            <a:off x="10076248" y="5129706"/>
            <a:ext cx="214974" cy="403920"/>
            <a:chOff x="4140" y="429"/>
            <a:chExt cx="1425" cy="2396"/>
          </a:xfrm>
        </p:grpSpPr>
        <p:sp>
          <p:nvSpPr>
            <p:cNvPr id="425" name="Freeform 951">
              <a:extLst>
                <a:ext uri="{FF2B5EF4-FFF2-40B4-BE49-F238E27FC236}">
                  <a16:creationId xmlns:a16="http://schemas.microsoft.com/office/drawing/2014/main" xmlns="" id="{FE96A2FA-F87C-C540-B03C-04FDC45EC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" name="Rectangle 952">
              <a:extLst>
                <a:ext uri="{FF2B5EF4-FFF2-40B4-BE49-F238E27FC236}">
                  <a16:creationId xmlns:a16="http://schemas.microsoft.com/office/drawing/2014/main" xmlns="" id="{90EBC098-1E29-C045-B622-D8C3CEAFB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7" name="Freeform 953">
              <a:extLst>
                <a:ext uri="{FF2B5EF4-FFF2-40B4-BE49-F238E27FC236}">
                  <a16:creationId xmlns:a16="http://schemas.microsoft.com/office/drawing/2014/main" xmlns="" id="{E706D605-E639-B347-BDB9-90E15742A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" name="Freeform 954">
              <a:extLst>
                <a:ext uri="{FF2B5EF4-FFF2-40B4-BE49-F238E27FC236}">
                  <a16:creationId xmlns:a16="http://schemas.microsoft.com/office/drawing/2014/main" xmlns="" id="{6F580A31-840F-044C-B64F-E36B1F7C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" name="Rectangle 955">
              <a:extLst>
                <a:ext uri="{FF2B5EF4-FFF2-40B4-BE49-F238E27FC236}">
                  <a16:creationId xmlns:a16="http://schemas.microsoft.com/office/drawing/2014/main" xmlns="" id="{70BBB359-B08E-104F-AA2E-198181559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0" name="Group 956">
              <a:extLst>
                <a:ext uri="{FF2B5EF4-FFF2-40B4-BE49-F238E27FC236}">
                  <a16:creationId xmlns:a16="http://schemas.microsoft.com/office/drawing/2014/main" xmlns="" id="{4A301782-0364-8842-A0CF-4131092EB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5" name="AutoShape 957">
                <a:extLst>
                  <a:ext uri="{FF2B5EF4-FFF2-40B4-BE49-F238E27FC236}">
                    <a16:creationId xmlns:a16="http://schemas.microsoft.com/office/drawing/2014/main" xmlns="" id="{F360B4DE-6278-2944-81FB-7D667CF0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6" name="AutoShape 958">
                <a:extLst>
                  <a:ext uri="{FF2B5EF4-FFF2-40B4-BE49-F238E27FC236}">
                    <a16:creationId xmlns:a16="http://schemas.microsoft.com/office/drawing/2014/main" xmlns="" id="{0AEDDBBD-7452-DD49-8989-332C8A0C9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1" name="Rectangle 959">
              <a:extLst>
                <a:ext uri="{FF2B5EF4-FFF2-40B4-BE49-F238E27FC236}">
                  <a16:creationId xmlns:a16="http://schemas.microsoft.com/office/drawing/2014/main" xmlns="" id="{A2E11B06-7085-7C4E-8774-3106FEBBD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2" name="Group 960">
              <a:extLst>
                <a:ext uri="{FF2B5EF4-FFF2-40B4-BE49-F238E27FC236}">
                  <a16:creationId xmlns:a16="http://schemas.microsoft.com/office/drawing/2014/main" xmlns="" id="{81ECCBAC-4FA0-1946-8149-C5B75FB8BC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3" name="AutoShape 961">
                <a:extLst>
                  <a:ext uri="{FF2B5EF4-FFF2-40B4-BE49-F238E27FC236}">
                    <a16:creationId xmlns:a16="http://schemas.microsoft.com/office/drawing/2014/main" xmlns="" id="{ABD69479-4D63-CE4F-B317-778A5AB5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4" name="AutoShape 962">
                <a:extLst>
                  <a:ext uri="{FF2B5EF4-FFF2-40B4-BE49-F238E27FC236}">
                    <a16:creationId xmlns:a16="http://schemas.microsoft.com/office/drawing/2014/main" xmlns="" id="{1DCF8128-7E5B-3749-916E-F3D6506A09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3" name="Rectangle 963">
              <a:extLst>
                <a:ext uri="{FF2B5EF4-FFF2-40B4-BE49-F238E27FC236}">
                  <a16:creationId xmlns:a16="http://schemas.microsoft.com/office/drawing/2014/main" xmlns="" id="{C56FF00F-1A4E-F449-902D-4AE714B96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4" name="Rectangle 964">
              <a:extLst>
                <a:ext uri="{FF2B5EF4-FFF2-40B4-BE49-F238E27FC236}">
                  <a16:creationId xmlns:a16="http://schemas.microsoft.com/office/drawing/2014/main" xmlns="" id="{62C83B26-71F4-5342-BEB3-321344091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5" name="Group 965">
              <a:extLst>
                <a:ext uri="{FF2B5EF4-FFF2-40B4-BE49-F238E27FC236}">
                  <a16:creationId xmlns:a16="http://schemas.microsoft.com/office/drawing/2014/main" xmlns="" id="{CE265763-8900-624C-AF24-B2E5D56A6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1" name="AutoShape 966">
                <a:extLst>
                  <a:ext uri="{FF2B5EF4-FFF2-40B4-BE49-F238E27FC236}">
                    <a16:creationId xmlns:a16="http://schemas.microsoft.com/office/drawing/2014/main" xmlns="" id="{ABEC4C86-7C8B-4943-B487-4DB393189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2" name="AutoShape 967">
                <a:extLst>
                  <a:ext uri="{FF2B5EF4-FFF2-40B4-BE49-F238E27FC236}">
                    <a16:creationId xmlns:a16="http://schemas.microsoft.com/office/drawing/2014/main" xmlns="" id="{78EB5B7C-20E1-ED4D-8C0D-850A79CB2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6" name="Freeform 968">
              <a:extLst>
                <a:ext uri="{FF2B5EF4-FFF2-40B4-BE49-F238E27FC236}">
                  <a16:creationId xmlns:a16="http://schemas.microsoft.com/office/drawing/2014/main" xmlns="" id="{368674BE-3325-A94B-81BB-778F18DEB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37" name="Group 969">
              <a:extLst>
                <a:ext uri="{FF2B5EF4-FFF2-40B4-BE49-F238E27FC236}">
                  <a16:creationId xmlns:a16="http://schemas.microsoft.com/office/drawing/2014/main" xmlns="" id="{6FED7E22-4916-EF46-A0A7-B64DF9E881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9" name="AutoShape 970">
                <a:extLst>
                  <a:ext uri="{FF2B5EF4-FFF2-40B4-BE49-F238E27FC236}">
                    <a16:creationId xmlns:a16="http://schemas.microsoft.com/office/drawing/2014/main" xmlns="" id="{74CDCA80-D418-3148-BC55-51E4899D4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0" name="AutoShape 971">
                <a:extLst>
                  <a:ext uri="{FF2B5EF4-FFF2-40B4-BE49-F238E27FC236}">
                    <a16:creationId xmlns:a16="http://schemas.microsoft.com/office/drawing/2014/main" xmlns="" id="{8FD3C783-4FA4-AC40-AB3B-3866A93D6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8" name="Rectangle 972">
              <a:extLst>
                <a:ext uri="{FF2B5EF4-FFF2-40B4-BE49-F238E27FC236}">
                  <a16:creationId xmlns:a16="http://schemas.microsoft.com/office/drawing/2014/main" xmlns="" id="{E9DD616E-C632-3C45-855B-E4577EADD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9" name="Freeform 973">
              <a:extLst>
                <a:ext uri="{FF2B5EF4-FFF2-40B4-BE49-F238E27FC236}">
                  <a16:creationId xmlns:a16="http://schemas.microsoft.com/office/drawing/2014/main" xmlns="" id="{0CE1791D-2F0D-1349-ACF7-5365E4B5D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" name="Freeform 974">
              <a:extLst>
                <a:ext uri="{FF2B5EF4-FFF2-40B4-BE49-F238E27FC236}">
                  <a16:creationId xmlns:a16="http://schemas.microsoft.com/office/drawing/2014/main" xmlns="" id="{E3A13E73-03B9-F54D-B31C-A6E48AFF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" name="Oval 975">
              <a:extLst>
                <a:ext uri="{FF2B5EF4-FFF2-40B4-BE49-F238E27FC236}">
                  <a16:creationId xmlns:a16="http://schemas.microsoft.com/office/drawing/2014/main" xmlns="" id="{2A75A4F5-615F-EB46-89FC-38E2211C4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2" name="Freeform 976">
              <a:extLst>
                <a:ext uri="{FF2B5EF4-FFF2-40B4-BE49-F238E27FC236}">
                  <a16:creationId xmlns:a16="http://schemas.microsoft.com/office/drawing/2014/main" xmlns="" id="{A6EB25B5-85F4-894D-BBC4-0185118E6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" name="AutoShape 977">
              <a:extLst>
                <a:ext uri="{FF2B5EF4-FFF2-40B4-BE49-F238E27FC236}">
                  <a16:creationId xmlns:a16="http://schemas.microsoft.com/office/drawing/2014/main" xmlns="" id="{4CA2AC83-5323-2B4B-88F2-AAA45AFB2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4" name="AutoShape 978">
              <a:extLst>
                <a:ext uri="{FF2B5EF4-FFF2-40B4-BE49-F238E27FC236}">
                  <a16:creationId xmlns:a16="http://schemas.microsoft.com/office/drawing/2014/main" xmlns="" id="{0025D972-B3E1-8E43-801B-4E3E67EB1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5" name="Oval 979">
              <a:extLst>
                <a:ext uri="{FF2B5EF4-FFF2-40B4-BE49-F238E27FC236}">
                  <a16:creationId xmlns:a16="http://schemas.microsoft.com/office/drawing/2014/main" xmlns="" id="{545EC445-5888-3741-B9F1-47936A12B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6" name="Oval 980">
              <a:extLst>
                <a:ext uri="{FF2B5EF4-FFF2-40B4-BE49-F238E27FC236}">
                  <a16:creationId xmlns:a16="http://schemas.microsoft.com/office/drawing/2014/main" xmlns="" id="{9B82F04E-BCFC-FB44-9636-45214AACC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7" name="Oval 981">
              <a:extLst>
                <a:ext uri="{FF2B5EF4-FFF2-40B4-BE49-F238E27FC236}">
                  <a16:creationId xmlns:a16="http://schemas.microsoft.com/office/drawing/2014/main" xmlns="" id="{BB87FE73-AC88-5F4C-84A7-A1E5F1A79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8" name="Rectangle 982">
              <a:extLst>
                <a:ext uri="{FF2B5EF4-FFF2-40B4-BE49-F238E27FC236}">
                  <a16:creationId xmlns:a16="http://schemas.microsoft.com/office/drawing/2014/main" xmlns="" id="{78337DB0-E31B-0644-9C8C-86EA28051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xmlns="" id="{BC230DA3-959C-4247-950A-6A5F64F4E6AE}"/>
              </a:ext>
            </a:extLst>
          </p:cNvPr>
          <p:cNvGrpSpPr/>
          <p:nvPr/>
        </p:nvGrpSpPr>
        <p:grpSpPr>
          <a:xfrm>
            <a:off x="9172528" y="3469930"/>
            <a:ext cx="367224" cy="240304"/>
            <a:chOff x="7493876" y="2774731"/>
            <a:chExt cx="1481958" cy="894622"/>
          </a:xfrm>
        </p:grpSpPr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xmlns="" id="{5293AB70-A538-324C-8957-2E62A591F1B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9" name="Oval 458">
              <a:extLst>
                <a:ext uri="{FF2B5EF4-FFF2-40B4-BE49-F238E27FC236}">
                  <a16:creationId xmlns:a16="http://schemas.microsoft.com/office/drawing/2014/main" xmlns="" id="{A2B20364-B820-F04C-85BC-3C2F7389269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xmlns="" id="{25A775AF-4F8C-A140-9E95-86BE6310501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xmlns="" id="{BF2FA154-0942-5C47-A936-59C962F3DA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xmlns="" id="{FBAC50C9-1200-0648-A3C6-5F763C5A4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xmlns="" id="{41DD7A34-E22A-2B4D-A867-B0F63420CD9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xmlns="" id="{14349D26-2DED-D04F-BD82-82B9BDEAF0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xmlns="" id="{7E19BC35-E82D-1F47-A1DB-336D2DD326C1}"/>
              </a:ext>
            </a:extLst>
          </p:cNvPr>
          <p:cNvGrpSpPr/>
          <p:nvPr/>
        </p:nvGrpSpPr>
        <p:grpSpPr>
          <a:xfrm>
            <a:off x="9675294" y="3513069"/>
            <a:ext cx="367224" cy="240304"/>
            <a:chOff x="7493876" y="2774731"/>
            <a:chExt cx="1481958" cy="894622"/>
          </a:xfrm>
        </p:grpSpPr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xmlns="" id="{BD2EC79B-E277-0C43-A0CC-99D0A637041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7" name="Oval 466">
              <a:extLst>
                <a:ext uri="{FF2B5EF4-FFF2-40B4-BE49-F238E27FC236}">
                  <a16:creationId xmlns:a16="http://schemas.microsoft.com/office/drawing/2014/main" xmlns="" id="{FB4676E3-85E4-494D-9C63-7C042801A69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xmlns="" id="{77F513B8-ECD9-B043-8F16-8229B9F5F43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xmlns="" id="{52250DF6-38FD-864F-A2FE-5424D2FC490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xmlns="" id="{4B115E90-C5FE-AE4D-BDDA-FFFA2E95056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xmlns="" id="{58A14C43-AAD0-3641-9524-580D47A433C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xmlns="" id="{0C9C824B-99FE-6D4F-9E2B-EC968FE82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xmlns="" id="{0D3E3902-FB2D-6F40-94C2-2AED35903987}"/>
              </a:ext>
            </a:extLst>
          </p:cNvPr>
          <p:cNvGrpSpPr/>
          <p:nvPr/>
        </p:nvGrpSpPr>
        <p:grpSpPr>
          <a:xfrm>
            <a:off x="8123810" y="3479300"/>
            <a:ext cx="354986" cy="175668"/>
            <a:chOff x="7493876" y="2774731"/>
            <a:chExt cx="1481958" cy="894622"/>
          </a:xfrm>
        </p:grpSpPr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xmlns="" id="{0A61814A-2DB0-7740-8962-D1A3BDCF744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5" name="Oval 474">
              <a:extLst>
                <a:ext uri="{FF2B5EF4-FFF2-40B4-BE49-F238E27FC236}">
                  <a16:creationId xmlns:a16="http://schemas.microsoft.com/office/drawing/2014/main" xmlns="" id="{4B39CE62-10C5-A448-9200-E6A96348EBC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xmlns="" id="{FA86DD34-5A0D-CC49-9673-90D9CA095BE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xmlns="" id="{B5DC9C2D-C53B-D14F-9821-A2B4B31E510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xmlns="" id="{F0A6232A-7531-B14B-B3D0-36AAC40935A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9" name="Freeform 478">
                <a:extLst>
                  <a:ext uri="{FF2B5EF4-FFF2-40B4-BE49-F238E27FC236}">
                    <a16:creationId xmlns:a16="http://schemas.microsoft.com/office/drawing/2014/main" xmlns="" id="{76F848CC-CD88-5F45-8746-CADC806243F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xmlns="" id="{261EE902-8A90-624B-B8EA-E140D2583A5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xmlns="" id="{66AC3898-C0FB-C142-963C-4A2806F3925C}"/>
              </a:ext>
            </a:extLst>
          </p:cNvPr>
          <p:cNvGrpSpPr/>
          <p:nvPr/>
        </p:nvGrpSpPr>
        <p:grpSpPr>
          <a:xfrm>
            <a:off x="9321633" y="4288992"/>
            <a:ext cx="393760" cy="218578"/>
            <a:chOff x="7493876" y="2774731"/>
            <a:chExt cx="1481958" cy="894622"/>
          </a:xfrm>
        </p:grpSpPr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xmlns="" id="{42D1DCFE-D255-4446-8EAC-474AB67857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3" name="Oval 482">
              <a:extLst>
                <a:ext uri="{FF2B5EF4-FFF2-40B4-BE49-F238E27FC236}">
                  <a16:creationId xmlns:a16="http://schemas.microsoft.com/office/drawing/2014/main" xmlns="" id="{C26498FD-F97E-6F46-BEA7-F956A37F2D6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4" name="Group 483">
              <a:extLst>
                <a:ext uri="{FF2B5EF4-FFF2-40B4-BE49-F238E27FC236}">
                  <a16:creationId xmlns:a16="http://schemas.microsoft.com/office/drawing/2014/main" xmlns="" id="{4B199B5D-B0F2-F94C-AAFD-545329FAA3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xmlns="" id="{0A984816-55BC-1943-8DD5-DBCE6EF51AB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xmlns="" id="{8B1D42DB-E8C1-B749-80E2-583CD1B0E4B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7" name="Freeform 486">
                <a:extLst>
                  <a:ext uri="{FF2B5EF4-FFF2-40B4-BE49-F238E27FC236}">
                    <a16:creationId xmlns:a16="http://schemas.microsoft.com/office/drawing/2014/main" xmlns="" id="{CB8F94FA-C42F-BD4D-AA00-66857F0E454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8" name="Freeform 487">
                <a:extLst>
                  <a:ext uri="{FF2B5EF4-FFF2-40B4-BE49-F238E27FC236}">
                    <a16:creationId xmlns:a16="http://schemas.microsoft.com/office/drawing/2014/main" xmlns="" id="{FAB6ECD2-0C1A-1046-85EC-5E3375620D1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xmlns="" id="{9E25896D-D1F7-2A4E-8C08-BF5F88840367}"/>
              </a:ext>
            </a:extLst>
          </p:cNvPr>
          <p:cNvGrpSpPr/>
          <p:nvPr/>
        </p:nvGrpSpPr>
        <p:grpSpPr>
          <a:xfrm>
            <a:off x="7848738" y="2976754"/>
            <a:ext cx="3007624" cy="1690703"/>
            <a:chOff x="7774998" y="3463448"/>
            <a:chExt cx="3007624" cy="1690703"/>
          </a:xfrm>
        </p:grpSpPr>
        <p:grpSp>
          <p:nvGrpSpPr>
            <p:cNvPr id="490" name="Group 489">
              <a:extLst>
                <a:ext uri="{FF2B5EF4-FFF2-40B4-BE49-F238E27FC236}">
                  <a16:creationId xmlns:a16="http://schemas.microsoft.com/office/drawing/2014/main" xmlns="" id="{1B61A7BB-F744-994C-90B5-288246058DE4}"/>
                </a:ext>
              </a:extLst>
            </p:cNvPr>
            <p:cNvGrpSpPr/>
            <p:nvPr/>
          </p:nvGrpSpPr>
          <p:grpSpPr>
            <a:xfrm>
              <a:off x="7774998" y="4090572"/>
              <a:ext cx="571917" cy="577694"/>
              <a:chOff x="7774998" y="4090572"/>
              <a:chExt cx="571917" cy="577694"/>
            </a:xfrm>
          </p:grpSpPr>
          <p:sp>
            <p:nvSpPr>
              <p:cNvPr id="523" name="Freeform 917">
                <a:extLst>
                  <a:ext uri="{FF2B5EF4-FFF2-40B4-BE49-F238E27FC236}">
                    <a16:creationId xmlns:a16="http://schemas.microsoft.com/office/drawing/2014/main" xmlns="" id="{67AE9544-ABCE-9C49-A73B-B92D479DC85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7818844" y="4090572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xmlns="" id="{FD9ADAD3-8D40-514D-8DB2-D40B73122CB1}"/>
                  </a:ext>
                </a:extLst>
              </p:cNvPr>
              <p:cNvGrpSpPr/>
              <p:nvPr/>
            </p:nvGrpSpPr>
            <p:grpSpPr>
              <a:xfrm>
                <a:off x="7774998" y="4206600"/>
                <a:ext cx="571917" cy="461666"/>
                <a:chOff x="9980560" y="726571"/>
                <a:chExt cx="659732" cy="461666"/>
              </a:xfrm>
            </p:grpSpPr>
            <p:sp>
              <p:nvSpPr>
                <p:cNvPr id="525" name="Rectangle 228">
                  <a:extLst>
                    <a:ext uri="{FF2B5EF4-FFF2-40B4-BE49-F238E27FC236}">
                      <a16:creationId xmlns:a16="http://schemas.microsoft.com/office/drawing/2014/main" xmlns="" id="{453FD1E4-24AF-0A42-B4B1-544CBE8B93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6" name="Rectangle 229">
                  <a:extLst>
                    <a:ext uri="{FF2B5EF4-FFF2-40B4-BE49-F238E27FC236}">
                      <a16:creationId xmlns:a16="http://schemas.microsoft.com/office/drawing/2014/main" xmlns="" id="{ACF4D48D-7AFA-394B-A044-64C00BD313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7" name="Text Box 230">
                  <a:extLst>
                    <a:ext uri="{FF2B5EF4-FFF2-40B4-BE49-F238E27FC236}">
                      <a16:creationId xmlns:a16="http://schemas.microsoft.com/office/drawing/2014/main" xmlns="" id="{F350703C-00E6-D544-8995-7B4A30E7AD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28" name="Straight Connector 527">
                  <a:extLst>
                    <a:ext uri="{FF2B5EF4-FFF2-40B4-BE49-F238E27FC236}">
                      <a16:creationId xmlns:a16="http://schemas.microsoft.com/office/drawing/2014/main" xmlns="" id="{A4E7F05F-DB39-B246-BA17-A367DF40D5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xmlns="" id="{987D26AB-AF4C-4B49-8766-91AAC5C32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1" name="Group 490">
              <a:extLst>
                <a:ext uri="{FF2B5EF4-FFF2-40B4-BE49-F238E27FC236}">
                  <a16:creationId xmlns:a16="http://schemas.microsoft.com/office/drawing/2014/main" xmlns="" id="{7ACA2B35-418A-C24A-BBBD-95671C866478}"/>
                </a:ext>
              </a:extLst>
            </p:cNvPr>
            <p:cNvGrpSpPr/>
            <p:nvPr/>
          </p:nvGrpSpPr>
          <p:grpSpPr>
            <a:xfrm>
              <a:off x="8692628" y="3463448"/>
              <a:ext cx="571917" cy="574365"/>
              <a:chOff x="8692628" y="3463448"/>
              <a:chExt cx="571917" cy="574365"/>
            </a:xfrm>
          </p:grpSpPr>
          <p:sp>
            <p:nvSpPr>
              <p:cNvPr id="516" name="Freeform 917">
                <a:extLst>
                  <a:ext uri="{FF2B5EF4-FFF2-40B4-BE49-F238E27FC236}">
                    <a16:creationId xmlns:a16="http://schemas.microsoft.com/office/drawing/2014/main" xmlns="" id="{1B39E48E-11D1-2A49-BEB2-4A3DE3E52E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735937" y="3883244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xmlns="" id="{F43CF6AB-41BF-A04B-8264-3F204E68E6FB}"/>
                  </a:ext>
                </a:extLst>
              </p:cNvPr>
              <p:cNvGrpSpPr/>
              <p:nvPr/>
            </p:nvGrpSpPr>
            <p:grpSpPr>
              <a:xfrm>
                <a:off x="8692628" y="3463448"/>
                <a:ext cx="571917" cy="461666"/>
                <a:chOff x="9980560" y="726571"/>
                <a:chExt cx="659732" cy="461666"/>
              </a:xfrm>
            </p:grpSpPr>
            <p:sp>
              <p:nvSpPr>
                <p:cNvPr id="518" name="Rectangle 228">
                  <a:extLst>
                    <a:ext uri="{FF2B5EF4-FFF2-40B4-BE49-F238E27FC236}">
                      <a16:creationId xmlns:a16="http://schemas.microsoft.com/office/drawing/2014/main" xmlns="" id="{DCF5B501-314A-3D4C-90A1-E45107AEF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9" name="Rectangle 229">
                  <a:extLst>
                    <a:ext uri="{FF2B5EF4-FFF2-40B4-BE49-F238E27FC236}">
                      <a16:creationId xmlns:a16="http://schemas.microsoft.com/office/drawing/2014/main" xmlns="" id="{8A760FE8-2AF8-D047-B448-6D14997CB6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0" name="Text Box 230">
                  <a:extLst>
                    <a:ext uri="{FF2B5EF4-FFF2-40B4-BE49-F238E27FC236}">
                      <a16:creationId xmlns:a16="http://schemas.microsoft.com/office/drawing/2014/main" xmlns="" id="{81AD7D48-5DBF-B140-BBAC-EF36A1DCAD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21" name="Straight Connector 520">
                  <a:extLst>
                    <a:ext uri="{FF2B5EF4-FFF2-40B4-BE49-F238E27FC236}">
                      <a16:creationId xmlns:a16="http://schemas.microsoft.com/office/drawing/2014/main" xmlns="" id="{10225287-A970-334C-96E6-BB42F39A31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xmlns="" id="{585D3D77-62B9-C346-9D1A-8A3555BAAD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2" name="Group 491">
              <a:extLst>
                <a:ext uri="{FF2B5EF4-FFF2-40B4-BE49-F238E27FC236}">
                  <a16:creationId xmlns:a16="http://schemas.microsoft.com/office/drawing/2014/main" xmlns="" id="{99C7DE0F-016E-FE40-A619-F6309459B199}"/>
                </a:ext>
              </a:extLst>
            </p:cNvPr>
            <p:cNvGrpSpPr/>
            <p:nvPr/>
          </p:nvGrpSpPr>
          <p:grpSpPr>
            <a:xfrm>
              <a:off x="9846130" y="3502221"/>
              <a:ext cx="571917" cy="607211"/>
              <a:chOff x="9846130" y="3502221"/>
              <a:chExt cx="571917" cy="607211"/>
            </a:xfrm>
          </p:grpSpPr>
          <p:sp>
            <p:nvSpPr>
              <p:cNvPr id="509" name="Freeform 917">
                <a:extLst>
                  <a:ext uri="{FF2B5EF4-FFF2-40B4-BE49-F238E27FC236}">
                    <a16:creationId xmlns:a16="http://schemas.microsoft.com/office/drawing/2014/main" xmlns="" id="{F61365F4-AF8A-7946-BAE2-C24405A00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04716" y="3925785"/>
                <a:ext cx="466702" cy="183647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2676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xmlns="" id="{B9D23B02-A16D-054E-9F56-ACE4882F9465}"/>
                  </a:ext>
                </a:extLst>
              </p:cNvPr>
              <p:cNvGrpSpPr/>
              <p:nvPr/>
            </p:nvGrpSpPr>
            <p:grpSpPr>
              <a:xfrm>
                <a:off x="9846130" y="3502221"/>
                <a:ext cx="571917" cy="461666"/>
                <a:chOff x="9980560" y="726571"/>
                <a:chExt cx="659732" cy="461666"/>
              </a:xfrm>
            </p:grpSpPr>
            <p:sp>
              <p:nvSpPr>
                <p:cNvPr id="511" name="Rectangle 228">
                  <a:extLst>
                    <a:ext uri="{FF2B5EF4-FFF2-40B4-BE49-F238E27FC236}">
                      <a16:creationId xmlns:a16="http://schemas.microsoft.com/office/drawing/2014/main" xmlns="" id="{D8196C66-5ACD-F440-9D67-38ED9AB1DB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2" name="Rectangle 229">
                  <a:extLst>
                    <a:ext uri="{FF2B5EF4-FFF2-40B4-BE49-F238E27FC236}">
                      <a16:creationId xmlns:a16="http://schemas.microsoft.com/office/drawing/2014/main" xmlns="" id="{E2A04A91-A7A2-844E-A202-E5174F201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3" name="Text Box 230">
                  <a:extLst>
                    <a:ext uri="{FF2B5EF4-FFF2-40B4-BE49-F238E27FC236}">
                      <a16:creationId xmlns:a16="http://schemas.microsoft.com/office/drawing/2014/main" xmlns="" id="{C660DE0E-7128-8A4E-8A4B-C829B6CB2B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xmlns="" id="{18B24C5B-DDAD-664C-B7C8-511BEF3C88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xmlns="" id="{D26F734D-CDBF-C940-BA08-558A6C9FC8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3" name="Group 492">
              <a:extLst>
                <a:ext uri="{FF2B5EF4-FFF2-40B4-BE49-F238E27FC236}">
                  <a16:creationId xmlns:a16="http://schemas.microsoft.com/office/drawing/2014/main" xmlns="" id="{38FD6327-86A9-CE4D-9578-2AAEA1D9BB04}"/>
                </a:ext>
              </a:extLst>
            </p:cNvPr>
            <p:cNvGrpSpPr/>
            <p:nvPr/>
          </p:nvGrpSpPr>
          <p:grpSpPr>
            <a:xfrm>
              <a:off x="9554792" y="4299763"/>
              <a:ext cx="571917" cy="630904"/>
              <a:chOff x="9554792" y="4299763"/>
              <a:chExt cx="571917" cy="630904"/>
            </a:xfrm>
          </p:grpSpPr>
          <p:sp>
            <p:nvSpPr>
              <p:cNvPr id="502" name="Freeform 917">
                <a:extLst>
                  <a:ext uri="{FF2B5EF4-FFF2-40B4-BE49-F238E27FC236}">
                    <a16:creationId xmlns:a16="http://schemas.microsoft.com/office/drawing/2014/main" xmlns="" id="{1189185D-1F7C-B94E-B532-3E812D995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98301" y="4724405"/>
                <a:ext cx="466702" cy="20626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4237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xmlns="" id="{B4CB1129-B032-C24F-981D-F17E21FDF808}"/>
                  </a:ext>
                </a:extLst>
              </p:cNvPr>
              <p:cNvGrpSpPr/>
              <p:nvPr/>
            </p:nvGrpSpPr>
            <p:grpSpPr>
              <a:xfrm>
                <a:off x="9554792" y="4299763"/>
                <a:ext cx="571917" cy="461666"/>
                <a:chOff x="9980560" y="726571"/>
                <a:chExt cx="659732" cy="461666"/>
              </a:xfrm>
            </p:grpSpPr>
            <p:sp>
              <p:nvSpPr>
                <p:cNvPr id="504" name="Rectangle 228">
                  <a:extLst>
                    <a:ext uri="{FF2B5EF4-FFF2-40B4-BE49-F238E27FC236}">
                      <a16:creationId xmlns:a16="http://schemas.microsoft.com/office/drawing/2014/main" xmlns="" id="{CCE0CE6B-4616-484D-A2D2-97A95D223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5" name="Rectangle 229">
                  <a:extLst>
                    <a:ext uri="{FF2B5EF4-FFF2-40B4-BE49-F238E27FC236}">
                      <a16:creationId xmlns:a16="http://schemas.microsoft.com/office/drawing/2014/main" xmlns="" id="{D26DD102-7516-7941-AD70-9B37EC2BD5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6" name="Text Box 230">
                  <a:extLst>
                    <a:ext uri="{FF2B5EF4-FFF2-40B4-BE49-F238E27FC236}">
                      <a16:creationId xmlns:a16="http://schemas.microsoft.com/office/drawing/2014/main" xmlns="" id="{1F958F41-1C91-3742-8E5E-D63C7ABC69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xmlns="" id="{65CAD0DA-ECB6-FF46-8BF8-7B4132226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xmlns="" id="{C7CD87E0-C83F-0F48-9FE9-45EF45C8B5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4" name="Group 493">
              <a:extLst>
                <a:ext uri="{FF2B5EF4-FFF2-40B4-BE49-F238E27FC236}">
                  <a16:creationId xmlns:a16="http://schemas.microsoft.com/office/drawing/2014/main" xmlns="" id="{017CCCDD-4C17-AD45-9653-B55DDD72AFD2}"/>
                </a:ext>
              </a:extLst>
            </p:cNvPr>
            <p:cNvGrpSpPr/>
            <p:nvPr/>
          </p:nvGrpSpPr>
          <p:grpSpPr>
            <a:xfrm>
              <a:off x="10153753" y="4577638"/>
              <a:ext cx="628869" cy="576513"/>
              <a:chOff x="10153753" y="4577638"/>
              <a:chExt cx="628869" cy="576513"/>
            </a:xfrm>
          </p:grpSpPr>
          <p:sp>
            <p:nvSpPr>
              <p:cNvPr id="495" name="Freeform 917">
                <a:extLst>
                  <a:ext uri="{FF2B5EF4-FFF2-40B4-BE49-F238E27FC236}">
                    <a16:creationId xmlns:a16="http://schemas.microsoft.com/office/drawing/2014/main" xmlns="" id="{97591357-9173-9047-99D7-EEF6AA2E9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3753" y="5002899"/>
                <a:ext cx="590332" cy="15125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  <a:gd name="connsiteX0" fmla="*/ 434 w 12908"/>
                  <a:gd name="connsiteY0" fmla="*/ 14237 h 14237"/>
                  <a:gd name="connsiteX1" fmla="*/ 51 w 12908"/>
                  <a:gd name="connsiteY1" fmla="*/ 7461 h 14237"/>
                  <a:gd name="connsiteX2" fmla="*/ 30 w 12908"/>
                  <a:gd name="connsiteY2" fmla="*/ 0 h 14237"/>
                  <a:gd name="connsiteX3" fmla="*/ 12908 w 12908"/>
                  <a:gd name="connsiteY3" fmla="*/ 3797 h 14237"/>
                  <a:gd name="connsiteX4" fmla="*/ 434 w 12908"/>
                  <a:gd name="connsiteY4" fmla="*/ 14237 h 14237"/>
                  <a:gd name="connsiteX0" fmla="*/ 391 w 12865"/>
                  <a:gd name="connsiteY0" fmla="*/ 10892 h 10892"/>
                  <a:gd name="connsiteX1" fmla="*/ 8 w 12865"/>
                  <a:gd name="connsiteY1" fmla="*/ 4116 h 10892"/>
                  <a:gd name="connsiteX2" fmla="*/ 2479 w 12865"/>
                  <a:gd name="connsiteY2" fmla="*/ 0 h 10892"/>
                  <a:gd name="connsiteX3" fmla="*/ 12865 w 12865"/>
                  <a:gd name="connsiteY3" fmla="*/ 452 h 10892"/>
                  <a:gd name="connsiteX4" fmla="*/ 391 w 12865"/>
                  <a:gd name="connsiteY4" fmla="*/ 10892 h 10892"/>
                  <a:gd name="connsiteX0" fmla="*/ 183 w 12657"/>
                  <a:gd name="connsiteY0" fmla="*/ 10892 h 10892"/>
                  <a:gd name="connsiteX1" fmla="*/ 8 w 12657"/>
                  <a:gd name="connsiteY1" fmla="*/ 7238 h 10892"/>
                  <a:gd name="connsiteX2" fmla="*/ 2271 w 12657"/>
                  <a:gd name="connsiteY2" fmla="*/ 0 h 10892"/>
                  <a:gd name="connsiteX3" fmla="*/ 12657 w 12657"/>
                  <a:gd name="connsiteY3" fmla="*/ 452 h 10892"/>
                  <a:gd name="connsiteX4" fmla="*/ 183 w 12657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440 h 10440"/>
                  <a:gd name="connsiteX1" fmla="*/ 0 w 12649"/>
                  <a:gd name="connsiteY1" fmla="*/ 6786 h 10440"/>
                  <a:gd name="connsiteX2" fmla="*/ 2263 w 12649"/>
                  <a:gd name="connsiteY2" fmla="*/ 217 h 10440"/>
                  <a:gd name="connsiteX3" fmla="*/ 12649 w 12649"/>
                  <a:gd name="connsiteY3" fmla="*/ 0 h 10440"/>
                  <a:gd name="connsiteX4" fmla="*/ 175 w 12649"/>
                  <a:gd name="connsiteY4" fmla="*/ 10440 h 10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9" h="10440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96" name="Group 495">
                <a:extLst>
                  <a:ext uri="{FF2B5EF4-FFF2-40B4-BE49-F238E27FC236}">
                    <a16:creationId xmlns:a16="http://schemas.microsoft.com/office/drawing/2014/main" xmlns="" id="{8B40CC4E-61E1-7147-B950-B5A9495E9B83}"/>
                  </a:ext>
                </a:extLst>
              </p:cNvPr>
              <p:cNvGrpSpPr/>
              <p:nvPr/>
            </p:nvGrpSpPr>
            <p:grpSpPr>
              <a:xfrm>
                <a:off x="10210705" y="4577638"/>
                <a:ext cx="571917" cy="461666"/>
                <a:chOff x="9980560" y="726571"/>
                <a:chExt cx="659732" cy="461666"/>
              </a:xfrm>
            </p:grpSpPr>
            <p:sp>
              <p:nvSpPr>
                <p:cNvPr id="497" name="Rectangle 228">
                  <a:extLst>
                    <a:ext uri="{FF2B5EF4-FFF2-40B4-BE49-F238E27FC236}">
                      <a16:creationId xmlns:a16="http://schemas.microsoft.com/office/drawing/2014/main" xmlns="" id="{D2D44BCA-E28A-FA41-AF35-848ECEF070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8" name="Rectangle 229">
                  <a:extLst>
                    <a:ext uri="{FF2B5EF4-FFF2-40B4-BE49-F238E27FC236}">
                      <a16:creationId xmlns:a16="http://schemas.microsoft.com/office/drawing/2014/main" xmlns="" id="{D389761B-E426-DB42-85C3-D511639FC0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9" name="Text Box 230">
                  <a:extLst>
                    <a:ext uri="{FF2B5EF4-FFF2-40B4-BE49-F238E27FC236}">
                      <a16:creationId xmlns:a16="http://schemas.microsoft.com/office/drawing/2014/main" xmlns="" id="{3DB5EBC6-C337-BB4C-B251-28D5B838EF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xmlns="" id="{8479EDDB-D000-FE4F-B1BE-1440681E30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xmlns="" id="{4B266B2A-3BB6-1B4F-AFEF-AAB669208B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xmlns="" id="{0E5911E9-912E-A74C-9314-F819FE0F68F9}"/>
              </a:ext>
            </a:extLst>
          </p:cNvPr>
          <p:cNvGrpSpPr/>
          <p:nvPr/>
        </p:nvGrpSpPr>
        <p:grpSpPr>
          <a:xfrm>
            <a:off x="9857298" y="4503289"/>
            <a:ext cx="393760" cy="218578"/>
            <a:chOff x="7493876" y="2774731"/>
            <a:chExt cx="1481958" cy="894622"/>
          </a:xfrm>
        </p:grpSpPr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xmlns="" id="{607075C2-B6C5-9040-B4CF-2B70E9105E8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32" name="Oval 531">
              <a:extLst>
                <a:ext uri="{FF2B5EF4-FFF2-40B4-BE49-F238E27FC236}">
                  <a16:creationId xmlns:a16="http://schemas.microsoft.com/office/drawing/2014/main" xmlns="" id="{E1345A0C-4A4C-F641-BBD0-7933F8056C0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33" name="Group 532">
              <a:extLst>
                <a:ext uri="{FF2B5EF4-FFF2-40B4-BE49-F238E27FC236}">
                  <a16:creationId xmlns:a16="http://schemas.microsoft.com/office/drawing/2014/main" xmlns="" id="{31C7191D-3480-654D-965C-3B4C97B7A4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xmlns="" id="{EE001FF1-F9D3-0947-96F9-2AF2D9DFCA0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xmlns="" id="{45E8ED17-9799-6442-8FBA-D34F88BCECB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xmlns="" id="{F65478EB-2F48-3744-B46F-1455A255339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Freeform 536">
                <a:extLst>
                  <a:ext uri="{FF2B5EF4-FFF2-40B4-BE49-F238E27FC236}">
                    <a16:creationId xmlns:a16="http://schemas.microsoft.com/office/drawing/2014/main" xmlns="" id="{1EEBD73D-ED6E-D444-91D9-C7EA735BBFE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xmlns="" id="{431F7FF5-7027-894E-929D-18B244822EFA}"/>
              </a:ext>
            </a:extLst>
          </p:cNvPr>
          <p:cNvSpPr/>
          <p:nvPr/>
        </p:nvSpPr>
        <p:spPr>
          <a:xfrm>
            <a:off x="7362436" y="2627566"/>
            <a:ext cx="3064097" cy="2683755"/>
          </a:xfrm>
          <a:custGeom>
            <a:avLst/>
            <a:gdLst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3913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621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8374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753026 w 2769704"/>
              <a:gd name="connsiteY5" fmla="*/ 2050143 h 2637182"/>
              <a:gd name="connsiteX6" fmla="*/ 2769704 w 2769704"/>
              <a:gd name="connsiteY6" fmla="*/ 2637182 h 2637182"/>
              <a:gd name="connsiteX0" fmla="*/ 0 w 2753026"/>
              <a:gd name="connsiteY0" fmla="*/ 0 h 2628261"/>
              <a:gd name="connsiteX1" fmla="*/ 980661 w 2753026"/>
              <a:gd name="connsiteY1" fmla="*/ 1007165 h 2628261"/>
              <a:gd name="connsiteX2" fmla="*/ 2014330 w 2753026"/>
              <a:gd name="connsiteY2" fmla="*/ 1011756 h 2628261"/>
              <a:gd name="connsiteX3" fmla="*/ 2478156 w 2753026"/>
              <a:gd name="connsiteY3" fmla="*/ 1007165 h 2628261"/>
              <a:gd name="connsiteX4" fmla="*/ 2054087 w 2753026"/>
              <a:gd name="connsiteY4" fmla="*/ 1709530 h 2628261"/>
              <a:gd name="connsiteX5" fmla="*/ 2753026 w 2753026"/>
              <a:gd name="connsiteY5" fmla="*/ 2050143 h 2628261"/>
              <a:gd name="connsiteX6" fmla="*/ 2742942 w 2753026"/>
              <a:gd name="connsiteY6" fmla="*/ 2628261 h 2628261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4 w 2760784"/>
              <a:gd name="connsiteY6" fmla="*/ 2820062 h 2820062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3 w 2760784"/>
              <a:gd name="connsiteY6" fmla="*/ 2639768 h 2820062"/>
              <a:gd name="connsiteX7" fmla="*/ 2760784 w 2760784"/>
              <a:gd name="connsiteY7" fmla="*/ 2820062 h 2820062"/>
              <a:gd name="connsiteX0" fmla="*/ 0 w 3188991"/>
              <a:gd name="connsiteY0" fmla="*/ 0 h 2681787"/>
              <a:gd name="connsiteX1" fmla="*/ 980661 w 3188991"/>
              <a:gd name="connsiteY1" fmla="*/ 1007165 h 2681787"/>
              <a:gd name="connsiteX2" fmla="*/ 2014330 w 3188991"/>
              <a:gd name="connsiteY2" fmla="*/ 1011756 h 2681787"/>
              <a:gd name="connsiteX3" fmla="*/ 2478156 w 3188991"/>
              <a:gd name="connsiteY3" fmla="*/ 1007165 h 2681787"/>
              <a:gd name="connsiteX4" fmla="*/ 2054087 w 3188991"/>
              <a:gd name="connsiteY4" fmla="*/ 1709530 h 2681787"/>
              <a:gd name="connsiteX5" fmla="*/ 2753026 w 3188991"/>
              <a:gd name="connsiteY5" fmla="*/ 2050143 h 2681787"/>
              <a:gd name="connsiteX6" fmla="*/ 2760783 w 3188991"/>
              <a:gd name="connsiteY6" fmla="*/ 2639768 h 2681787"/>
              <a:gd name="connsiteX7" fmla="*/ 3188991 w 3188991"/>
              <a:gd name="connsiteY7" fmla="*/ 2681787 h 2681787"/>
              <a:gd name="connsiteX0" fmla="*/ 0 w 3188991"/>
              <a:gd name="connsiteY0" fmla="*/ 0 h 2691285"/>
              <a:gd name="connsiteX1" fmla="*/ 980661 w 3188991"/>
              <a:gd name="connsiteY1" fmla="*/ 1007165 h 2691285"/>
              <a:gd name="connsiteX2" fmla="*/ 2014330 w 3188991"/>
              <a:gd name="connsiteY2" fmla="*/ 1011756 h 2691285"/>
              <a:gd name="connsiteX3" fmla="*/ 2478156 w 3188991"/>
              <a:gd name="connsiteY3" fmla="*/ 1007165 h 2691285"/>
              <a:gd name="connsiteX4" fmla="*/ 2054087 w 3188991"/>
              <a:gd name="connsiteY4" fmla="*/ 1709530 h 2691285"/>
              <a:gd name="connsiteX5" fmla="*/ 2753026 w 3188991"/>
              <a:gd name="connsiteY5" fmla="*/ 2050143 h 2691285"/>
              <a:gd name="connsiteX6" fmla="*/ 2760783 w 3188991"/>
              <a:gd name="connsiteY6" fmla="*/ 2639768 h 2691285"/>
              <a:gd name="connsiteX7" fmla="*/ 3188991 w 3188991"/>
              <a:gd name="connsiteY7" fmla="*/ 2681787 h 2691285"/>
              <a:gd name="connsiteX0" fmla="*/ 0 w 3188991"/>
              <a:gd name="connsiteY0" fmla="*/ 0 h 2700394"/>
              <a:gd name="connsiteX1" fmla="*/ 980661 w 3188991"/>
              <a:gd name="connsiteY1" fmla="*/ 1007165 h 2700394"/>
              <a:gd name="connsiteX2" fmla="*/ 2014330 w 3188991"/>
              <a:gd name="connsiteY2" fmla="*/ 1011756 h 2700394"/>
              <a:gd name="connsiteX3" fmla="*/ 2478156 w 3188991"/>
              <a:gd name="connsiteY3" fmla="*/ 1007165 h 2700394"/>
              <a:gd name="connsiteX4" fmla="*/ 2054087 w 3188991"/>
              <a:gd name="connsiteY4" fmla="*/ 1709530 h 2700394"/>
              <a:gd name="connsiteX5" fmla="*/ 2753026 w 3188991"/>
              <a:gd name="connsiteY5" fmla="*/ 2050143 h 2700394"/>
              <a:gd name="connsiteX6" fmla="*/ 2765243 w 3188991"/>
              <a:gd name="connsiteY6" fmla="*/ 2662071 h 2700394"/>
              <a:gd name="connsiteX7" fmla="*/ 3188991 w 3188991"/>
              <a:gd name="connsiteY7" fmla="*/ 2681787 h 2700394"/>
              <a:gd name="connsiteX0" fmla="*/ 0 w 3188991"/>
              <a:gd name="connsiteY0" fmla="*/ 0 h 2686921"/>
              <a:gd name="connsiteX1" fmla="*/ 980661 w 3188991"/>
              <a:gd name="connsiteY1" fmla="*/ 1007165 h 2686921"/>
              <a:gd name="connsiteX2" fmla="*/ 2014330 w 3188991"/>
              <a:gd name="connsiteY2" fmla="*/ 1011756 h 2686921"/>
              <a:gd name="connsiteX3" fmla="*/ 2478156 w 3188991"/>
              <a:gd name="connsiteY3" fmla="*/ 1007165 h 2686921"/>
              <a:gd name="connsiteX4" fmla="*/ 2054087 w 3188991"/>
              <a:gd name="connsiteY4" fmla="*/ 1709530 h 2686921"/>
              <a:gd name="connsiteX5" fmla="*/ 2753026 w 3188991"/>
              <a:gd name="connsiteY5" fmla="*/ 2050143 h 2686921"/>
              <a:gd name="connsiteX6" fmla="*/ 2765243 w 3188991"/>
              <a:gd name="connsiteY6" fmla="*/ 2662071 h 2686921"/>
              <a:gd name="connsiteX7" fmla="*/ 3188991 w 3188991"/>
              <a:gd name="connsiteY7" fmla="*/ 2681787 h 2686921"/>
              <a:gd name="connsiteX0" fmla="*/ 0 w 3188991"/>
              <a:gd name="connsiteY0" fmla="*/ 0 h 2689619"/>
              <a:gd name="connsiteX1" fmla="*/ 980661 w 3188991"/>
              <a:gd name="connsiteY1" fmla="*/ 1007165 h 2689619"/>
              <a:gd name="connsiteX2" fmla="*/ 2014330 w 3188991"/>
              <a:gd name="connsiteY2" fmla="*/ 1011756 h 2689619"/>
              <a:gd name="connsiteX3" fmla="*/ 2478156 w 3188991"/>
              <a:gd name="connsiteY3" fmla="*/ 1007165 h 2689619"/>
              <a:gd name="connsiteX4" fmla="*/ 2054087 w 3188991"/>
              <a:gd name="connsiteY4" fmla="*/ 1709530 h 2689619"/>
              <a:gd name="connsiteX5" fmla="*/ 2753026 w 3188991"/>
              <a:gd name="connsiteY5" fmla="*/ 2050143 h 2689619"/>
              <a:gd name="connsiteX6" fmla="*/ 2769703 w 3188991"/>
              <a:gd name="connsiteY6" fmla="*/ 2675452 h 2689619"/>
              <a:gd name="connsiteX7" fmla="*/ 3188991 w 3188991"/>
              <a:gd name="connsiteY7" fmla="*/ 2681787 h 2689619"/>
              <a:gd name="connsiteX0" fmla="*/ 0 w 3188991"/>
              <a:gd name="connsiteY0" fmla="*/ 0 h 2681967"/>
              <a:gd name="connsiteX1" fmla="*/ 980661 w 3188991"/>
              <a:gd name="connsiteY1" fmla="*/ 1007165 h 2681967"/>
              <a:gd name="connsiteX2" fmla="*/ 2014330 w 3188991"/>
              <a:gd name="connsiteY2" fmla="*/ 1011756 h 2681967"/>
              <a:gd name="connsiteX3" fmla="*/ 2478156 w 3188991"/>
              <a:gd name="connsiteY3" fmla="*/ 1007165 h 2681967"/>
              <a:gd name="connsiteX4" fmla="*/ 2054087 w 3188991"/>
              <a:gd name="connsiteY4" fmla="*/ 1709530 h 2681967"/>
              <a:gd name="connsiteX5" fmla="*/ 2753026 w 3188991"/>
              <a:gd name="connsiteY5" fmla="*/ 2050143 h 2681967"/>
              <a:gd name="connsiteX6" fmla="*/ 2769703 w 3188991"/>
              <a:gd name="connsiteY6" fmla="*/ 2675452 h 2681967"/>
              <a:gd name="connsiteX7" fmla="*/ 3188991 w 3188991"/>
              <a:gd name="connsiteY7" fmla="*/ 2681787 h 2681967"/>
              <a:gd name="connsiteX0" fmla="*/ 0 w 3188991"/>
              <a:gd name="connsiteY0" fmla="*/ 0 h 2687647"/>
              <a:gd name="connsiteX1" fmla="*/ 980661 w 3188991"/>
              <a:gd name="connsiteY1" fmla="*/ 1007165 h 2687647"/>
              <a:gd name="connsiteX2" fmla="*/ 2014330 w 3188991"/>
              <a:gd name="connsiteY2" fmla="*/ 1011756 h 2687647"/>
              <a:gd name="connsiteX3" fmla="*/ 2478156 w 3188991"/>
              <a:gd name="connsiteY3" fmla="*/ 1007165 h 2687647"/>
              <a:gd name="connsiteX4" fmla="*/ 2054087 w 3188991"/>
              <a:gd name="connsiteY4" fmla="*/ 1709530 h 2687647"/>
              <a:gd name="connsiteX5" fmla="*/ 2753026 w 3188991"/>
              <a:gd name="connsiteY5" fmla="*/ 2050143 h 2687647"/>
              <a:gd name="connsiteX6" fmla="*/ 2769703 w 3188991"/>
              <a:gd name="connsiteY6" fmla="*/ 2675452 h 2687647"/>
              <a:gd name="connsiteX7" fmla="*/ 3188991 w 3188991"/>
              <a:gd name="connsiteY7" fmla="*/ 2681787 h 2687647"/>
              <a:gd name="connsiteX0" fmla="*/ 0 w 3064097"/>
              <a:gd name="connsiteY0" fmla="*/ 0 h 2687647"/>
              <a:gd name="connsiteX1" fmla="*/ 980661 w 3064097"/>
              <a:gd name="connsiteY1" fmla="*/ 1007165 h 2687647"/>
              <a:gd name="connsiteX2" fmla="*/ 2014330 w 3064097"/>
              <a:gd name="connsiteY2" fmla="*/ 1011756 h 2687647"/>
              <a:gd name="connsiteX3" fmla="*/ 2478156 w 3064097"/>
              <a:gd name="connsiteY3" fmla="*/ 1007165 h 2687647"/>
              <a:gd name="connsiteX4" fmla="*/ 2054087 w 3064097"/>
              <a:gd name="connsiteY4" fmla="*/ 1709530 h 2687647"/>
              <a:gd name="connsiteX5" fmla="*/ 2753026 w 3064097"/>
              <a:gd name="connsiteY5" fmla="*/ 2050143 h 2687647"/>
              <a:gd name="connsiteX6" fmla="*/ 2769703 w 3064097"/>
              <a:gd name="connsiteY6" fmla="*/ 2675452 h 2687647"/>
              <a:gd name="connsiteX7" fmla="*/ 3064097 w 3064097"/>
              <a:gd name="connsiteY7" fmla="*/ 2681787 h 2687647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64097" h="2683755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w="317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xmlns="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439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6860458" cy="894622"/>
          </a:xfrm>
        </p:spPr>
        <p:txBody>
          <a:bodyPr/>
          <a:lstStyle/>
          <a:p>
            <a:r>
              <a:rPr lang="en-US" dirty="0"/>
              <a:t>Graph abstraction: link costs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xmlns="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11" name="Group 2">
            <a:extLst>
              <a:ext uri="{FF2B5EF4-FFF2-40B4-BE49-F238E27FC236}">
                <a16:creationId xmlns:a16="http://schemas.microsoft.com/office/drawing/2014/main" xmlns="" id="{8F3AF934-05FC-1741-9920-1E37F407434E}"/>
              </a:ext>
            </a:extLst>
          </p:cNvPr>
          <p:cNvGrpSpPr>
            <a:grpSpLocks/>
          </p:cNvGrpSpPr>
          <p:nvPr/>
        </p:nvGrpSpPr>
        <p:grpSpPr bwMode="auto">
          <a:xfrm>
            <a:off x="605840" y="1288538"/>
            <a:ext cx="3571875" cy="2236788"/>
            <a:chOff x="3162" y="1071"/>
            <a:chExt cx="2250" cy="1409"/>
          </a:xfrm>
        </p:grpSpPr>
        <p:sp>
          <p:nvSpPr>
            <p:cNvPr id="612" name="Freeform 3">
              <a:extLst>
                <a:ext uri="{FF2B5EF4-FFF2-40B4-BE49-F238E27FC236}">
                  <a16:creationId xmlns:a16="http://schemas.microsoft.com/office/drawing/2014/main" xmlns="" id="{453067FB-5417-D747-A9D1-7A886199D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3" name="Freeform 4">
              <a:extLst>
                <a:ext uri="{FF2B5EF4-FFF2-40B4-BE49-F238E27FC236}">
                  <a16:creationId xmlns:a16="http://schemas.microsoft.com/office/drawing/2014/main" xmlns="" id="{33DAED7D-3A7B-904E-9B5E-9FC4FC3D1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4" name="Oval 5">
              <a:extLst>
                <a:ext uri="{FF2B5EF4-FFF2-40B4-BE49-F238E27FC236}">
                  <a16:creationId xmlns:a16="http://schemas.microsoft.com/office/drawing/2014/main" xmlns="" id="{2170DD72-9E40-764D-9C66-5662F5C98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5" name="Line 6">
              <a:extLst>
                <a:ext uri="{FF2B5EF4-FFF2-40B4-BE49-F238E27FC236}">
                  <a16:creationId xmlns:a16="http://schemas.microsoft.com/office/drawing/2014/main" xmlns="" id="{AD1E8D51-D03D-3E44-9ECF-8CEF9C546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6" name="Line 7">
              <a:extLst>
                <a:ext uri="{FF2B5EF4-FFF2-40B4-BE49-F238E27FC236}">
                  <a16:creationId xmlns:a16="http://schemas.microsoft.com/office/drawing/2014/main" xmlns="" id="{EF7881A8-F3AA-5647-81DD-BFEC3F67F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7" name="Rectangle 8">
              <a:extLst>
                <a:ext uri="{FF2B5EF4-FFF2-40B4-BE49-F238E27FC236}">
                  <a16:creationId xmlns:a16="http://schemas.microsoft.com/office/drawing/2014/main" xmlns="" id="{9DDD93A0-0B9F-214B-88D4-CA45AABB3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8" name="Oval 9">
              <a:extLst>
                <a:ext uri="{FF2B5EF4-FFF2-40B4-BE49-F238E27FC236}">
                  <a16:creationId xmlns:a16="http://schemas.microsoft.com/office/drawing/2014/main" xmlns="" id="{D83D8A8A-8F8F-A047-B67A-4E57193F1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9" name="Oval 10">
              <a:extLst>
                <a:ext uri="{FF2B5EF4-FFF2-40B4-BE49-F238E27FC236}">
                  <a16:creationId xmlns:a16="http://schemas.microsoft.com/office/drawing/2014/main" xmlns="" id="{21DC2241-7526-B048-963D-024ABCFF5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0" name="Line 11">
              <a:extLst>
                <a:ext uri="{FF2B5EF4-FFF2-40B4-BE49-F238E27FC236}">
                  <a16:creationId xmlns:a16="http://schemas.microsoft.com/office/drawing/2014/main" xmlns="" id="{137382C1-9446-A94A-A118-0B9E495ED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1" name="Line 12">
              <a:extLst>
                <a:ext uri="{FF2B5EF4-FFF2-40B4-BE49-F238E27FC236}">
                  <a16:creationId xmlns:a16="http://schemas.microsoft.com/office/drawing/2014/main" xmlns="" id="{04A9146B-C80E-C141-9048-092B193CA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2" name="Rectangle 13">
              <a:extLst>
                <a:ext uri="{FF2B5EF4-FFF2-40B4-BE49-F238E27FC236}">
                  <a16:creationId xmlns:a16="http://schemas.microsoft.com/office/drawing/2014/main" xmlns="" id="{E3CEEEB9-7637-A644-99B6-2A13DFD47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3" name="Oval 14">
              <a:extLst>
                <a:ext uri="{FF2B5EF4-FFF2-40B4-BE49-F238E27FC236}">
                  <a16:creationId xmlns:a16="http://schemas.microsoft.com/office/drawing/2014/main" xmlns="" id="{C107E8DA-8746-AF42-A141-86F28CAF6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4" name="Oval 15">
              <a:extLst>
                <a:ext uri="{FF2B5EF4-FFF2-40B4-BE49-F238E27FC236}">
                  <a16:creationId xmlns:a16="http://schemas.microsoft.com/office/drawing/2014/main" xmlns="" id="{5F2BA590-63EE-0C46-A5CA-02573C500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5" name="Line 16">
              <a:extLst>
                <a:ext uri="{FF2B5EF4-FFF2-40B4-BE49-F238E27FC236}">
                  <a16:creationId xmlns:a16="http://schemas.microsoft.com/office/drawing/2014/main" xmlns="" id="{11080E94-1F03-714E-8AB1-3B4DEA4A9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xmlns="" id="{FE188877-FC11-9F4C-9A67-6A13C778D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7" name="Rectangle 18">
              <a:extLst>
                <a:ext uri="{FF2B5EF4-FFF2-40B4-BE49-F238E27FC236}">
                  <a16:creationId xmlns:a16="http://schemas.microsoft.com/office/drawing/2014/main" xmlns="" id="{AB0D0A23-CA41-9C45-8823-F5E417571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8" name="Oval 19">
              <a:extLst>
                <a:ext uri="{FF2B5EF4-FFF2-40B4-BE49-F238E27FC236}">
                  <a16:creationId xmlns:a16="http://schemas.microsoft.com/office/drawing/2014/main" xmlns="" id="{A3557876-CBC0-904A-8546-3AF399CF1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9" name="Oval 20">
              <a:extLst>
                <a:ext uri="{FF2B5EF4-FFF2-40B4-BE49-F238E27FC236}">
                  <a16:creationId xmlns:a16="http://schemas.microsoft.com/office/drawing/2014/main" xmlns="" id="{C3E2692B-8831-754F-9E6E-008C343B6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0" name="Line 21">
              <a:extLst>
                <a:ext uri="{FF2B5EF4-FFF2-40B4-BE49-F238E27FC236}">
                  <a16:creationId xmlns:a16="http://schemas.microsoft.com/office/drawing/2014/main" xmlns="" id="{9123636B-BAFA-2440-8260-5EA0CA220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Line 22">
              <a:extLst>
                <a:ext uri="{FF2B5EF4-FFF2-40B4-BE49-F238E27FC236}">
                  <a16:creationId xmlns:a16="http://schemas.microsoft.com/office/drawing/2014/main" xmlns="" id="{EFE8FE51-3AD2-4745-ADE0-A43C03121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2" name="Rectangle 23">
              <a:extLst>
                <a:ext uri="{FF2B5EF4-FFF2-40B4-BE49-F238E27FC236}">
                  <a16:creationId xmlns:a16="http://schemas.microsoft.com/office/drawing/2014/main" xmlns="" id="{FD42180D-C903-D144-9E3E-AD4A52F5C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3" name="Oval 24">
              <a:extLst>
                <a:ext uri="{FF2B5EF4-FFF2-40B4-BE49-F238E27FC236}">
                  <a16:creationId xmlns:a16="http://schemas.microsoft.com/office/drawing/2014/main" xmlns="" id="{F07CE376-92DE-2A4B-8855-4035B688D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4" name="Oval 25">
              <a:extLst>
                <a:ext uri="{FF2B5EF4-FFF2-40B4-BE49-F238E27FC236}">
                  <a16:creationId xmlns:a16="http://schemas.microsoft.com/office/drawing/2014/main" xmlns="" id="{E4EA7D36-77DD-114A-A537-3E5E6AF3A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5" name="Line 26">
              <a:extLst>
                <a:ext uri="{FF2B5EF4-FFF2-40B4-BE49-F238E27FC236}">
                  <a16:creationId xmlns:a16="http://schemas.microsoft.com/office/drawing/2014/main" xmlns="" id="{B4B8F4B2-F24A-4049-A3F6-305EE1D36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6" name="Line 27">
              <a:extLst>
                <a:ext uri="{FF2B5EF4-FFF2-40B4-BE49-F238E27FC236}">
                  <a16:creationId xmlns:a16="http://schemas.microsoft.com/office/drawing/2014/main" xmlns="" id="{A5D15F50-B753-C442-91B9-889011830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7" name="Rectangle 28">
              <a:extLst>
                <a:ext uri="{FF2B5EF4-FFF2-40B4-BE49-F238E27FC236}">
                  <a16:creationId xmlns:a16="http://schemas.microsoft.com/office/drawing/2014/main" xmlns="" id="{629ABB40-A5DD-844A-ABE9-8F6A1075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8" name="Oval 29">
              <a:extLst>
                <a:ext uri="{FF2B5EF4-FFF2-40B4-BE49-F238E27FC236}">
                  <a16:creationId xmlns:a16="http://schemas.microsoft.com/office/drawing/2014/main" xmlns="" id="{FE70825F-F5BB-2A42-A076-DCF342825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9" name="Oval 30">
              <a:extLst>
                <a:ext uri="{FF2B5EF4-FFF2-40B4-BE49-F238E27FC236}">
                  <a16:creationId xmlns:a16="http://schemas.microsoft.com/office/drawing/2014/main" xmlns="" id="{E5C07A67-14B1-2749-8C45-CCF8A7156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0" name="Line 31">
              <a:extLst>
                <a:ext uri="{FF2B5EF4-FFF2-40B4-BE49-F238E27FC236}">
                  <a16:creationId xmlns:a16="http://schemas.microsoft.com/office/drawing/2014/main" xmlns="" id="{0542E5EA-1D03-AB4F-9FEC-B3A92BC33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1" name="Line 32">
              <a:extLst>
                <a:ext uri="{FF2B5EF4-FFF2-40B4-BE49-F238E27FC236}">
                  <a16:creationId xmlns:a16="http://schemas.microsoft.com/office/drawing/2014/main" xmlns="" id="{5443EC84-61B8-B843-A6E1-5A4F636A6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2" name="Rectangle 33">
              <a:extLst>
                <a:ext uri="{FF2B5EF4-FFF2-40B4-BE49-F238E27FC236}">
                  <a16:creationId xmlns:a16="http://schemas.microsoft.com/office/drawing/2014/main" xmlns="" id="{9782BC94-E1A7-5740-A6A1-585BA6B4E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3" name="Oval 34">
              <a:extLst>
                <a:ext uri="{FF2B5EF4-FFF2-40B4-BE49-F238E27FC236}">
                  <a16:creationId xmlns:a16="http://schemas.microsoft.com/office/drawing/2014/main" xmlns="" id="{347E1E2B-9AA3-814E-88C5-98C196199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4" name="Freeform 35">
              <a:extLst>
                <a:ext uri="{FF2B5EF4-FFF2-40B4-BE49-F238E27FC236}">
                  <a16:creationId xmlns:a16="http://schemas.microsoft.com/office/drawing/2014/main" xmlns="" id="{321283E4-4A33-8C40-9132-D98702BFF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5" name="Freeform 36">
              <a:extLst>
                <a:ext uri="{FF2B5EF4-FFF2-40B4-BE49-F238E27FC236}">
                  <a16:creationId xmlns:a16="http://schemas.microsoft.com/office/drawing/2014/main" xmlns="" id="{E75C929F-25A5-CE44-BC4C-F4689510C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6" name="Freeform 37">
              <a:extLst>
                <a:ext uri="{FF2B5EF4-FFF2-40B4-BE49-F238E27FC236}">
                  <a16:creationId xmlns:a16="http://schemas.microsoft.com/office/drawing/2014/main" xmlns="" id="{145717E6-3976-BF4C-B776-D1C932E8D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7" name="Freeform 38">
              <a:extLst>
                <a:ext uri="{FF2B5EF4-FFF2-40B4-BE49-F238E27FC236}">
                  <a16:creationId xmlns:a16="http://schemas.microsoft.com/office/drawing/2014/main" xmlns="" id="{A208B769-70F6-9E4C-960A-A8DFC0ECA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8" name="Freeform 39">
              <a:extLst>
                <a:ext uri="{FF2B5EF4-FFF2-40B4-BE49-F238E27FC236}">
                  <a16:creationId xmlns:a16="http://schemas.microsoft.com/office/drawing/2014/main" xmlns="" id="{B59A27ED-2064-ED4C-B8FC-0E8B32DB7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9" name="Freeform 40">
              <a:extLst>
                <a:ext uri="{FF2B5EF4-FFF2-40B4-BE49-F238E27FC236}">
                  <a16:creationId xmlns:a16="http://schemas.microsoft.com/office/drawing/2014/main" xmlns="" id="{121316DC-42A4-644A-9197-5C50258A0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0" name="Freeform 41">
              <a:extLst>
                <a:ext uri="{FF2B5EF4-FFF2-40B4-BE49-F238E27FC236}">
                  <a16:creationId xmlns:a16="http://schemas.microsoft.com/office/drawing/2014/main" xmlns="" id="{12DEF568-9364-4644-9D5B-A43233023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1" name="Freeform 42">
              <a:extLst>
                <a:ext uri="{FF2B5EF4-FFF2-40B4-BE49-F238E27FC236}">
                  <a16:creationId xmlns:a16="http://schemas.microsoft.com/office/drawing/2014/main" xmlns="" id="{DFA2F297-7F20-564C-A937-26867B0AE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2" name="Freeform 43">
              <a:extLst>
                <a:ext uri="{FF2B5EF4-FFF2-40B4-BE49-F238E27FC236}">
                  <a16:creationId xmlns:a16="http://schemas.microsoft.com/office/drawing/2014/main" xmlns="" id="{62A27136-D795-774F-8FF9-34713D464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53" name="Group 44">
              <a:extLst>
                <a:ext uri="{FF2B5EF4-FFF2-40B4-BE49-F238E27FC236}">
                  <a16:creationId xmlns:a16="http://schemas.microsoft.com/office/drawing/2014/main" xmlns="" id="{C99C2CD4-C4EA-C04D-8AAE-36D8B6299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679" name="Rectangle 45">
                <a:extLst>
                  <a:ext uri="{FF2B5EF4-FFF2-40B4-BE49-F238E27FC236}">
                    <a16:creationId xmlns:a16="http://schemas.microsoft.com/office/drawing/2014/main" xmlns="" id="{1CABD7F6-8165-8E4A-BE47-7EF07B556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0" name="Text Box 46">
                <a:extLst>
                  <a:ext uri="{FF2B5EF4-FFF2-40B4-BE49-F238E27FC236}">
                    <a16:creationId xmlns:a16="http://schemas.microsoft.com/office/drawing/2014/main" xmlns="" id="{92427952-B2CD-2346-8330-8A5FCBC2B9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4" name="Group 47">
              <a:extLst>
                <a:ext uri="{FF2B5EF4-FFF2-40B4-BE49-F238E27FC236}">
                  <a16:creationId xmlns:a16="http://schemas.microsoft.com/office/drawing/2014/main" xmlns="" id="{976C96E8-0AD3-E941-A9F5-DF3E1A47DB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677" name="Rectangle 48">
                <a:extLst>
                  <a:ext uri="{FF2B5EF4-FFF2-40B4-BE49-F238E27FC236}">
                    <a16:creationId xmlns:a16="http://schemas.microsoft.com/office/drawing/2014/main" xmlns="" id="{8916E3C2-1E79-4642-85BC-BCB2EADB2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8" name="Text Box 49">
                <a:extLst>
                  <a:ext uri="{FF2B5EF4-FFF2-40B4-BE49-F238E27FC236}">
                    <a16:creationId xmlns:a16="http://schemas.microsoft.com/office/drawing/2014/main" xmlns="" id="{031FB18A-DC18-F847-BA60-BD8DC2013E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5" name="Group 50">
              <a:extLst>
                <a:ext uri="{FF2B5EF4-FFF2-40B4-BE49-F238E27FC236}">
                  <a16:creationId xmlns:a16="http://schemas.microsoft.com/office/drawing/2014/main" xmlns="" id="{15EC6BC8-2051-9B43-8474-12F5179EE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675" name="Rectangle 51">
                <a:extLst>
                  <a:ext uri="{FF2B5EF4-FFF2-40B4-BE49-F238E27FC236}">
                    <a16:creationId xmlns:a16="http://schemas.microsoft.com/office/drawing/2014/main" xmlns="" id="{1AF33268-294F-4241-927A-6DBA3F2D7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6" name="Text Box 52">
                <a:extLst>
                  <a:ext uri="{FF2B5EF4-FFF2-40B4-BE49-F238E27FC236}">
                    <a16:creationId xmlns:a16="http://schemas.microsoft.com/office/drawing/2014/main" xmlns="" id="{8B945CFB-A2BC-1D42-84E4-882BBC95E2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656" name="Group 53">
              <a:extLst>
                <a:ext uri="{FF2B5EF4-FFF2-40B4-BE49-F238E27FC236}">
                  <a16:creationId xmlns:a16="http://schemas.microsoft.com/office/drawing/2014/main" xmlns="" id="{FDD8B679-D777-2E4D-9A1F-C71EC712AE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673" name="Rectangle 54">
                <a:extLst>
                  <a:ext uri="{FF2B5EF4-FFF2-40B4-BE49-F238E27FC236}">
                    <a16:creationId xmlns:a16="http://schemas.microsoft.com/office/drawing/2014/main" xmlns="" id="{6EA1D1BF-D644-594E-9DC3-6D0351A4B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4" name="Text Box 55">
                <a:extLst>
                  <a:ext uri="{FF2B5EF4-FFF2-40B4-BE49-F238E27FC236}">
                    <a16:creationId xmlns:a16="http://schemas.microsoft.com/office/drawing/2014/main" xmlns="" id="{8FCBB617-DEFB-9744-B8A4-4E1E68D8A3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7" name="Group 56">
              <a:extLst>
                <a:ext uri="{FF2B5EF4-FFF2-40B4-BE49-F238E27FC236}">
                  <a16:creationId xmlns:a16="http://schemas.microsoft.com/office/drawing/2014/main" xmlns="" id="{28C30620-9B81-5A4E-A97C-60B4E0E32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671" name="Rectangle 57">
                <a:extLst>
                  <a:ext uri="{FF2B5EF4-FFF2-40B4-BE49-F238E27FC236}">
                    <a16:creationId xmlns:a16="http://schemas.microsoft.com/office/drawing/2014/main" xmlns="" id="{1A44830E-FAAD-D047-825F-D463DC07C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2" name="Text Box 58">
                <a:extLst>
                  <a:ext uri="{FF2B5EF4-FFF2-40B4-BE49-F238E27FC236}">
                    <a16:creationId xmlns:a16="http://schemas.microsoft.com/office/drawing/2014/main" xmlns="" id="{4A4BE0CE-ED8E-064B-AF09-AA4FC512E0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8" name="Group 59">
              <a:extLst>
                <a:ext uri="{FF2B5EF4-FFF2-40B4-BE49-F238E27FC236}">
                  <a16:creationId xmlns:a16="http://schemas.microsoft.com/office/drawing/2014/main" xmlns="" id="{C1F4D6C9-E81E-624A-B436-921840F8D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669" name="Rectangle 60">
                <a:extLst>
                  <a:ext uri="{FF2B5EF4-FFF2-40B4-BE49-F238E27FC236}">
                    <a16:creationId xmlns:a16="http://schemas.microsoft.com/office/drawing/2014/main" xmlns="" id="{245262F4-4026-E949-9DCB-BB9B5D9D5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0" name="Text Box 61">
                <a:extLst>
                  <a:ext uri="{FF2B5EF4-FFF2-40B4-BE49-F238E27FC236}">
                    <a16:creationId xmlns:a16="http://schemas.microsoft.com/office/drawing/2014/main" xmlns="" id="{AEB3CE28-3923-3C4E-B064-B7F0BA975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659" name="Text Box 62">
              <a:extLst>
                <a:ext uri="{FF2B5EF4-FFF2-40B4-BE49-F238E27FC236}">
                  <a16:creationId xmlns:a16="http://schemas.microsoft.com/office/drawing/2014/main" xmlns="" id="{701B1242-762A-7549-8469-E0E6A3247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0" name="Text Box 63">
              <a:extLst>
                <a:ext uri="{FF2B5EF4-FFF2-40B4-BE49-F238E27FC236}">
                  <a16:creationId xmlns:a16="http://schemas.microsoft.com/office/drawing/2014/main" xmlns="" id="{92C7415C-205B-0141-A835-E28CCFE34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1" name="Text Box 64">
              <a:extLst>
                <a:ext uri="{FF2B5EF4-FFF2-40B4-BE49-F238E27FC236}">
                  <a16:creationId xmlns:a16="http://schemas.microsoft.com/office/drawing/2014/main" xmlns="" id="{F0F0E459-A754-BC42-AAB4-E313BB45E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2" name="Text Box 65">
              <a:extLst>
                <a:ext uri="{FF2B5EF4-FFF2-40B4-BE49-F238E27FC236}">
                  <a16:creationId xmlns:a16="http://schemas.microsoft.com/office/drawing/2014/main" xmlns="" id="{5A0B6924-9D83-BD4A-8CFE-9500663C1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3" name="Text Box 66">
              <a:extLst>
                <a:ext uri="{FF2B5EF4-FFF2-40B4-BE49-F238E27FC236}">
                  <a16:creationId xmlns:a16="http://schemas.microsoft.com/office/drawing/2014/main" xmlns="" id="{6E3E3D55-9237-C845-9A8D-D340C3E11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4" name="Text Box 67">
              <a:extLst>
                <a:ext uri="{FF2B5EF4-FFF2-40B4-BE49-F238E27FC236}">
                  <a16:creationId xmlns:a16="http://schemas.microsoft.com/office/drawing/2014/main" xmlns="" id="{D025C99C-DFC7-0A4F-8AAA-17320A7C5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5" name="Text Box 68">
              <a:extLst>
                <a:ext uri="{FF2B5EF4-FFF2-40B4-BE49-F238E27FC236}">
                  <a16:creationId xmlns:a16="http://schemas.microsoft.com/office/drawing/2014/main" xmlns="" id="{30F29813-395E-A44E-BB9F-87C86902A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6" name="Text Box 69">
              <a:extLst>
                <a:ext uri="{FF2B5EF4-FFF2-40B4-BE49-F238E27FC236}">
                  <a16:creationId xmlns:a16="http://schemas.microsoft.com/office/drawing/2014/main" xmlns="" id="{2B974974-7BCD-014C-BD76-E756B6797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7" name="Text Box 70">
              <a:extLst>
                <a:ext uri="{FF2B5EF4-FFF2-40B4-BE49-F238E27FC236}">
                  <a16:creationId xmlns:a16="http://schemas.microsoft.com/office/drawing/2014/main" xmlns="" id="{F094EC90-E0AA-CB45-95E4-B52B0E9BC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8" name="Text Box 71">
              <a:extLst>
                <a:ext uri="{FF2B5EF4-FFF2-40B4-BE49-F238E27FC236}">
                  <a16:creationId xmlns:a16="http://schemas.microsoft.com/office/drawing/2014/main" xmlns="" id="{CBA2DE5C-9821-9E47-AB4D-09462934E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82" name="Text Box 72">
            <a:extLst>
              <a:ext uri="{FF2B5EF4-FFF2-40B4-BE49-F238E27FC236}">
                <a16:creationId xmlns:a16="http://schemas.microsoft.com/office/drawing/2014/main" xmlns="" id="{36F192F0-85DA-A647-A8F9-5CBF1CE81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60" y="4390433"/>
            <a:ext cx="24808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+mn-lt"/>
              </a:rPr>
              <a:t>graph: </a:t>
            </a:r>
            <a:r>
              <a:rPr lang="en-US" sz="2800" i="1" dirty="0">
                <a:latin typeface="+mn-lt"/>
              </a:rPr>
              <a:t>G = (N,E</a:t>
            </a:r>
            <a:r>
              <a:rPr lang="en-US" sz="2800" i="1" dirty="0" smtClean="0">
                <a:latin typeface="+mn-lt"/>
              </a:rPr>
              <a:t>)</a:t>
            </a:r>
            <a:endParaRPr lang="en-US" sz="2800" i="1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D50443A-E126-1D4D-BD75-6130D04D9E32}"/>
              </a:ext>
            </a:extLst>
          </p:cNvPr>
          <p:cNvSpPr txBox="1"/>
          <p:nvPr/>
        </p:nvSpPr>
        <p:spPr>
          <a:xfrm>
            <a:off x="4589585" y="1178461"/>
            <a:ext cx="74558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c</a:t>
            </a:r>
            <a:r>
              <a:rPr lang="en-US" sz="2400" i="1" baseline="-25000" dirty="0"/>
              <a:t>a,b</a:t>
            </a:r>
            <a:r>
              <a:rPr lang="en-US" sz="2400" i="1" dirty="0"/>
              <a:t>: </a:t>
            </a:r>
            <a:r>
              <a:rPr lang="en-US" sz="2400" dirty="0"/>
              <a:t>cost of </a:t>
            </a:r>
            <a:r>
              <a:rPr lang="en-US" sz="2400" i="1" dirty="0">
                <a:solidFill>
                  <a:srgbClr val="0000A8"/>
                </a:solidFill>
              </a:rPr>
              <a:t>direct</a:t>
            </a:r>
            <a:r>
              <a:rPr lang="en-US" sz="2400" dirty="0"/>
              <a:t> link connecting </a:t>
            </a:r>
            <a:r>
              <a:rPr lang="en-US" sz="2400" i="1" dirty="0"/>
              <a:t>a</a:t>
            </a:r>
            <a:r>
              <a:rPr lang="en-US" sz="2400" dirty="0"/>
              <a:t> and </a:t>
            </a:r>
            <a:r>
              <a:rPr lang="en-US" sz="2400" i="1" dirty="0"/>
              <a:t>b</a:t>
            </a:r>
          </a:p>
          <a:p>
            <a:r>
              <a:rPr lang="en-US" sz="2400" dirty="0"/>
              <a:t>             </a:t>
            </a:r>
            <a:r>
              <a:rPr lang="en-US" sz="2400" i="1" dirty="0"/>
              <a:t>e.g., c</a:t>
            </a:r>
            <a:r>
              <a:rPr lang="en-US" sz="2400" i="1" baseline="-25000" dirty="0"/>
              <a:t>w,z </a:t>
            </a:r>
            <a:r>
              <a:rPr lang="en-US" sz="2400" dirty="0"/>
              <a:t>= 5, </a:t>
            </a:r>
            <a:r>
              <a:rPr lang="en-US" sz="2400" i="1" dirty="0"/>
              <a:t>c</a:t>
            </a:r>
            <a:r>
              <a:rPr lang="en-US" sz="2400" i="1" baseline="-25000" dirty="0"/>
              <a:t>u,z </a:t>
            </a:r>
            <a:r>
              <a:rPr lang="en-US" sz="2400" dirty="0"/>
              <a:t>= </a:t>
            </a:r>
            <a:r>
              <a:rPr lang="en-US" sz="2400" dirty="0" smtClean="0">
                <a:cs typeface="Arial" charset="0"/>
              </a:rPr>
              <a:t>∞</a:t>
            </a:r>
            <a:endParaRPr lang="en-US" sz="2400" dirty="0"/>
          </a:p>
          <a:p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Link cost of 2 nodes that are not connected directly is infinity. </a:t>
            </a: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Cost </a:t>
            </a:r>
            <a:r>
              <a:rPr lang="en-US" sz="2400" dirty="0"/>
              <a:t>defined by network </a:t>
            </a:r>
            <a:r>
              <a:rPr lang="en-US" sz="2400" dirty="0" smtClean="0"/>
              <a:t>operator </a:t>
            </a:r>
            <a:r>
              <a:rPr lang="en-US" sz="2400" dirty="0"/>
              <a:t>could always be 1, or inversely related to </a:t>
            </a:r>
            <a:r>
              <a:rPr lang="en-US" sz="2400" dirty="0" smtClean="0"/>
              <a:t>bandwidth (</a:t>
            </a:r>
            <a:r>
              <a:rPr lang="en-US" dirty="0" smtClean="0"/>
              <a:t>higher bandwidth – lower cost</a:t>
            </a:r>
            <a:r>
              <a:rPr lang="en-US" sz="2400" dirty="0" smtClean="0"/>
              <a:t>), </a:t>
            </a:r>
            <a:r>
              <a:rPr lang="en-US" sz="2400" dirty="0"/>
              <a:t>or inversely related to </a:t>
            </a:r>
            <a:r>
              <a:rPr lang="en-US" sz="2400" dirty="0" smtClean="0"/>
              <a:t>congestion (</a:t>
            </a:r>
            <a:r>
              <a:rPr lang="en-US" dirty="0" smtClean="0"/>
              <a:t>higher congestion – higher cost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76" name="Text Box 72">
            <a:extLst>
              <a:ext uri="{FF2B5EF4-FFF2-40B4-BE49-F238E27FC236}">
                <a16:creationId xmlns:a16="http://schemas.microsoft.com/office/drawing/2014/main" xmlns="" id="{BFBE2A81-FFD1-7B4E-9584-A27B7DB3E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220" y="5038322"/>
            <a:ext cx="51144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 dirty="0">
                <a:latin typeface="+mn-lt"/>
              </a:rPr>
              <a:t>N: </a:t>
            </a:r>
            <a:r>
              <a:rPr lang="en-US" sz="2800" dirty="0">
                <a:latin typeface="+mn-lt"/>
              </a:rPr>
              <a:t>set of routers = { </a:t>
            </a:r>
            <a:r>
              <a:rPr lang="en-US" sz="2800" i="1" dirty="0">
                <a:latin typeface="+mn-lt"/>
              </a:rPr>
              <a:t>u, v, w, x, y, z </a:t>
            </a:r>
            <a:r>
              <a:rPr lang="en-US" sz="2800" dirty="0">
                <a:latin typeface="+mn-lt"/>
              </a:rPr>
              <a:t>}</a:t>
            </a:r>
          </a:p>
        </p:txBody>
      </p:sp>
      <p:sp>
        <p:nvSpPr>
          <p:cNvPr id="77" name="Text Box 72">
            <a:extLst>
              <a:ext uri="{FF2B5EF4-FFF2-40B4-BE49-F238E27FC236}">
                <a16:creationId xmlns:a16="http://schemas.microsoft.com/office/drawing/2014/main" xmlns="" id="{EE3DED54-15B8-EA4D-AA68-CD285B8DE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88" y="5599121"/>
            <a:ext cx="100759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 dirty="0">
                <a:latin typeface="+mn-lt"/>
              </a:rPr>
              <a:t>E: </a:t>
            </a:r>
            <a:r>
              <a:rPr lang="en-US" sz="2800" dirty="0">
                <a:latin typeface="+mn-lt"/>
              </a:rPr>
              <a:t>set of links =</a:t>
            </a:r>
            <a:r>
              <a:rPr lang="en-US" sz="3200" dirty="0">
                <a:latin typeface="+mn-lt"/>
              </a:rPr>
              <a:t>{</a:t>
            </a:r>
            <a:r>
              <a:rPr lang="en-US" sz="3600" dirty="0">
                <a:latin typeface="+mn-lt"/>
              </a:rPr>
              <a:t> </a:t>
            </a:r>
            <a:r>
              <a:rPr lang="en-US" sz="2800" dirty="0">
                <a:latin typeface="+mn-lt"/>
              </a:rPr>
              <a:t>(</a:t>
            </a:r>
            <a:r>
              <a:rPr lang="en-US" sz="2800" i="1" dirty="0">
                <a:latin typeface="+mn-lt"/>
              </a:rPr>
              <a:t>u,v), (u,x), (v,x), (v,w), (x,w), (x,y), (w,y), (w,z), (y,z</a:t>
            </a:r>
            <a:r>
              <a:rPr lang="en-US" sz="2800" dirty="0">
                <a:latin typeface="+mn-lt"/>
              </a:rPr>
              <a:t>) </a:t>
            </a:r>
            <a:r>
              <a:rPr lang="en-US" sz="3200" dirty="0">
                <a:latin typeface="+mn-lt"/>
              </a:rPr>
              <a:t>}</a:t>
            </a:r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881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6" grpId="0"/>
      <p:bldP spid="7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8320548" cy="894622"/>
          </a:xfrm>
        </p:spPr>
        <p:txBody>
          <a:bodyPr/>
          <a:lstStyle/>
          <a:p>
            <a:r>
              <a:rPr lang="en-US" dirty="0"/>
              <a:t>Routing algorithm classification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xmlns="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xmlns="" id="{E9732A1C-C52A-0B46-B26E-4DBD9B488928}"/>
              </a:ext>
            </a:extLst>
          </p:cNvPr>
          <p:cNvCxnSpPr/>
          <p:nvPr/>
        </p:nvCxnSpPr>
        <p:spPr>
          <a:xfrm>
            <a:off x="6091084" y="1312606"/>
            <a:ext cx="0" cy="5043948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xmlns="" id="{28A2EBE1-BFA0-B248-ACFC-90011EBC34CE}"/>
              </a:ext>
            </a:extLst>
          </p:cNvPr>
          <p:cNvCxnSpPr>
            <a:cxnSpLocks/>
          </p:cNvCxnSpPr>
          <p:nvPr/>
        </p:nvCxnSpPr>
        <p:spPr>
          <a:xfrm flipH="1">
            <a:off x="235974" y="3441290"/>
            <a:ext cx="11665974" cy="0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06C293B-8D3D-2544-91D8-2533CD0AF99D}"/>
              </a:ext>
            </a:extLst>
          </p:cNvPr>
          <p:cNvSpPr txBox="1"/>
          <p:nvPr/>
        </p:nvSpPr>
        <p:spPr>
          <a:xfrm>
            <a:off x="4542504" y="6312310"/>
            <a:ext cx="3581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global or decentralized information?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2D47406-80F8-9441-A2E0-BD72AA9E3AE7}"/>
              </a:ext>
            </a:extLst>
          </p:cNvPr>
          <p:cNvGrpSpPr/>
          <p:nvPr/>
        </p:nvGrpSpPr>
        <p:grpSpPr>
          <a:xfrm>
            <a:off x="3996813" y="1474838"/>
            <a:ext cx="4513007" cy="1209368"/>
            <a:chOff x="3996813" y="1474838"/>
            <a:chExt cx="4513007" cy="120936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34F40CFC-1B50-144E-A43A-6F638CE78029}"/>
                </a:ext>
              </a:extLst>
            </p:cNvPr>
            <p:cNvSpPr/>
            <p:nvPr/>
          </p:nvSpPr>
          <p:spPr>
            <a:xfrm>
              <a:off x="5987845" y="1519084"/>
              <a:ext cx="221226" cy="11651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3">
              <a:extLst>
                <a:ext uri="{FF2B5EF4-FFF2-40B4-BE49-F238E27FC236}">
                  <a16:creationId xmlns:a16="http://schemas.microsoft.com/office/drawing/2014/main" xmlns="" id="{396DD204-2A01-8E4D-BC4B-E0BD86B248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996813" y="1474838"/>
              <a:ext cx="4513007" cy="12093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global: </a:t>
              </a:r>
              <a:r>
                <a:rPr lang="en-US" sz="2400" dirty="0"/>
                <a:t>all routers have </a:t>
              </a:r>
              <a:r>
                <a:rPr lang="en-US" sz="2400" i="1" dirty="0"/>
                <a:t>complete</a:t>
              </a:r>
              <a:r>
                <a:rPr lang="en-US" sz="2400" dirty="0"/>
                <a:t> topology, link cost info</a:t>
              </a:r>
            </a:p>
            <a:p>
              <a:pPr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en-US" altLang="ja-JP" sz="2400" dirty="0">
                  <a:solidFill>
                    <a:srgbClr val="000099"/>
                  </a:solidFill>
                </a:rPr>
                <a:t>“link state” </a:t>
              </a:r>
              <a:r>
                <a:rPr lang="en-US" altLang="ja-JP" sz="2400" dirty="0"/>
                <a:t>algorithms</a:t>
              </a:r>
            </a:p>
            <a:p>
              <a:pPr>
                <a:buFont typeface="Wingdings" charset="0"/>
                <a:buNone/>
              </a:pPr>
              <a:endParaRPr lang="en-US" sz="2400" dirty="0">
                <a:solidFill>
                  <a:srgbClr val="000099"/>
                </a:solidFill>
                <a:latin typeface="Gill Sans MT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2E6E0791-AA52-904B-8ABE-26FDED6C5706}"/>
              </a:ext>
            </a:extLst>
          </p:cNvPr>
          <p:cNvGrpSpPr/>
          <p:nvPr/>
        </p:nvGrpSpPr>
        <p:grpSpPr>
          <a:xfrm>
            <a:off x="3465869" y="4326195"/>
            <a:ext cx="6179575" cy="2458065"/>
            <a:chOff x="3465869" y="4326195"/>
            <a:chExt cx="6179575" cy="24580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F51E5A78-7BA0-F648-A6EF-E28CE96CE5C2}"/>
                </a:ext>
              </a:extLst>
            </p:cNvPr>
            <p:cNvSpPr/>
            <p:nvPr/>
          </p:nvSpPr>
          <p:spPr>
            <a:xfrm>
              <a:off x="6002594" y="4365523"/>
              <a:ext cx="147483" cy="1799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3">
              <a:extLst>
                <a:ext uri="{FF2B5EF4-FFF2-40B4-BE49-F238E27FC236}">
                  <a16:creationId xmlns:a16="http://schemas.microsoft.com/office/drawing/2014/main" xmlns="" id="{3400BCC6-9926-3649-91F6-F0B8B87FE1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465869" y="4326195"/>
              <a:ext cx="6179575" cy="245806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decentralized: </a:t>
              </a:r>
              <a:r>
                <a:rPr lang="en-US" sz="2400" dirty="0"/>
                <a:t>iterative process of computation, exchange of info with neighbors</a:t>
              </a:r>
            </a:p>
            <a:p>
              <a:pPr marL="407988" indent="-233363">
                <a:spcBef>
                  <a:spcPts val="4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sz="2400" dirty="0"/>
                <a:t>routers initially only know link costs to attached neighbors</a:t>
              </a:r>
            </a:p>
            <a:p>
              <a:pPr marL="407988" indent="-233363">
                <a:spcBef>
                  <a:spcPts val="4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altLang="ja-JP" sz="2400" dirty="0">
                  <a:solidFill>
                    <a:srgbClr val="000099"/>
                  </a:solidFill>
                </a:rPr>
                <a:t>“distance vector” </a:t>
              </a:r>
              <a:r>
                <a:rPr lang="en-US" altLang="ja-JP" sz="2400" dirty="0"/>
                <a:t>algorithms</a:t>
              </a:r>
              <a:endParaRPr lang="en-US" sz="2400" dirty="0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9CA84E65-C3D2-EE42-B4E7-C5FF4CE4FA7B}"/>
              </a:ext>
            </a:extLst>
          </p:cNvPr>
          <p:cNvSpPr txBox="1"/>
          <p:nvPr/>
        </p:nvSpPr>
        <p:spPr>
          <a:xfrm>
            <a:off x="250724" y="2823539"/>
            <a:ext cx="1253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How fast do routes change?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xmlns="" id="{4D26FE6B-7647-B846-9799-98FEB9D0A654}"/>
              </a:ext>
            </a:extLst>
          </p:cNvPr>
          <p:cNvSpPr/>
          <p:nvPr/>
        </p:nvSpPr>
        <p:spPr>
          <a:xfrm>
            <a:off x="10171471" y="1184788"/>
            <a:ext cx="176981" cy="1032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A4812886-28EC-D241-90C7-5E720368CE84}"/>
              </a:ext>
            </a:extLst>
          </p:cNvPr>
          <p:cNvGrpSpPr/>
          <p:nvPr/>
        </p:nvGrpSpPr>
        <p:grpSpPr>
          <a:xfrm>
            <a:off x="8740391" y="2620951"/>
            <a:ext cx="3451609" cy="2373608"/>
            <a:chOff x="8740391" y="2620951"/>
            <a:chExt cx="3451609" cy="237360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9F87E6BF-15DE-A246-9A08-7C8063E9BE3B}"/>
                </a:ext>
              </a:extLst>
            </p:cNvPr>
            <p:cNvSpPr/>
            <p:nvPr/>
          </p:nvSpPr>
          <p:spPr>
            <a:xfrm>
              <a:off x="8922775" y="3314699"/>
              <a:ext cx="2580968" cy="210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4">
              <a:extLst>
                <a:ext uri="{FF2B5EF4-FFF2-40B4-BE49-F238E27FC236}">
                  <a16:creationId xmlns:a16="http://schemas.microsoft.com/office/drawing/2014/main" xmlns="" id="{A5264CD0-EF94-D444-B0AF-8FAAE7055B9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740391" y="2620951"/>
              <a:ext cx="3451609" cy="2373608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7150" indent="-57150">
                <a:buFont typeface="Wingdings" charset="0"/>
                <a:buNone/>
                <a:defRPr/>
              </a:pPr>
              <a:r>
                <a:rPr lang="en-US" dirty="0">
                  <a:solidFill>
                    <a:srgbClr val="CC0000"/>
                  </a:solidFill>
                </a:rPr>
                <a:t>dynamic</a:t>
              </a:r>
              <a:r>
                <a:rPr lang="en-US" sz="2400" i="1" dirty="0">
                  <a:solidFill>
                    <a:srgbClr val="CC0000"/>
                  </a:solidFill>
                </a:rPr>
                <a:t>: </a:t>
              </a:r>
              <a:r>
                <a:rPr lang="en-US" sz="2400" dirty="0"/>
                <a:t>routes change more quickly</a:t>
              </a:r>
            </a:p>
            <a:p>
              <a:pPr marL="349250" lvl="1" indent="-233363">
                <a:spcBef>
                  <a:spcPts val="400"/>
                </a:spcBef>
                <a:defRPr/>
              </a:pPr>
              <a:r>
                <a:rPr lang="en-US" dirty="0"/>
                <a:t>periodic updates or in response to link cost changes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73C4129E-0B83-3343-863D-606A39998A89}"/>
              </a:ext>
            </a:extLst>
          </p:cNvPr>
          <p:cNvGrpSpPr/>
          <p:nvPr/>
        </p:nvGrpSpPr>
        <p:grpSpPr>
          <a:xfrm>
            <a:off x="1313787" y="3013586"/>
            <a:ext cx="3022237" cy="1209367"/>
            <a:chOff x="1313787" y="3013586"/>
            <a:chExt cx="3022237" cy="1209367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xmlns="" id="{D0862584-87FB-1B45-8C6F-1E2A810A4276}"/>
                </a:ext>
              </a:extLst>
            </p:cNvPr>
            <p:cNvSpPr/>
            <p:nvPr/>
          </p:nvSpPr>
          <p:spPr>
            <a:xfrm>
              <a:off x="1465006" y="3314699"/>
              <a:ext cx="2531807" cy="224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3">
              <a:extLst>
                <a:ext uri="{FF2B5EF4-FFF2-40B4-BE49-F238E27FC236}">
                  <a16:creationId xmlns:a16="http://schemas.microsoft.com/office/drawing/2014/main" xmlns="" id="{28CA3E4A-EC8F-1F42-89F5-9571CBDD81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13787" y="3013586"/>
              <a:ext cx="3022237" cy="12093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static: </a:t>
              </a:r>
              <a:r>
                <a:rPr lang="en-US" sz="2400" dirty="0"/>
                <a:t>routes change slowly over time</a:t>
              </a:r>
              <a:endParaRPr lang="en-US" sz="2400" dirty="0">
                <a:solidFill>
                  <a:srgbClr val="000099"/>
                </a:solidFill>
                <a:latin typeface="Gill Sans MT" charset="0"/>
              </a:endParaRP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9509865B-1C67-3041-AB1E-A62EE542E28D}"/>
              </a:ext>
            </a:extLst>
          </p:cNvPr>
          <p:cNvSpPr/>
          <p:nvPr/>
        </p:nvSpPr>
        <p:spPr>
          <a:xfrm>
            <a:off x="4365523" y="2064775"/>
            <a:ext cx="1622322" cy="7374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xmlns="" id="{66F27EF8-DDA8-E744-B654-79FCE215090E}"/>
              </a:ext>
            </a:extLst>
          </p:cNvPr>
          <p:cNvSpPr/>
          <p:nvPr/>
        </p:nvSpPr>
        <p:spPr>
          <a:xfrm>
            <a:off x="3883742" y="5624052"/>
            <a:ext cx="2281083" cy="7374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24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02" grpId="0" animBg="1"/>
      <p:bldP spid="10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xmlns="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293688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 management, configuration </a:t>
            </a:r>
          </a:p>
          <a:p>
            <a:pPr marL="685800" lvl="1" indent="-219075"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SNMP</a:t>
            </a:r>
          </a:p>
          <a:p>
            <a:pPr marL="685800" lvl="1" indent="-219075"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NETCONF/YANG</a:t>
            </a:r>
          </a:p>
          <a:p>
            <a:pPr lvl="1"/>
            <a:endParaRPr lang="en-US" alt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xmlns="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xmlns="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80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=""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="" xmlns:a16="http://schemas.microsoft.com/office/drawing/2014/main" id="{AE9CCC8F-9B64-9843-9FF6-322BE507C6B3}"/>
              </a:ext>
            </a:extLst>
          </p:cNvPr>
          <p:cNvSpPr txBox="1">
            <a:spLocks noChangeArrowheads="1"/>
          </p:cNvSpPr>
          <p:nvPr/>
        </p:nvSpPr>
        <p:spPr>
          <a:xfrm>
            <a:off x="750989" y="1541236"/>
            <a:ext cx="11025375" cy="49037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Dijkstra’s</a:t>
            </a:r>
            <a:r>
              <a:rPr lang="en-US" dirty="0"/>
              <a:t> algorithm is the core algorithm used by link-state routing protocols to compute the shortest path from a source router to all other routers in a network.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computer networks, it is most commonly used by OSPF (Open Shortest Path First) and IS-IS protocols.</a:t>
            </a:r>
          </a:p>
          <a:p>
            <a:r>
              <a:rPr lang="en-US" dirty="0"/>
              <a:t>The algorithm ensures that packets are forwarded along the least-cost path, improving efficiency, reliability, and overall network performance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pPr lvl="1"/>
            <a:r>
              <a:rPr lang="en-US" dirty="0"/>
              <a:t>IS-IS (Intermediate System to Intermediate System) is a link-state Interior Gateway Protocol (IGP) used to route IP packets within a single autonomous system (AS). It is widely deployed in large enterprise and ISP networks because of its scalability and stability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IS-IS allows routers to exchange link-state information and compute the shortest paths using </a:t>
            </a:r>
            <a:r>
              <a:rPr lang="en-US" dirty="0" err="1"/>
              <a:t>Dijkstra’s</a:t>
            </a:r>
            <a:r>
              <a:rPr lang="en-US" dirty="0"/>
              <a:t> algorithm.</a:t>
            </a:r>
          </a:p>
        </p:txBody>
      </p:sp>
    </p:spTree>
    <p:extLst>
      <p:ext uri="{BB962C8B-B14F-4D97-AF65-F5344CB8AC3E}">
        <p14:creationId xmlns:p14="http://schemas.microsoft.com/office/powerpoint/2010/main" val="428005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11207262" cy="894622"/>
          </a:xfrm>
        </p:spPr>
        <p:txBody>
          <a:bodyPr>
            <a:noAutofit/>
          </a:bodyPr>
          <a:lstStyle/>
          <a:p>
            <a:r>
              <a:rPr lang="en-US" b="0" dirty="0">
                <a:latin typeface="+mn-lt"/>
              </a:rPr>
              <a:t>Role of </a:t>
            </a:r>
            <a:r>
              <a:rPr lang="en-US" b="0" dirty="0" err="1">
                <a:latin typeface="+mn-lt"/>
              </a:rPr>
              <a:t>Dijkstra’s</a:t>
            </a:r>
            <a:r>
              <a:rPr lang="en-US" b="0" dirty="0">
                <a:latin typeface="+mn-lt"/>
              </a:rPr>
              <a:t> Algorithm in Link-State Routing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=""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="" xmlns:a16="http://schemas.microsoft.com/office/drawing/2014/main" id="{AE9CCC8F-9B64-9843-9FF6-322BE507C6B3}"/>
              </a:ext>
            </a:extLst>
          </p:cNvPr>
          <p:cNvSpPr txBox="1">
            <a:spLocks noChangeArrowheads="1"/>
          </p:cNvSpPr>
          <p:nvPr/>
        </p:nvSpPr>
        <p:spPr>
          <a:xfrm>
            <a:off x="750989" y="1972044"/>
            <a:ext cx="11025375" cy="35670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link-state routing, each router independently builds a complete map of the network topology.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map is created using information shared by all routers in the form of </a:t>
            </a:r>
            <a:r>
              <a:rPr lang="en-US" dirty="0" smtClean="0"/>
              <a:t>Link State </a:t>
            </a:r>
            <a:r>
              <a:rPr lang="en-US" dirty="0"/>
              <a:t>Advertisements </a:t>
            </a:r>
            <a:r>
              <a:rPr lang="en-US" dirty="0" smtClean="0"/>
              <a:t>(</a:t>
            </a:r>
            <a:r>
              <a:rPr lang="en-US" sz="2600" dirty="0" smtClean="0"/>
              <a:t>LSA </a:t>
            </a:r>
            <a:r>
              <a:rPr lang="en-US" sz="2600" dirty="0"/>
              <a:t>is a packet that contains information about a router, its links, and network reachability, which is shared with other routers to build a complete network </a:t>
            </a:r>
            <a:r>
              <a:rPr lang="en-US" sz="2600" dirty="0" smtClean="0"/>
              <a:t>map</a:t>
            </a:r>
            <a:r>
              <a:rPr lang="en-US" dirty="0" smtClean="0"/>
              <a:t>).</a:t>
            </a:r>
            <a:endParaRPr lang="en-US" dirty="0"/>
          </a:p>
          <a:p>
            <a:r>
              <a:rPr lang="en-US" dirty="0"/>
              <a:t>Once the topology is known, </a:t>
            </a:r>
            <a:r>
              <a:rPr lang="en-US" dirty="0" err="1"/>
              <a:t>Dijkstra’s</a:t>
            </a:r>
            <a:r>
              <a:rPr lang="en-US" dirty="0"/>
              <a:t> algorithm is applied to calculate the shortest path tree (SPT) with the router itself as the root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From this tree, the router constructs its routing table.</a:t>
            </a:r>
          </a:p>
        </p:txBody>
      </p:sp>
    </p:spTree>
    <p:extLst>
      <p:ext uri="{BB962C8B-B14F-4D97-AF65-F5344CB8AC3E}">
        <p14:creationId xmlns:p14="http://schemas.microsoft.com/office/powerpoint/2010/main" val="88118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xmlns="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xmlns="" id="{AE9CCC8F-9B64-9843-9FF6-322BE507C6B3}"/>
              </a:ext>
            </a:extLst>
          </p:cNvPr>
          <p:cNvSpPr txBox="1">
            <a:spLocks noChangeArrowheads="1"/>
          </p:cNvSpPr>
          <p:nvPr/>
        </p:nvSpPr>
        <p:spPr>
          <a:xfrm>
            <a:off x="750989" y="1541236"/>
            <a:ext cx="5708805" cy="4903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A8"/>
                </a:solidFill>
              </a:rPr>
              <a:t>centralized: </a:t>
            </a:r>
            <a:r>
              <a:rPr lang="en-US" dirty="0"/>
              <a:t>network topology, link costs known to </a:t>
            </a:r>
            <a:r>
              <a:rPr lang="en-US" i="1" dirty="0"/>
              <a:t>all</a:t>
            </a:r>
            <a:r>
              <a:rPr lang="en-US" dirty="0"/>
              <a:t> nodes</a:t>
            </a:r>
          </a:p>
          <a:p>
            <a:pPr lvl="1"/>
            <a:r>
              <a:rPr lang="en-US" dirty="0"/>
              <a:t>accomplished via “</a:t>
            </a:r>
            <a:r>
              <a:rPr lang="en-US" altLang="ja-JP" dirty="0"/>
              <a:t>link state broadcast” </a:t>
            </a:r>
          </a:p>
          <a:p>
            <a:pPr lvl="1"/>
            <a:r>
              <a:rPr lang="en-US" dirty="0"/>
              <a:t>all nodes have same info</a:t>
            </a:r>
          </a:p>
          <a:p>
            <a:r>
              <a:rPr lang="en-US" dirty="0"/>
              <a:t>computes least cost paths from one node (“</a:t>
            </a:r>
            <a:r>
              <a:rPr lang="en-US" altLang="ja-JP" dirty="0"/>
              <a:t>source”) to all other nodes</a:t>
            </a:r>
          </a:p>
          <a:p>
            <a:pPr lvl="1"/>
            <a:r>
              <a:rPr lang="en-US" dirty="0"/>
              <a:t>gives </a:t>
            </a:r>
            <a:r>
              <a:rPr lang="en-US" i="1" dirty="0">
                <a:solidFill>
                  <a:srgbClr val="000099"/>
                </a:solidFill>
              </a:rPr>
              <a:t>forwarding table</a:t>
            </a:r>
            <a:r>
              <a:rPr lang="en-US" dirty="0"/>
              <a:t> for that node</a:t>
            </a:r>
          </a:p>
          <a:p>
            <a:r>
              <a:rPr lang="en-US" dirty="0">
                <a:solidFill>
                  <a:srgbClr val="0000A8"/>
                </a:solidFill>
              </a:rPr>
              <a:t>iterative: </a:t>
            </a:r>
            <a:r>
              <a:rPr lang="en-US" dirty="0"/>
              <a:t>after </a:t>
            </a:r>
            <a:r>
              <a:rPr lang="en-US" i="1" dirty="0"/>
              <a:t>k</a:t>
            </a:r>
            <a:r>
              <a:rPr lang="en-US" dirty="0"/>
              <a:t> iterations, know least cost path to </a:t>
            </a:r>
            <a:r>
              <a:rPr lang="en-US" i="1" dirty="0"/>
              <a:t>k </a:t>
            </a:r>
            <a:r>
              <a:rPr lang="en-US" dirty="0"/>
              <a:t>destinations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7E67AF1-7D2F-A84A-A994-30B5519FB522}"/>
              </a:ext>
            </a:extLst>
          </p:cNvPr>
          <p:cNvGrpSpPr/>
          <p:nvPr/>
        </p:nvGrpSpPr>
        <p:grpSpPr>
          <a:xfrm>
            <a:off x="7315200" y="1524000"/>
            <a:ext cx="4441371" cy="4882184"/>
            <a:chOff x="7315200" y="1524000"/>
            <a:chExt cx="4441371" cy="4882184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xmlns="" id="{D11D1E9D-A4E0-2D4D-8EB8-EB3C738C05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c</a:t>
              </a:r>
              <a:r>
                <a:rPr lang="en-US" i="1" baseline="-25000" dirty="0">
                  <a:solidFill>
                    <a:srgbClr val="000099"/>
                  </a:solidFill>
                </a:rPr>
                <a:t>x,y</a:t>
              </a:r>
              <a:r>
                <a:rPr lang="en-US" i="1" dirty="0">
                  <a:solidFill>
                    <a:srgbClr val="000099"/>
                  </a:solidFill>
                </a:rPr>
                <a:t>:</a:t>
              </a:r>
              <a:r>
                <a:rPr lang="en-US" sz="2400" i="1" dirty="0"/>
                <a:t> </a:t>
              </a:r>
              <a:r>
                <a:rPr lang="en-US" sz="2400" u="sng" dirty="0"/>
                <a:t>direct</a:t>
              </a:r>
              <a:r>
                <a:rPr lang="en-US" sz="2400" dirty="0"/>
                <a:t> link cost from node </a:t>
              </a:r>
              <a:r>
                <a:rPr lang="en-US" sz="2400" i="1" dirty="0"/>
                <a:t>x</a:t>
              </a:r>
              <a:r>
                <a:rPr lang="en-US" sz="2400" dirty="0"/>
                <a:t> to </a:t>
              </a:r>
              <a:r>
                <a:rPr lang="en-US" sz="2400" i="1" dirty="0"/>
                <a:t>y</a:t>
              </a:r>
              <a:r>
                <a:rPr lang="en-US" sz="2400" dirty="0"/>
                <a:t>;  = ∞ if not direct neighbors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D(v):</a:t>
              </a:r>
              <a:r>
                <a:rPr lang="en-US" sz="2400" i="1" dirty="0"/>
                <a:t> current</a:t>
              </a:r>
              <a:r>
                <a:rPr lang="en-US" sz="2400" dirty="0"/>
                <a:t> estimate of cost of least-cost-path from source to destination </a:t>
              </a:r>
              <a:r>
                <a:rPr lang="en-US" sz="2400" i="1" dirty="0"/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p(v):</a:t>
              </a:r>
              <a:r>
                <a:rPr lang="en-US" sz="2400" i="1" dirty="0"/>
                <a:t> </a:t>
              </a:r>
              <a:r>
                <a:rPr lang="en-US" sz="2400" dirty="0"/>
                <a:t>predecessor node along path from source to </a:t>
              </a:r>
              <a:r>
                <a:rPr lang="en-US" sz="2400" i="1" dirty="0"/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N</a:t>
              </a:r>
              <a:r>
                <a:rPr lang="en-US" i="1" dirty="0">
                  <a:solidFill>
                    <a:srgbClr val="000099"/>
                  </a:solidFill>
                  <a:cs typeface="Arial" charset="0"/>
                </a:rPr>
                <a:t>'</a:t>
              </a:r>
              <a:r>
                <a:rPr lang="en-US" i="1" dirty="0">
                  <a:solidFill>
                    <a:srgbClr val="000099"/>
                  </a:solidFill>
                </a:rPr>
                <a:t>:</a:t>
              </a:r>
              <a:r>
                <a:rPr lang="en-US" sz="2400" i="1" dirty="0"/>
                <a:t> </a:t>
              </a:r>
              <a:r>
                <a:rPr lang="en-US" sz="2400" dirty="0"/>
                <a:t>set of nodes whose least-cost-path </a:t>
              </a:r>
              <a:r>
                <a:rPr lang="en-US" sz="2400" i="1" dirty="0"/>
                <a:t>definitively</a:t>
              </a:r>
              <a:r>
                <a:rPr lang="en-US" sz="2400" dirty="0"/>
                <a:t> known</a:t>
              </a:r>
            </a:p>
            <a:p>
              <a:pPr>
                <a:lnSpc>
                  <a:spcPct val="75000"/>
                </a:lnSpc>
              </a:pPr>
              <a:endParaRPr lang="en-US" dirty="0">
                <a:latin typeface="Gill Sans MT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xmlns="" id="{575BF574-1695-D54B-8932-9F284CCA9BE5}"/>
                </a:ext>
              </a:extLst>
            </p:cNvPr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C2AE01A3-6135-9744-BC6A-3A4D19D0FA06}"/>
                </a:ext>
              </a:extLst>
            </p:cNvPr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C00000"/>
                  </a:solidFill>
                </a:rPr>
                <a:t>notation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9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7D1BF78F-2764-A548-ABF1-4B1E42A705DA}"/>
              </a:ext>
            </a:extLst>
          </p:cNvPr>
          <p:cNvGrpSpPr/>
          <p:nvPr/>
        </p:nvGrpSpPr>
        <p:grpSpPr>
          <a:xfrm>
            <a:off x="86283" y="3643090"/>
            <a:ext cx="1669144" cy="2786743"/>
            <a:chOff x="391885" y="3599543"/>
            <a:chExt cx="1669144" cy="278674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xmlns="" id="{2D7BEC2C-0D8F-4B40-94FB-EBBC0F3C072B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D65DE2F2-C2A0-5A4A-BDC1-ACDB6130E0FD}"/>
                </a:ext>
              </a:extLst>
            </p:cNvPr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xmlns="" id="{599703E9-6EB8-4942-9B41-791473B66075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xmlns="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45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xmlns="" id="{E360F75D-37CB-A045-9AC4-50629DAD8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124" y="1225689"/>
            <a:ext cx="9799235" cy="241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latin typeface="+mn-lt"/>
              </a:rPr>
              <a:t>1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Initialization:</a:t>
            </a:r>
            <a:r>
              <a:rPr lang="en-US" dirty="0">
                <a:solidFill>
                  <a:srgbClr val="0000A8"/>
                </a:solidFill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2   </a:t>
            </a:r>
            <a:r>
              <a:rPr lang="en-US" i="1" dirty="0">
                <a:latin typeface="+mn-lt"/>
              </a:rPr>
              <a:t> 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= {</a:t>
            </a:r>
            <a:r>
              <a:rPr lang="en-US" i="1" dirty="0">
                <a:latin typeface="+mn-lt"/>
              </a:rPr>
              <a:t>u</a:t>
            </a:r>
            <a:r>
              <a:rPr lang="en-US" dirty="0">
                <a:latin typeface="+mn-lt"/>
              </a:rPr>
              <a:t>}                            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/* compute </a:t>
            </a:r>
            <a:r>
              <a:rPr lang="en-US" sz="1600" dirty="0"/>
              <a:t>least cost path from u </a:t>
            </a:r>
            <a:r>
              <a:rPr lang="en-US" altLang="ja-JP" sz="1600" dirty="0"/>
              <a:t>to all other nodes */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3    for all nodes </a:t>
            </a:r>
            <a:r>
              <a:rPr lang="en-US" i="1" dirty="0">
                <a:latin typeface="+mn-lt"/>
              </a:rPr>
              <a:t>v</a:t>
            </a:r>
            <a:r>
              <a:rPr lang="en-US" dirty="0"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4      if </a:t>
            </a:r>
            <a:r>
              <a:rPr lang="en-US" i="1" dirty="0">
                <a:latin typeface="+mn-lt"/>
              </a:rPr>
              <a:t>v</a:t>
            </a:r>
            <a:r>
              <a:rPr lang="en-US" dirty="0">
                <a:latin typeface="+mn-lt"/>
              </a:rPr>
              <a:t> adjacent to </a:t>
            </a:r>
            <a:r>
              <a:rPr lang="en-US" i="1" dirty="0">
                <a:latin typeface="+mn-lt"/>
              </a:rPr>
              <a:t>u</a:t>
            </a:r>
            <a:r>
              <a:rPr lang="en-US" dirty="0">
                <a:latin typeface="+mn-lt"/>
              </a:rPr>
              <a:t>            </a:t>
            </a:r>
            <a:r>
              <a:rPr lang="en-US" sz="1800" dirty="0">
                <a:latin typeface="+mn-lt"/>
              </a:rPr>
              <a:t>/* </a:t>
            </a:r>
            <a:r>
              <a:rPr lang="en-US" sz="1800" i="1" dirty="0">
                <a:latin typeface="+mn-lt"/>
              </a:rPr>
              <a:t>u </a:t>
            </a:r>
            <a:r>
              <a:rPr lang="en-US" sz="1800" dirty="0">
                <a:latin typeface="+mn-lt"/>
              </a:rPr>
              <a:t>initially</a:t>
            </a:r>
            <a:r>
              <a:rPr lang="en-US" sz="1800" i="1" dirty="0">
                <a:latin typeface="+mn-lt"/>
              </a:rPr>
              <a:t> </a:t>
            </a:r>
            <a:r>
              <a:rPr lang="en-US" sz="1800" dirty="0">
                <a:latin typeface="+mn-lt"/>
              </a:rPr>
              <a:t>knows direct-path-cost only to  direct neighbors    */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5          then </a:t>
            </a:r>
            <a:r>
              <a:rPr lang="en-US" i="1" dirty="0">
                <a:latin typeface="+mn-lt"/>
              </a:rPr>
              <a:t>D(v) = c</a:t>
            </a:r>
            <a:r>
              <a:rPr lang="en-US" i="1" baseline="-25000" dirty="0">
                <a:latin typeface="+mn-lt"/>
              </a:rPr>
              <a:t>u,v      </a:t>
            </a:r>
            <a:r>
              <a:rPr lang="en-US" sz="1800" baseline="-25000" dirty="0">
                <a:latin typeface="+mn-lt"/>
              </a:rPr>
              <a:t>             </a:t>
            </a:r>
            <a:r>
              <a:rPr lang="en-US" sz="1800" dirty="0">
                <a:latin typeface="+mn-lt"/>
              </a:rPr>
              <a:t>/* but may not be </a:t>
            </a:r>
            <a:r>
              <a:rPr lang="en-US" sz="1800" i="1" dirty="0">
                <a:latin typeface="+mn-lt"/>
              </a:rPr>
              <a:t>minimum</a:t>
            </a:r>
            <a:r>
              <a:rPr lang="en-US" sz="1800" dirty="0">
                <a:latin typeface="+mn-lt"/>
              </a:rPr>
              <a:t> cost!                                                    */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6      else </a:t>
            </a:r>
            <a:r>
              <a:rPr lang="en-US" i="1" dirty="0">
                <a:latin typeface="+mn-lt"/>
              </a:rPr>
              <a:t>D(v) </a:t>
            </a:r>
            <a:r>
              <a:rPr lang="en-US" dirty="0">
                <a:latin typeface="+mn-lt"/>
              </a:rPr>
              <a:t>= </a:t>
            </a:r>
            <a:r>
              <a:rPr lang="en-US" dirty="0">
                <a:latin typeface="+mn-lt"/>
                <a:cs typeface="Arial" charset="0"/>
              </a:rPr>
              <a:t>∞</a:t>
            </a:r>
            <a:r>
              <a:rPr lang="en-US" dirty="0"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7 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xmlns="" id="{E6A5B365-6E84-8F48-A98B-CE54B3717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728" y="3194942"/>
            <a:ext cx="307507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n-lt"/>
            </a:endParaRPr>
          </a:p>
          <a:p>
            <a:r>
              <a:rPr lang="en-US" dirty="0">
                <a:solidFill>
                  <a:srgbClr val="0000A8"/>
                </a:solidFill>
                <a:latin typeface="+mn-lt"/>
              </a:rPr>
              <a:t>8 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Loop </a:t>
            </a:r>
            <a:endParaRPr lang="en-US" dirty="0">
              <a:solidFill>
                <a:srgbClr val="0000A8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9     </a:t>
            </a:r>
          </a:p>
          <a:p>
            <a:r>
              <a:rPr lang="en-US" dirty="0">
                <a:latin typeface="+mn-lt"/>
              </a:rPr>
              <a:t>10    </a:t>
            </a:r>
          </a:p>
          <a:p>
            <a:r>
              <a:rPr lang="en-US" dirty="0">
                <a:latin typeface="+mn-lt"/>
              </a:rPr>
              <a:t>11</a:t>
            </a:r>
          </a:p>
          <a:p>
            <a:r>
              <a:rPr lang="en-US" dirty="0">
                <a:latin typeface="+mn-lt"/>
              </a:rPr>
              <a:t>12</a:t>
            </a:r>
            <a:endParaRPr lang="en-US" b="1" dirty="0">
              <a:solidFill>
                <a:srgbClr val="CC0000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13</a:t>
            </a:r>
          </a:p>
          <a:p>
            <a:r>
              <a:rPr lang="en-US" dirty="0">
                <a:latin typeface="+mn-lt"/>
              </a:rPr>
              <a:t>14</a:t>
            </a:r>
          </a:p>
          <a:p>
            <a:r>
              <a:rPr lang="en-US" b="1" dirty="0">
                <a:solidFill>
                  <a:srgbClr val="0000A8"/>
                </a:solidFill>
                <a:latin typeface="+mn-lt"/>
              </a:rPr>
              <a:t>15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until all nodes in N</a:t>
            </a:r>
            <a:r>
              <a:rPr lang="en-US" i="1" dirty="0">
                <a:solidFill>
                  <a:srgbClr val="0000A8"/>
                </a:solidFill>
                <a:latin typeface="+mn-lt"/>
                <a:cs typeface="Arial" charset="0"/>
              </a:rPr>
              <a:t>'</a:t>
            </a:r>
            <a:r>
              <a:rPr lang="en-US" dirty="0">
                <a:solidFill>
                  <a:srgbClr val="0000A8"/>
                </a:solidFill>
                <a:latin typeface="+mn-lt"/>
              </a:rPr>
              <a:t> 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xmlns="" id="{C3FDD5E0-11CC-FC44-8118-718358E5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4724" y="3546934"/>
            <a:ext cx="7463582" cy="265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find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not in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such that </a:t>
            </a:r>
            <a:r>
              <a:rPr lang="en-US" i="1" dirty="0">
                <a:latin typeface="+mn-lt"/>
              </a:rPr>
              <a:t>D(w) </a:t>
            </a:r>
            <a:r>
              <a:rPr lang="en-US" dirty="0">
                <a:latin typeface="+mn-lt"/>
              </a:rPr>
              <a:t>is a minimum </a:t>
            </a:r>
          </a:p>
          <a:p>
            <a:r>
              <a:rPr lang="en-US" dirty="0">
                <a:latin typeface="+mn-lt"/>
              </a:rPr>
              <a:t>add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to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</a:p>
          <a:p>
            <a:r>
              <a:rPr lang="en-US" dirty="0">
                <a:latin typeface="+mn-lt"/>
              </a:rPr>
              <a:t>update </a:t>
            </a:r>
            <a:r>
              <a:rPr lang="en-US" i="1" dirty="0">
                <a:latin typeface="+mn-lt"/>
              </a:rPr>
              <a:t>D(v) </a:t>
            </a:r>
            <a:r>
              <a:rPr lang="en-US" dirty="0">
                <a:latin typeface="+mn-lt"/>
              </a:rPr>
              <a:t>for all</a:t>
            </a:r>
            <a:r>
              <a:rPr lang="en-US" i="1" dirty="0">
                <a:latin typeface="+mn-lt"/>
              </a:rPr>
              <a:t> v </a:t>
            </a:r>
            <a:r>
              <a:rPr lang="en-US" dirty="0">
                <a:latin typeface="+mn-lt"/>
              </a:rPr>
              <a:t>adjacent to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and not in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: </a:t>
            </a:r>
          </a:p>
          <a:p>
            <a:r>
              <a:rPr lang="en-US" b="1" i="1" dirty="0">
                <a:solidFill>
                  <a:srgbClr val="CC0000"/>
                </a:solidFill>
                <a:latin typeface="+mn-lt"/>
              </a:rPr>
              <a:t>     D(v) =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min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( 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D(v),  D(w) + c</a:t>
            </a:r>
            <a:r>
              <a:rPr lang="en-US" b="1" i="1" baseline="-25000" dirty="0">
                <a:solidFill>
                  <a:srgbClr val="CC0000"/>
                </a:solidFill>
                <a:latin typeface="+mn-lt"/>
              </a:rPr>
              <a:t>w,v 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)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n-lt"/>
              </a:rPr>
              <a:t>/* new least-path-cost to </a:t>
            </a:r>
            <a:r>
              <a:rPr lang="en-US" sz="2000" i="1" dirty="0">
                <a:latin typeface="+mn-lt"/>
              </a:rPr>
              <a:t>v </a:t>
            </a:r>
            <a:r>
              <a:rPr lang="en-US" sz="2000" dirty="0">
                <a:latin typeface="+mn-lt"/>
              </a:rPr>
              <a:t>is either old least-cost-path to</a:t>
            </a:r>
            <a:r>
              <a:rPr lang="en-US" sz="2000" i="1" dirty="0">
                <a:latin typeface="+mn-lt"/>
              </a:rPr>
              <a:t> v </a:t>
            </a:r>
            <a:r>
              <a:rPr lang="en-US" sz="2000" dirty="0">
                <a:latin typeface="+mn-lt"/>
              </a:rPr>
              <a:t>or known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n-lt"/>
              </a:rPr>
              <a:t>least-cost-path to </a:t>
            </a:r>
            <a:r>
              <a:rPr lang="en-US" sz="2000" i="1" dirty="0">
                <a:latin typeface="+mn-lt"/>
              </a:rPr>
              <a:t>w</a:t>
            </a:r>
            <a:r>
              <a:rPr lang="en-US" sz="2000" dirty="0">
                <a:latin typeface="+mn-lt"/>
              </a:rPr>
              <a:t> plus direct-cost from </a:t>
            </a:r>
            <a:r>
              <a:rPr lang="en-US" sz="2000" i="1" dirty="0">
                <a:latin typeface="+mn-lt"/>
              </a:rPr>
              <a:t>w</a:t>
            </a:r>
            <a:r>
              <a:rPr lang="en-US" sz="2000" dirty="0">
                <a:latin typeface="+mn-lt"/>
              </a:rPr>
              <a:t> to </a:t>
            </a:r>
            <a:r>
              <a:rPr lang="en-US" sz="2000" i="1" dirty="0">
                <a:latin typeface="+mn-lt"/>
              </a:rPr>
              <a:t>v</a:t>
            </a:r>
            <a:r>
              <a:rPr lang="en-US" sz="2000" dirty="0">
                <a:latin typeface="+mn-lt"/>
              </a:rPr>
              <a:t> */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87E67AF1-7D2F-A84A-A994-30B5519FB522}"/>
              </a:ext>
            </a:extLst>
          </p:cNvPr>
          <p:cNvGrpSpPr/>
          <p:nvPr/>
        </p:nvGrpSpPr>
        <p:grpSpPr>
          <a:xfrm>
            <a:off x="9020908" y="2945414"/>
            <a:ext cx="3087344" cy="3706946"/>
            <a:chOff x="7315200" y="1524000"/>
            <a:chExt cx="4441371" cy="4882184"/>
          </a:xfrm>
        </p:grpSpPr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xmlns="" id="{D11D1E9D-A4E0-2D4D-8EB8-EB3C738C05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sz="1600" i="1" dirty="0">
                  <a:solidFill>
                    <a:srgbClr val="000099"/>
                  </a:solidFill>
                </a:rPr>
                <a:t>c</a:t>
              </a:r>
              <a:r>
                <a:rPr lang="en-US" sz="1600" i="1" baseline="-25000" dirty="0">
                  <a:solidFill>
                    <a:srgbClr val="000099"/>
                  </a:solidFill>
                </a:rPr>
                <a:t>x,y</a:t>
              </a:r>
              <a:r>
                <a:rPr lang="en-US" sz="1600" i="1" dirty="0">
                  <a:solidFill>
                    <a:srgbClr val="000099"/>
                  </a:solidFill>
                </a:rPr>
                <a:t>:</a:t>
              </a:r>
              <a:r>
                <a:rPr lang="en-US" sz="1600" i="1" dirty="0"/>
                <a:t> </a:t>
              </a:r>
              <a:r>
                <a:rPr lang="en-US" sz="1600" u="sng" dirty="0"/>
                <a:t>direct</a:t>
              </a:r>
              <a:r>
                <a:rPr lang="en-US" sz="1600" dirty="0"/>
                <a:t> link cost from node </a:t>
              </a:r>
              <a:r>
                <a:rPr lang="en-US" sz="1600" i="1" dirty="0"/>
                <a:t>x</a:t>
              </a:r>
              <a:r>
                <a:rPr lang="en-US" sz="1600" dirty="0"/>
                <a:t> to </a:t>
              </a:r>
              <a:r>
                <a:rPr lang="en-US" sz="1600" i="1" dirty="0"/>
                <a:t>y</a:t>
              </a:r>
              <a:r>
                <a:rPr lang="en-US" sz="1600" dirty="0"/>
                <a:t>;  = ∞ if not direct neighbors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sz="1600" i="1" dirty="0">
                  <a:solidFill>
                    <a:srgbClr val="000099"/>
                  </a:solidFill>
                </a:rPr>
                <a:t>D(v):</a:t>
              </a:r>
              <a:r>
                <a:rPr lang="en-US" sz="1600" i="1" dirty="0"/>
                <a:t> current</a:t>
              </a:r>
              <a:r>
                <a:rPr lang="en-US" sz="1600" dirty="0"/>
                <a:t> estimate of cost of least-cost-path from source to destination </a:t>
              </a:r>
              <a:r>
                <a:rPr lang="en-US" sz="1600" i="1" dirty="0"/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sz="1600" i="1" dirty="0">
                  <a:solidFill>
                    <a:srgbClr val="000099"/>
                  </a:solidFill>
                </a:rPr>
                <a:t>p(v):</a:t>
              </a:r>
              <a:r>
                <a:rPr lang="en-US" sz="1600" i="1" dirty="0"/>
                <a:t> </a:t>
              </a:r>
              <a:r>
                <a:rPr lang="en-US" sz="1600" dirty="0"/>
                <a:t>predecessor node along path from source to </a:t>
              </a:r>
              <a:r>
                <a:rPr lang="en-US" sz="1600" i="1" dirty="0"/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sz="1600" i="1" dirty="0">
                  <a:solidFill>
                    <a:srgbClr val="000099"/>
                  </a:solidFill>
                </a:rPr>
                <a:t>N</a:t>
              </a:r>
              <a:r>
                <a:rPr lang="en-US" sz="1600" i="1" dirty="0">
                  <a:solidFill>
                    <a:srgbClr val="000099"/>
                  </a:solidFill>
                  <a:cs typeface="Arial" charset="0"/>
                </a:rPr>
                <a:t>'</a:t>
              </a:r>
              <a:r>
                <a:rPr lang="en-US" sz="1600" i="1" dirty="0">
                  <a:solidFill>
                    <a:srgbClr val="000099"/>
                  </a:solidFill>
                </a:rPr>
                <a:t>:</a:t>
              </a:r>
              <a:r>
                <a:rPr lang="en-US" sz="1600" i="1" dirty="0"/>
                <a:t> </a:t>
              </a:r>
              <a:r>
                <a:rPr lang="en-US" sz="1600" dirty="0"/>
                <a:t>set of nodes whose least-cost-path </a:t>
              </a:r>
              <a:r>
                <a:rPr lang="en-US" sz="1600" i="1" dirty="0"/>
                <a:t>definitively</a:t>
              </a:r>
              <a:r>
                <a:rPr lang="en-US" sz="1600" dirty="0"/>
                <a:t> known</a:t>
              </a:r>
            </a:p>
            <a:p>
              <a:pPr>
                <a:lnSpc>
                  <a:spcPct val="75000"/>
                </a:lnSpc>
              </a:pPr>
              <a:endParaRPr lang="en-US" sz="1600" dirty="0">
                <a:latin typeface="Gill Sans MT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575BF574-1695-D54B-8932-9F284CCA9BE5}"/>
                </a:ext>
              </a:extLst>
            </p:cNvPr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C2AE01A3-6135-9744-BC6A-3A4D19D0FA06}"/>
                </a:ext>
              </a:extLst>
            </p:cNvPr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C00000"/>
                  </a:solidFill>
                </a:rPr>
                <a:t>notation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821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xmlns="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xmlns="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xmlns="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xmlns="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xmlns="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xmlns="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xmlns="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xmlns="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xmlns="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xmlns="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xmlns="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xmlns="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xmlns="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xmlns="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xmlns="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xmlns="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xmlns="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xmlns="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xmlns="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xmlns="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xmlns="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xmlns="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xmlns="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xmlns="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xmlns="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xmlns="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xmlns="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xmlns="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xmlns="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xmlns="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xmlns="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xmlns="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xmlns="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xmlns="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xmlns="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xmlns="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xmlns="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xmlns="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xmlns="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xmlns="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xmlns="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xmlns="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xmlns="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xmlns="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xmlns="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xmlns="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xmlns="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xmlns="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xmlns="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xmlns="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xmlns="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xmlns="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xmlns="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xmlns="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xmlns="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xmlns="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xmlns="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xmlns="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xmlns="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xmlns="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xmlns="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xmlns="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xmlns="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xmlns="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xmlns="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xmlns="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xmlns="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xmlns="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xmlns="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xmlns="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xmlns="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xmlns="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xmlns="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xmlns="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xmlns="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xmlns="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xmlns="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5" name="Text Box 6">
            <a:extLst>
              <a:ext uri="{FF2B5EF4-FFF2-40B4-BE49-F238E27FC236}">
                <a16:creationId xmlns:a16="http://schemas.microsoft.com/office/drawing/2014/main" xmlns="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xmlns="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xmlns="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xmlns="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xmlns="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xmlns="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xmlns="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xmlns="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xmlns="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xmlns="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xmlns="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xmlns="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587C637-11FC-0A49-8C82-7AF7D38C6CD6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xmlns="" id="{4C80ECA4-7464-CB40-8CC6-A7EDC7E7964C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xmlns="" id="{1052726D-C214-914F-AE65-3CE2B48F9FD7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xmlns="" id="{5B04DCE1-2FE2-A84B-8E64-4C946D2739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xmlns="" id="{9A4E2888-3BE6-BB46-8B3E-D324D269A9FF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xmlns="" id="{AE2B11F0-0B2B-E548-A572-A488F5822281}"/>
              </a:ext>
            </a:extLst>
          </p:cNvPr>
          <p:cNvSpPr/>
          <p:nvPr/>
        </p:nvSpPr>
        <p:spPr>
          <a:xfrm>
            <a:off x="4413452" y="4056991"/>
            <a:ext cx="6165083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Initialization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(step 0):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For all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if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adjacent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D(a) = c</a:t>
            </a:r>
            <a:r>
              <a:rPr kumimoji="0" 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u,a 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8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xmlns="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xmlns="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xmlns="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xmlns="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xmlns="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xmlns="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xmlns="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xmlns="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</a:t>
            </a:r>
            <a:r>
              <a:rPr lang="en-US" sz="2000" kern="0" dirty="0">
                <a:solidFill>
                  <a:srgbClr val="000000"/>
                </a:solidFill>
              </a:rPr>
              <a:t>w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xmlns="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xmlns="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xmlns="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xmlns="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xmlns="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xmlns="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xmlns="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xmlns="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xmlns="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xmlns="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xmlns="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xmlns="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0D60C12B-CA9D-6543-A68D-C936C6CE5E54}"/>
              </a:ext>
            </a:extLst>
          </p:cNvPr>
          <p:cNvGrpSpPr/>
          <p:nvPr/>
        </p:nvGrpSpPr>
        <p:grpSpPr>
          <a:xfrm>
            <a:off x="3119488" y="1277257"/>
            <a:ext cx="4176312" cy="1355408"/>
            <a:chOff x="3119488" y="1277257"/>
            <a:chExt cx="4176312" cy="1355408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xmlns="" id="{0BB51FE9-3B2A-5947-8D58-8E568A2FD108}"/>
                </a:ext>
              </a:extLst>
            </p:cNvPr>
            <p:cNvSpPr/>
            <p:nvPr/>
          </p:nvSpPr>
          <p:spPr>
            <a:xfrm>
              <a:off x="6845203" y="1277257"/>
              <a:ext cx="450597" cy="40266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xmlns="" id="{0BAB8D84-2299-D54C-8DF2-B7D547E53934}"/>
                </a:ext>
              </a:extLst>
            </p:cNvPr>
            <p:cNvCxnSpPr>
              <a:cxnSpLocks/>
              <a:stCxn id="169" idx="2"/>
              <a:endCxn id="171" idx="6"/>
            </p:cNvCxnSpPr>
            <p:nvPr/>
          </p:nvCxnSpPr>
          <p:spPr>
            <a:xfrm flipH="1">
              <a:off x="3421705" y="1478590"/>
              <a:ext cx="3423498" cy="1006309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xmlns="" id="{336CD7A6-BFF0-864F-A9C0-5C593F3F14CE}"/>
                </a:ext>
              </a:extLst>
            </p:cNvPr>
            <p:cNvSpPr/>
            <p:nvPr/>
          </p:nvSpPr>
          <p:spPr>
            <a:xfrm>
              <a:off x="3119488" y="2337133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7" name="Oval 114">
            <a:extLst>
              <a:ext uri="{FF2B5EF4-FFF2-40B4-BE49-F238E27FC236}">
                <a16:creationId xmlns:a16="http://schemas.microsoft.com/office/drawing/2014/main" xmlns="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xmlns="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xmlns="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xmlns="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xmlns="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xmlns="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xmlns="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xmlns="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xmlns="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xmlns="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xmlns="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xmlns="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xmlns="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xmlns="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xmlns="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xmlns="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xmlns="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xmlns="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xmlns="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xmlns="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xmlns="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xmlns="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xmlns="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xmlns="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xmlns="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xmlns="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xmlns="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xmlns="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xmlns="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xmlns="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xmlns="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xmlns="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xmlns="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xmlns="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xmlns="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xmlns="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xmlns="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xmlns="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xmlns="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xmlns="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xmlns="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xmlns="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xmlns="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xmlns="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xmlns="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xmlns="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xmlns="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xmlns="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xmlns="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xmlns="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xmlns="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xmlns="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xmlns="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xmlns="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xmlns="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xmlns="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xmlns="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xmlns="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xmlns="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xmlns="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xmlns="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xmlns="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xmlns="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xmlns="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xmlns="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xmlns="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xmlns="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xmlns="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xmlns="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xmlns="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xmlns="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xmlns="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xmlns="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14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7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roup 200">
            <a:extLst>
              <a:ext uri="{FF2B5EF4-FFF2-40B4-BE49-F238E27FC236}">
                <a16:creationId xmlns:a16="http://schemas.microsoft.com/office/drawing/2014/main" xmlns="" id="{4FE3D221-D37B-6E43-BD5C-9D85D700EE88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xmlns="" id="{523ACA7E-7391-D44A-806F-75B7293D7DA7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xmlns="" id="{53749D51-CECB-9D44-B018-F266EF41FC5F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xmlns="" id="{449FB44A-FC51-6244-B19F-B77DE67800AB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xmlns="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xmlns="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xmlns="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xmlns="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xmlns="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xmlns="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xmlns="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xmlns="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xmlns="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xmlns="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xmlns="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xmlns="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xmlns="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xmlns="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xmlns="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xmlns="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xmlns="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xmlns="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xmlns="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xmlns="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xmlns="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xmlns="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xmlns="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xmlns="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xmlns="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xmlns="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xmlns="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xmlns="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xmlns="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xmlns="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xmlns="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xmlns="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xmlns="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xmlns="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xmlns="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xmlns="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xmlns="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xmlns="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xmlns="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xmlns="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xmlns="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xmlns="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xmlns="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xmlns="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xmlns="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xmlns="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xmlns="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xmlns="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xmlns="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xmlns="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xmlns="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xmlns="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xmlns="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xmlns="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xmlns="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xmlns="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xmlns="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xmlns="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xmlns="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xmlns="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xmlns="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xmlns="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xmlns="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xmlns="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xmlns="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xmlns="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xmlns="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xmlns="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xmlns="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xmlns="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xmlns="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xmlns="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xmlns="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xmlns="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xmlns="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xmlns="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xmlns="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xmlns="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xmlns="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xmlns="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xmlns="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xmlns="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xmlns="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xmlns="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xmlns="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xmlns="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xmlns="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xmlns="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xmlns="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xmlns="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xmlns="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xmlns="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xmlns="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 Box 3">
            <a:extLst>
              <a:ext uri="{FF2B5EF4-FFF2-40B4-BE49-F238E27FC236}">
                <a16:creationId xmlns:a16="http://schemas.microsoft.com/office/drawing/2014/main" xmlns="" id="{54D4CD9F-2B44-4E41-8C1C-698D78A39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xmlns="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xmlns="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xmlns="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xmlns="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xmlns="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B4FE5F7E-81B8-0042-A839-1B9EEAE596EE}"/>
              </a:ext>
            </a:extLst>
          </p:cNvPr>
          <p:cNvGrpSpPr/>
          <p:nvPr/>
        </p:nvGrpSpPr>
        <p:grpSpPr>
          <a:xfrm>
            <a:off x="6514034" y="5634994"/>
            <a:ext cx="5187639" cy="1034693"/>
            <a:chOff x="4625273" y="5620004"/>
            <a:chExt cx="5187639" cy="103469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xmlns="" id="{3EFA9DB6-36A1-8443-BC46-7E2E5C2CA3C9}"/>
                </a:ext>
              </a:extLst>
            </p:cNvPr>
            <p:cNvSpPr/>
            <p:nvPr/>
          </p:nvSpPr>
          <p:spPr>
            <a:xfrm>
              <a:off x="4661941" y="5696262"/>
              <a:ext cx="5066675" cy="9293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Text Box 3">
              <a:extLst>
                <a:ext uri="{FF2B5EF4-FFF2-40B4-BE49-F238E27FC236}">
                  <a16:creationId xmlns:a16="http://schemas.microsoft.com/office/drawing/2014/main" xmlns="" id="{350582EB-9CCF-9849-A56A-C61F6B12D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49471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D(v) = min ( D(v), D(x)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x,v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min(2, 1+2) = 2 </a:t>
              </a:r>
            </a:p>
          </p:txBody>
        </p:sp>
        <p:sp>
          <p:nvSpPr>
            <p:cNvPr id="165" name="Text Box 3">
              <a:extLst>
                <a:ext uri="{FF2B5EF4-FFF2-40B4-BE49-F238E27FC236}">
                  <a16:creationId xmlns:a16="http://schemas.microsoft.com/office/drawing/2014/main" xmlns="" id="{6D23D369-4A04-F94C-80EB-D2103B646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18763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D(w) = min ( D(w), D(x)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x,w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(5, 1+3) = 4 </a:t>
              </a:r>
            </a:p>
          </p:txBody>
        </p:sp>
        <p:sp>
          <p:nvSpPr>
            <p:cNvPr id="166" name="Text Box 3">
              <a:extLst>
                <a:ext uri="{FF2B5EF4-FFF2-40B4-BE49-F238E27FC236}">
                  <a16:creationId xmlns:a16="http://schemas.microsoft.com/office/drawing/2014/main" xmlns="" id="{9A053085-7294-F842-BE4A-5164EBA43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721" y="6254587"/>
              <a:ext cx="507773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D(y) = min ( D(y), D(x)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x,y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min(inf,1+1) = 2 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591D4041-E2D0-984B-A342-59B7AC5550DB}"/>
              </a:ext>
            </a:extLst>
          </p:cNvPr>
          <p:cNvGrpSpPr/>
          <p:nvPr/>
        </p:nvGrpSpPr>
        <p:grpSpPr>
          <a:xfrm>
            <a:off x="11325192" y="5891134"/>
            <a:ext cx="706683" cy="802632"/>
            <a:chOff x="11325192" y="5891134"/>
            <a:chExt cx="706683" cy="802632"/>
          </a:xfrm>
        </p:grpSpPr>
        <p:pic>
          <p:nvPicPr>
            <p:cNvPr id="8" name="Picture 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xmlns="" id="{A37D52F4-FDE5-2845-8949-5A1C24B98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</p:spPr>
        </p:pic>
        <p:pic>
          <p:nvPicPr>
            <p:cNvPr id="168" name="Picture 16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xmlns="" id="{CE04A19A-A505-8C4A-BBEB-B8773FACE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144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xmlns="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xmlns="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xmlns="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xmlns="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xmlns="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xmlns="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xmlns="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xmlns="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</a:t>
            </a:r>
            <a:r>
              <a:rPr lang="en-US" sz="2000" kern="0" dirty="0">
                <a:solidFill>
                  <a:srgbClr val="000000"/>
                </a:solidFill>
              </a:rPr>
              <a:t>w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xmlns="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xmlns="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xmlns="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xmlns="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xmlns="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xmlns="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xmlns="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xmlns="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xmlns="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xmlns="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xmlns="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xmlns="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xmlns="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xmlns="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xmlns="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xmlns="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xmlns="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xmlns="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xmlns="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xmlns="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xmlns="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xmlns="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xmlns="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xmlns="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xmlns="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xmlns="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xmlns="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xmlns="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xmlns="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xmlns="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xmlns="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xmlns="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xmlns="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xmlns="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xmlns="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xmlns="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xmlns="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xmlns="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xmlns="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xmlns="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xmlns="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xmlns="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xmlns="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xmlns="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xmlns="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xmlns="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xmlns="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xmlns="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xmlns="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xmlns="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xmlns="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xmlns="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xmlns="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xmlns="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xmlns="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xmlns="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xmlns="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xmlns="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xmlns="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xmlns="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xmlns="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xmlns="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xmlns="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xmlns="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xmlns="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xmlns="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xmlns="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xmlns="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xmlns="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xmlns="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xmlns="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xmlns="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xmlns="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xmlns="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xmlns="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xmlns="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xmlns="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xmlns="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xmlns="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xmlns="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xmlns="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xmlns="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xmlns="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xmlns="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xmlns="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xmlns="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 Box 9">
            <a:extLst>
              <a:ext uri="{FF2B5EF4-FFF2-40B4-BE49-F238E27FC236}">
                <a16:creationId xmlns:a16="http://schemas.microsoft.com/office/drawing/2014/main" xmlns="" id="{65B395D1-ACAF-AB4A-A53B-728973E1F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4285" y="2301914"/>
            <a:ext cx="3786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charset="0"/>
                <a:ea typeface="ＭＳ Ｐゴシック" charset="0"/>
              </a:rPr>
              <a:t>∞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1" name="Text Box 8">
            <a:extLst>
              <a:ext uri="{FF2B5EF4-FFF2-40B4-BE49-F238E27FC236}">
                <a16:creationId xmlns:a16="http://schemas.microsoft.com/office/drawing/2014/main" xmlns="" id="{C4F3D1DE-8C63-AD4B-B1C0-FE339DA1F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6722" y="2260378"/>
            <a:ext cx="5261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2,x</a:t>
            </a:r>
          </a:p>
        </p:txBody>
      </p:sp>
      <p:sp>
        <p:nvSpPr>
          <p:cNvPr id="117" name="Text Box 6">
            <a:extLst>
              <a:ext uri="{FF2B5EF4-FFF2-40B4-BE49-F238E27FC236}">
                <a16:creationId xmlns:a16="http://schemas.microsoft.com/office/drawing/2014/main" xmlns="" id="{C9401439-4F9A-5245-B5D8-98F93D2D3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6247" y="2271953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</p:txBody>
      </p:sp>
      <p:sp>
        <p:nvSpPr>
          <p:cNvPr id="118" name="Text Box 5">
            <a:extLst>
              <a:ext uri="{FF2B5EF4-FFF2-40B4-BE49-F238E27FC236}">
                <a16:creationId xmlns:a16="http://schemas.microsoft.com/office/drawing/2014/main" xmlns="" id="{05199638-1656-3440-8601-484D6E8D2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3633" y="2255616"/>
            <a:ext cx="540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2,u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xmlns="" id="{852DFC02-823F-0242-A6A7-87C32B9FF392}"/>
              </a:ext>
            </a:extLst>
          </p:cNvPr>
          <p:cNvGrpSpPr/>
          <p:nvPr/>
        </p:nvGrpSpPr>
        <p:grpSpPr>
          <a:xfrm>
            <a:off x="3117557" y="1351723"/>
            <a:ext cx="5481203" cy="1572238"/>
            <a:chOff x="-1091379" y="187714"/>
            <a:chExt cx="5481203" cy="1572238"/>
          </a:xfrm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xmlns="" id="{CEFA519F-FE06-0A48-8A17-DA293779C4C4}"/>
                </a:ext>
              </a:extLst>
            </p:cNvPr>
            <p:cNvSpPr/>
            <p:nvPr/>
          </p:nvSpPr>
          <p:spPr>
            <a:xfrm>
              <a:off x="4024279" y="187714"/>
              <a:ext cx="365545" cy="33667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xmlns="" id="{C8090F2C-8033-B647-B950-11726A728ED6}"/>
                </a:ext>
              </a:extLst>
            </p:cNvPr>
            <p:cNvCxnSpPr>
              <a:cxnSpLocks/>
              <a:stCxn id="206" idx="2"/>
              <a:endCxn id="208" idx="6"/>
            </p:cNvCxnSpPr>
            <p:nvPr/>
          </p:nvCxnSpPr>
          <p:spPr>
            <a:xfrm flipH="1">
              <a:off x="-789162" y="356054"/>
              <a:ext cx="4813441" cy="1256132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xmlns="" id="{C5FE25E1-AB82-7F4C-9E98-117B763167D9}"/>
                </a:ext>
              </a:extLst>
            </p:cNvPr>
            <p:cNvSpPr/>
            <p:nvPr/>
          </p:nvSpPr>
          <p:spPr>
            <a:xfrm>
              <a:off x="-1091379" y="1464420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xmlns="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xmlns="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xmlns="" id="{8DC1F592-D3EA-B141-B522-4F04B922D235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43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20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xmlns="" id="{AB4A4D5E-EA3A-C342-BD4B-5D42FD84497D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xmlns="" id="{09C4666A-0739-D747-9911-F956173AF6C0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xmlns="" id="{3E2FD13B-449B-A542-8297-BC85BC14FEA0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xmlns="" id="{001580FF-6C15-794F-AB65-D39811DB8230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xmlns="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xmlns="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xmlns="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xmlns="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xmlns="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xmlns="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xmlns="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xmlns="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xmlns="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xmlns="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xmlns="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xmlns="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xmlns="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xmlns="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xmlns="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xmlns="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xmlns="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xmlns="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xmlns="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xmlns="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xmlns="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xmlns="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xmlns="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xmlns="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xmlns="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xmlns="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xmlns="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xmlns="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xmlns="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xmlns="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xmlns="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xmlns="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xmlns="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xmlns="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xmlns="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xmlns="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xmlns="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xmlns="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xmlns="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xmlns="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xmlns="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xmlns="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xmlns="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xmlns="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xmlns="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xmlns="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xmlns="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xmlns="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xmlns="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xmlns="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xmlns="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xmlns="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xmlns="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xmlns="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xmlns="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xmlns="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xmlns="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xmlns="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xmlns="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xmlns="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xmlns="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xmlns="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xmlns="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xmlns="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xmlns="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xmlns="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xmlns="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xmlns="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xmlns="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xmlns="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xmlns="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xmlns="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xmlns="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xmlns="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xmlns="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xmlns="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xmlns="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xmlns="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xmlns="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xmlns="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xmlns="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xmlns="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xmlns="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xmlns="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xmlns="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xmlns="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xmlns="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xmlns="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xmlns="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xmlns="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xmlns="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xmlns="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xmlns="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xmlns="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xmlns="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xmlns="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xmlns="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xmlns="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xmlns="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xmlns="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sp>
        <p:nvSpPr>
          <p:cNvPr id="119" name="Text Box 3">
            <a:extLst>
              <a:ext uri="{FF2B5EF4-FFF2-40B4-BE49-F238E27FC236}">
                <a16:creationId xmlns:a16="http://schemas.microsoft.com/office/drawing/2014/main" xmlns="" id="{8F59C2A4-0007-4F40-B4AB-15442E39B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xmlns="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xmlns="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xmlns="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xmlns="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xmlns="" id="{D398422E-1EB1-DC4A-944E-B1DAB402E4DD}"/>
              </a:ext>
            </a:extLst>
          </p:cNvPr>
          <p:cNvGrpSpPr/>
          <p:nvPr/>
        </p:nvGrpSpPr>
        <p:grpSpPr>
          <a:xfrm>
            <a:off x="6497409" y="5402237"/>
            <a:ext cx="5187639" cy="1034693"/>
            <a:chOff x="4625273" y="5620004"/>
            <a:chExt cx="5187639" cy="1034693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xmlns="" id="{D601628C-73DE-794F-B777-3EE0738C013A}"/>
                </a:ext>
              </a:extLst>
            </p:cNvPr>
            <p:cNvSpPr/>
            <p:nvPr/>
          </p:nvSpPr>
          <p:spPr>
            <a:xfrm>
              <a:off x="4661941" y="5934396"/>
              <a:ext cx="5066675" cy="6912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Text Box 3">
              <a:extLst>
                <a:ext uri="{FF2B5EF4-FFF2-40B4-BE49-F238E27FC236}">
                  <a16:creationId xmlns:a16="http://schemas.microsoft.com/office/drawing/2014/main" xmlns="" id="{1244B68D-FA8E-C74C-924A-A43B38E7E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214" name="Text Box 3">
              <a:extLst>
                <a:ext uri="{FF2B5EF4-FFF2-40B4-BE49-F238E27FC236}">
                  <a16:creationId xmlns:a16="http://schemas.microsoft.com/office/drawing/2014/main" xmlns="" id="{A1525B23-46ED-3A4C-BC35-A13418697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18763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D(w) = min ( D(w), D(y) + </a:t>
              </a:r>
              <a:r>
                <a:rPr kumimoji="0" lang="en-US" sz="20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c</a:t>
              </a:r>
              <a:r>
                <a:rPr lang="en-US" sz="2000" i="1" baseline="-25000" dirty="0">
                  <a:solidFill>
                    <a:prstClr val="black"/>
                  </a:solidFill>
                  <a:latin typeface="Calibri" panose="020F0502020204030204"/>
                </a:rPr>
                <a:t>y</a:t>
              </a:r>
              <a:r>
                <a:rPr kumimoji="0" lang="en-US" sz="200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,w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(4, 2+1) = 3 </a:t>
              </a:r>
            </a:p>
          </p:txBody>
        </p:sp>
        <p:sp>
          <p:nvSpPr>
            <p:cNvPr id="215" name="Text Box 3">
              <a:extLst>
                <a:ext uri="{FF2B5EF4-FFF2-40B4-BE49-F238E27FC236}">
                  <a16:creationId xmlns:a16="http://schemas.microsoft.com/office/drawing/2014/main" xmlns="" id="{BFB54203-76D7-E14F-8811-A49D9AAE5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721" y="6254587"/>
              <a:ext cx="504375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D(z) = min ( D(z), D(y)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y,z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min(inf,2+2) = 4  </a:t>
              </a:r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xmlns="" id="{9C32DC86-6E33-9543-9C89-8F3F1B0CEF86}"/>
              </a:ext>
            </a:extLst>
          </p:cNvPr>
          <p:cNvGrpSpPr/>
          <p:nvPr/>
        </p:nvGrpSpPr>
        <p:grpSpPr>
          <a:xfrm>
            <a:off x="11325192" y="5675005"/>
            <a:ext cx="706683" cy="802632"/>
            <a:chOff x="11325192" y="5891134"/>
            <a:chExt cx="706683" cy="802632"/>
          </a:xfrm>
        </p:grpSpPr>
        <p:pic>
          <p:nvPicPr>
            <p:cNvPr id="217" name="Picture 216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xmlns="" id="{925DA252-1100-254E-886E-E31054C9C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</p:spPr>
        </p:pic>
        <p:pic>
          <p:nvPicPr>
            <p:cNvPr id="218" name="Picture 21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xmlns="" id="{01C56154-A60F-024F-BBFB-A6C93EE3F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</p:spPr>
        </p:pic>
      </p:grp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xmlns="" id="{349870A5-9F71-CB43-8128-DFD8B0AA58C1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3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xmlns="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xmlns="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xmlns="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xmlns="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xmlns="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xmlns="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xmlns="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xmlns="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xmlns="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xmlns="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xmlns="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xmlns="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xmlns="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xmlns="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xmlns="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xmlns="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xmlns="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xmlns="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xmlns="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xmlns="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xmlns="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xmlns="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xmlns="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xmlns="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xmlns="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xmlns="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xmlns="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xmlns="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xmlns="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xmlns="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xmlns="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xmlns="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xmlns="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xmlns="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xmlns="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xmlns="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xmlns="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xmlns="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xmlns="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xmlns="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xmlns="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xmlns="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xmlns="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xmlns="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xmlns="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xmlns="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xmlns="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xmlns="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xmlns="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xmlns="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xmlns="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xmlns="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xmlns="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xmlns="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xmlns="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xmlns="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xmlns="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xmlns="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xmlns="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xmlns="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xmlns="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xmlns="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xmlns="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xmlns="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xmlns="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xmlns="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xmlns="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xmlns="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xmlns="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xmlns="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xmlns="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xmlns="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xmlns="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xmlns="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xmlns="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xmlns="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xmlns="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xmlns="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xmlns="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xmlns="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xmlns="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xmlns="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xmlns="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xmlns="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xmlns="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xmlns="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xmlns="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xmlns="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xmlns="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xmlns="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xmlns="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xmlns="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xmlns="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xmlns="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xmlns="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xmlns="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xmlns="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xmlns="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xmlns="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xmlns="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xmlns="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xmlns="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xmlns="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xmlns="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7430957-A0D6-EA4C-B6BF-820C3230276D}"/>
              </a:ext>
            </a:extLst>
          </p:cNvPr>
          <p:cNvGrpSpPr/>
          <p:nvPr/>
        </p:nvGrpSpPr>
        <p:grpSpPr>
          <a:xfrm>
            <a:off x="3109189" y="1355510"/>
            <a:ext cx="1542110" cy="1873826"/>
            <a:chOff x="3109189" y="1355510"/>
            <a:chExt cx="1542110" cy="1873826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xmlns="" id="{4015F7C7-310D-FD46-9C9C-A1683A72BDDD}"/>
                </a:ext>
              </a:extLst>
            </p:cNvPr>
            <p:cNvSpPr/>
            <p:nvPr/>
          </p:nvSpPr>
          <p:spPr>
            <a:xfrm>
              <a:off x="4336203" y="135551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xmlns="" id="{CB6EBC2E-EA66-0348-8BB3-7224B5E190A1}"/>
                </a:ext>
              </a:extLst>
            </p:cNvPr>
            <p:cNvCxnSpPr>
              <a:cxnSpLocks/>
              <a:stCxn id="207" idx="2"/>
              <a:endCxn id="219" idx="6"/>
            </p:cNvCxnSpPr>
            <p:nvPr/>
          </p:nvCxnSpPr>
          <p:spPr>
            <a:xfrm flipH="1">
              <a:off x="3411406" y="1503276"/>
              <a:ext cx="924797" cy="1578294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xmlns="" id="{79D32FBA-D726-A343-8DEE-BA9A2943F951}"/>
                </a:ext>
              </a:extLst>
            </p:cNvPr>
            <p:cNvSpPr/>
            <p:nvPr/>
          </p:nvSpPr>
          <p:spPr>
            <a:xfrm>
              <a:off x="3109189" y="2933804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xmlns="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xmlns="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xmlns="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xmlns="" id="{52E9057B-6B98-BE42-AE62-4832BA11F8FB}"/>
              </a:ext>
            </a:extLst>
          </p:cNvPr>
          <p:cNvCxnSpPr>
            <a:cxnSpLocks/>
          </p:cNvCxnSpPr>
          <p:nvPr/>
        </p:nvCxnSpPr>
        <p:spPr>
          <a:xfrm flipV="1">
            <a:off x="1137745" y="5040040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17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animBg="1"/>
      <p:bldP spid="2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4">
            <a:extLst>
              <a:ext uri="{FF2B5EF4-FFF2-40B4-BE49-F238E27FC236}">
                <a16:creationId xmlns:a16="http://schemas.microsoft.com/office/drawing/2014/main" xmlns="" id="{9BE35B4C-1AED-A841-AF80-60F24BC61CA4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xmlns="" id="{91E4B38D-7546-F94C-8A43-DBD52AA7A376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xmlns="" id="{739AB7A4-25A9-1A45-A7AC-64A8E69B1628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xmlns="" id="{C05BCE45-1F78-4A42-83C7-96D7950CC9CB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 Box 3">
            <a:extLst>
              <a:ext uri="{FF2B5EF4-FFF2-40B4-BE49-F238E27FC236}">
                <a16:creationId xmlns:a16="http://schemas.microsoft.com/office/drawing/2014/main" xmlns="" id="{CD703E57-0A32-2F40-B813-84CEA4FC5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xmlns="" id="{0F68506E-3C2C-FA41-9AFF-AC306C688A51}"/>
              </a:ext>
            </a:extLst>
          </p:cNvPr>
          <p:cNvGrpSpPr/>
          <p:nvPr/>
        </p:nvGrpSpPr>
        <p:grpSpPr>
          <a:xfrm>
            <a:off x="6497409" y="5402237"/>
            <a:ext cx="5183535" cy="749181"/>
            <a:chOff x="4625273" y="5620004"/>
            <a:chExt cx="5183535" cy="749181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xmlns="" id="{B78CF965-1E51-204E-87C1-40BC5F8B1953}"/>
                </a:ext>
              </a:extLst>
            </p:cNvPr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Text Box 3">
              <a:extLst>
                <a:ext uri="{FF2B5EF4-FFF2-40B4-BE49-F238E27FC236}">
                  <a16:creationId xmlns:a16="http://schemas.microsoft.com/office/drawing/2014/main" xmlns="" id="{A0BD265B-56BC-C648-9DAB-18969CF60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212" name="Text Box 3">
              <a:extLst>
                <a:ext uri="{FF2B5EF4-FFF2-40B4-BE49-F238E27FC236}">
                  <a16:creationId xmlns:a16="http://schemas.microsoft.com/office/drawing/2014/main" xmlns="" id="{E3E25232-20F1-B64B-98A3-BB2E6B5A6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1835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D(w) = min ( D(w), D(v)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v,w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(3, 2+3) = 3 </a:t>
              </a: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xmlns="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xmlns="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xmlns="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xmlns="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xmlns="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xmlns="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xmlns="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xmlns="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xmlns="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xmlns="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xmlns="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xmlns="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xmlns="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xmlns="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xmlns="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xmlns="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xmlns="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xmlns="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xmlns="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xmlns="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xmlns="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xmlns="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xmlns="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xmlns="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xmlns="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xmlns="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xmlns="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xmlns="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xmlns="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xmlns="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xmlns="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xmlns="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xmlns="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xmlns="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xmlns="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xmlns="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xmlns="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xmlns="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xmlns="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xmlns="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xmlns="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xmlns="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xmlns="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xmlns="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xmlns="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xmlns="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xmlns="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xmlns="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xmlns="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xmlns="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xmlns="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xmlns="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xmlns="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xmlns="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xmlns="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xmlns="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xmlns="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xmlns="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xmlns="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xmlns="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xmlns="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xmlns="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xmlns="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xmlns="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xmlns="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xmlns="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xmlns="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xmlns="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xmlns="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xmlns="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xmlns="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xmlns="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xmlns="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xmlns="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xmlns="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xmlns="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xmlns="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xmlns="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xmlns="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xmlns="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xmlns="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xmlns="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xmlns="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xmlns="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xmlns="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xmlns="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xmlns="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xmlns="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xmlns="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xmlns="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xmlns="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xmlns="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xmlns="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xmlns="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xmlns="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xmlns="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xmlns="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xmlns="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xmlns="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xmlns="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xmlns="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xmlns="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xmlns="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xmlns="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xmlns="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xmlns="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xmlns="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xmlns="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xmlns="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xmlns="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xmlns="" id="{CB03B215-D4F4-B240-9C4C-7FD543D4FF60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78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xmlns="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xmlns="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xmlns="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xmlns="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xmlns="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xmlns="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xmlns="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xmlns="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</a:t>
            </a:r>
            <a:r>
              <a:rPr lang="en-US" sz="2000" kern="0" dirty="0">
                <a:solidFill>
                  <a:srgbClr val="000000"/>
                </a:solidFill>
              </a:rPr>
              <a:t>w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xmlns="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xmlns="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xmlns="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xmlns="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xmlns="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xmlns="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xmlns="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xmlns="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xmlns="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xmlns="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xmlns="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xmlns="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xmlns="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xmlns="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xmlns="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xmlns="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xmlns="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xmlns="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xmlns="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xmlns="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xmlns="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xmlns="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xmlns="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xmlns="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xmlns="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xmlns="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xmlns="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xmlns="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xmlns="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xmlns="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xmlns="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xmlns="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xmlns="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xmlns="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xmlns="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xmlns="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xmlns="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xmlns="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xmlns="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xmlns="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xmlns="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xmlns="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xmlns="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xmlns="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xmlns="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xmlns="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xmlns="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xmlns="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xmlns="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xmlns="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xmlns="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xmlns="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xmlns="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xmlns="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xmlns="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xmlns="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xmlns="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xmlns="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xmlns="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xmlns="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xmlns="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xmlns="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xmlns="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xmlns="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xmlns="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xmlns="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xmlns="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xmlns="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xmlns="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xmlns="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xmlns="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xmlns="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xmlns="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xmlns="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xmlns="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xmlns="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xmlns="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xmlns="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xmlns="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xmlns="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xmlns="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xmlns="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xmlns="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xmlns="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xmlns="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xmlns="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xmlns="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xmlns="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xmlns="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xmlns="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xmlns="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xmlns="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xmlns="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xmlns="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xmlns="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xmlns="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xmlns="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xmlns="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xmlns="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xmlns="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xmlns="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xmlns="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xmlns="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Group 212">
            <a:extLst>
              <a:ext uri="{FF2B5EF4-FFF2-40B4-BE49-F238E27FC236}">
                <a16:creationId xmlns:a16="http://schemas.microsoft.com/office/drawing/2014/main" xmlns="" id="{601EBFD0-D4AD-9247-9D77-B94D622E1FAA}"/>
              </a:ext>
            </a:extLst>
          </p:cNvPr>
          <p:cNvGrpSpPr/>
          <p:nvPr/>
        </p:nvGrpSpPr>
        <p:grpSpPr>
          <a:xfrm>
            <a:off x="3082834" y="1345224"/>
            <a:ext cx="2890824" cy="2192195"/>
            <a:chOff x="1559224" y="-432243"/>
            <a:chExt cx="2890824" cy="2192195"/>
          </a:xfrm>
        </p:grpSpPr>
        <p:sp>
          <p:nvSpPr>
            <p:cNvPr id="216" name="Oval 215">
              <a:extLst>
                <a:ext uri="{FF2B5EF4-FFF2-40B4-BE49-F238E27FC236}">
                  <a16:creationId xmlns:a16="http://schemas.microsoft.com/office/drawing/2014/main" xmlns="" id="{746423EF-63DD-3343-9662-5B2931DA7273}"/>
                </a:ext>
              </a:extLst>
            </p:cNvPr>
            <p:cNvSpPr/>
            <p:nvPr/>
          </p:nvSpPr>
          <p:spPr>
            <a:xfrm>
              <a:off x="4134952" y="-432243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xmlns="" id="{85760C0E-983E-B441-806E-22BCF64E7382}"/>
                </a:ext>
              </a:extLst>
            </p:cNvPr>
            <p:cNvCxnSpPr>
              <a:cxnSpLocks/>
              <a:stCxn id="216" idx="2"/>
              <a:endCxn id="223" idx="6"/>
            </p:cNvCxnSpPr>
            <p:nvPr/>
          </p:nvCxnSpPr>
          <p:spPr>
            <a:xfrm flipH="1">
              <a:off x="1861441" y="-284477"/>
              <a:ext cx="2273511" cy="189666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xmlns="" id="{5D5E27BC-D759-D946-87D8-DD12082603F9}"/>
                </a:ext>
              </a:extLst>
            </p:cNvPr>
            <p:cNvSpPr/>
            <p:nvPr/>
          </p:nvSpPr>
          <p:spPr>
            <a:xfrm>
              <a:off x="1559224" y="1464420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4" name="Oval 114">
            <a:extLst>
              <a:ext uri="{FF2B5EF4-FFF2-40B4-BE49-F238E27FC236}">
                <a16:creationId xmlns:a16="http://schemas.microsoft.com/office/drawing/2014/main" xmlns="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xmlns="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xmlns="" id="{4983EAC5-E137-B845-8167-8FF621B46BC3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75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 animBg="1"/>
      <p:bldP spid="2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4">
            <a:extLst>
              <a:ext uri="{FF2B5EF4-FFF2-40B4-BE49-F238E27FC236}">
                <a16:creationId xmlns:a16="http://schemas.microsoft.com/office/drawing/2014/main" xmlns="" id="{1D55AC0E-D2D6-F941-9AA6-9306F9726C0A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xmlns="" id="{75F79124-CB88-0245-A13C-A9F8EF8B54A5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xmlns="" id="{C662265B-7333-144C-975B-222F0D3A4281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xmlns="" id="{A9ED63E9-B922-974A-A009-C20182AD3D17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 Box 3">
            <a:extLst>
              <a:ext uri="{FF2B5EF4-FFF2-40B4-BE49-F238E27FC236}">
                <a16:creationId xmlns:a16="http://schemas.microsoft.com/office/drawing/2014/main" xmlns="" id="{6F3DAD70-4F0A-6440-969F-3CCEA1CAD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xmlns="" id="{BAB668A7-AFC7-C746-8D74-2C3BEE2C0C90}"/>
              </a:ext>
            </a:extLst>
          </p:cNvPr>
          <p:cNvGrpSpPr/>
          <p:nvPr/>
        </p:nvGrpSpPr>
        <p:grpSpPr>
          <a:xfrm>
            <a:off x="6497409" y="5402237"/>
            <a:ext cx="5103343" cy="749181"/>
            <a:chOff x="4625273" y="5620004"/>
            <a:chExt cx="5103343" cy="749181"/>
          </a:xfrm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xmlns="" id="{75C3332E-25DC-5548-B18A-0DFEE9ABA6BC}"/>
                </a:ext>
              </a:extLst>
            </p:cNvPr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Text Box 3">
              <a:extLst>
                <a:ext uri="{FF2B5EF4-FFF2-40B4-BE49-F238E27FC236}">
                  <a16:creationId xmlns:a16="http://schemas.microsoft.com/office/drawing/2014/main" xmlns="" id="{66CA504C-894E-9D46-958C-24EC91FC6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211" name="Text Box 3">
              <a:extLst>
                <a:ext uri="{FF2B5EF4-FFF2-40B4-BE49-F238E27FC236}">
                  <a16:creationId xmlns:a16="http://schemas.microsoft.com/office/drawing/2014/main" xmlns="" id="{818E7B6F-01C5-BD4D-81E3-08541D884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08895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D(z) = min ( D(z), D(w)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w,z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(4, 3+5) = 4 </a:t>
              </a: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xmlns="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xmlns="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xmlns="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xmlns="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xmlns="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xmlns="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xmlns="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xmlns="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xmlns="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xmlns="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xmlns="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xmlns="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xmlns="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xmlns="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xmlns="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xmlns="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xmlns="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xmlns="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xmlns="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xmlns="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xmlns="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xmlns="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xmlns="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xmlns="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xmlns="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xmlns="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xmlns="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xmlns="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xmlns="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xmlns="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xmlns="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xmlns="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xmlns="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xmlns="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xmlns="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xmlns="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xmlns="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xmlns="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xmlns="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xmlns="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xmlns="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xmlns="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xmlns="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xmlns="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xmlns="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xmlns="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xmlns="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xmlns="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xmlns="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xmlns="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xmlns="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xmlns="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xmlns="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xmlns="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xmlns="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xmlns="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xmlns="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xmlns="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xmlns="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xmlns="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xmlns="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xmlns="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xmlns="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xmlns="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xmlns="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xmlns="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xmlns="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xmlns="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xmlns="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xmlns="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xmlns="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xmlns="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xmlns="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xmlns="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xmlns="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xmlns="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xmlns="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xmlns="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xmlns="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xmlns="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xmlns="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xmlns="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xmlns="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xmlns="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xmlns="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xmlns="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xmlns="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xmlns="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xmlns="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xmlns="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xmlns="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xmlns="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xmlns="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xmlns="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xmlns="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xmlns="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xmlns="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xmlns="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xmlns="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xmlns="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xmlns="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xmlns="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xmlns="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xmlns="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xmlns="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xmlns="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xmlns="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xmlns="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xmlns="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xmlns="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xmlns="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xmlns="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xmlns="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xmlns="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xmlns="" id="{41F1CF94-F7B7-9947-B9CB-42D5664FC48B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22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xmlns="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xmlns="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xmlns="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xmlns="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xmlns="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xmlns="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xmlns="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xmlns="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xmlns="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xmlns="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xmlns="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xmlns="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xmlns="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xmlns="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xmlns="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xmlns="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xmlns="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xmlns="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xmlns="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xmlns="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xmlns="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xmlns="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xmlns="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xmlns="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xmlns="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xmlns="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xmlns="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xmlns="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xmlns="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xmlns="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xmlns="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xmlns="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xmlns="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xmlns="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xmlns="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xmlns="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xmlns="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xmlns="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xmlns="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xmlns="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xmlns="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xmlns="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xmlns="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xmlns="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xmlns="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xmlns="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xmlns="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xmlns="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xmlns="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xmlns="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xmlns="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xmlns="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xmlns="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xmlns="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xmlns="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xmlns="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xmlns="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xmlns="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xmlns="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xmlns="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xmlns="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xmlns="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xmlns="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xmlns="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xmlns="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xmlns="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xmlns="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xmlns="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xmlns="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xmlns="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xmlns="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xmlns="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xmlns="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xmlns="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xmlns="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xmlns="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xmlns="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xmlns="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xmlns="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xmlns="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xmlns="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xmlns="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xmlns="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xmlns="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xmlns="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xmlns="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xmlns="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xmlns="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xmlns="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xmlns="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xmlns="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xmlns="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xmlns="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xmlns="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xmlns="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xmlns="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xmlns="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xmlns="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xmlns="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xmlns="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xmlns="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xmlns="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xmlns="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xmlns="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xmlns="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xmlns="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xmlns="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xmlns="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xmlns="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xmlns="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xmlns="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xmlns="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xmlns="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xmlns="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xmlns="" id="{AA203BF5-54E3-A247-B525-DAD7C3FFFA30}"/>
              </a:ext>
            </a:extLst>
          </p:cNvPr>
          <p:cNvGrpSpPr/>
          <p:nvPr/>
        </p:nvGrpSpPr>
        <p:grpSpPr>
          <a:xfrm>
            <a:off x="3084763" y="1369564"/>
            <a:ext cx="6736985" cy="2493877"/>
            <a:chOff x="-2329870" y="-444558"/>
            <a:chExt cx="6736985" cy="2493877"/>
          </a:xfrm>
        </p:grpSpPr>
        <p:sp>
          <p:nvSpPr>
            <p:cNvPr id="223" name="Oval 222">
              <a:extLst>
                <a:ext uri="{FF2B5EF4-FFF2-40B4-BE49-F238E27FC236}">
                  <a16:creationId xmlns:a16="http://schemas.microsoft.com/office/drawing/2014/main" xmlns="" id="{EC7C9367-2990-6D43-A15C-2F5B4E8649C4}"/>
                </a:ext>
              </a:extLst>
            </p:cNvPr>
            <p:cNvSpPr/>
            <p:nvPr/>
          </p:nvSpPr>
          <p:spPr>
            <a:xfrm>
              <a:off x="4092019" y="-444558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xmlns="" id="{F11A43D7-7771-3E49-94AA-7FB8202B3A43}"/>
                </a:ext>
              </a:extLst>
            </p:cNvPr>
            <p:cNvCxnSpPr>
              <a:cxnSpLocks/>
              <a:stCxn id="223" idx="2"/>
              <a:endCxn id="226" idx="6"/>
            </p:cNvCxnSpPr>
            <p:nvPr/>
          </p:nvCxnSpPr>
          <p:spPr>
            <a:xfrm flipH="1">
              <a:off x="-2027653" y="-296792"/>
              <a:ext cx="6119672" cy="219834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xmlns="" id="{88F40879-FE48-7941-9529-6385E99DA5B8}"/>
                </a:ext>
              </a:extLst>
            </p:cNvPr>
            <p:cNvSpPr/>
            <p:nvPr/>
          </p:nvSpPr>
          <p:spPr>
            <a:xfrm>
              <a:off x="-2329870" y="1753787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6" name="Oval 114">
            <a:extLst>
              <a:ext uri="{FF2B5EF4-FFF2-40B4-BE49-F238E27FC236}">
                <a16:creationId xmlns:a16="http://schemas.microsoft.com/office/drawing/2014/main" xmlns="" id="{C308C696-C703-8F42-B968-5CF9C8EE6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034" y="326791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7" name="Text Box 4">
            <a:extLst>
              <a:ext uri="{FF2B5EF4-FFF2-40B4-BE49-F238E27FC236}">
                <a16:creationId xmlns:a16="http://schemas.microsoft.com/office/drawing/2014/main" xmlns="" id="{7503A458-C386-184E-899F-151FF3881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xmlns="" id="{FF0B2969-0D91-644B-9FF5-3BB4F0D073E4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xmlns="" id="{BABE8C73-6B5D-7F4B-AA15-26746F00DEF9}"/>
              </a:ext>
            </a:extLst>
          </p:cNvPr>
          <p:cNvCxnSpPr>
            <a:cxnSpLocks/>
          </p:cNvCxnSpPr>
          <p:nvPr/>
        </p:nvCxnSpPr>
        <p:spPr>
          <a:xfrm flipV="1">
            <a:off x="3059661" y="5610320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53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xmlns="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xmlns="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xmlns="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xmlns="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xmlns="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xmlns="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xmlns="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xmlns="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xmlns="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xmlns="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xmlns="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xmlns="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xmlns="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xmlns="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xmlns="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xmlns="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xmlns="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xmlns="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xmlns="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xmlns="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xmlns="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xmlns="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xmlns="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xmlns="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xmlns="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xmlns="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xmlns="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xmlns="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xmlns="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xmlns="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xmlns="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xmlns="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xmlns="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xmlns="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xmlns="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xmlns="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xmlns="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xmlns="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xmlns="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xmlns="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xmlns="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xmlns="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xmlns="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xmlns="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xmlns="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xmlns="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xmlns="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xmlns="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xmlns="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xmlns="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xmlns="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xmlns="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xmlns="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xmlns="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xmlns="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xmlns="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xmlns="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xmlns="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xmlns="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xmlns="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xmlns="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xmlns="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xmlns="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xmlns="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xmlns="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xmlns="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xmlns="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xmlns="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xmlns="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xmlns="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xmlns="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xmlns="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xmlns="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xmlns="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xmlns="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xmlns="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xmlns="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xmlns="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xmlns="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xmlns="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xmlns="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xmlns="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xmlns="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xmlns="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xmlns="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xmlns="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xmlns="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xmlns="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xmlns="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xmlns="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xmlns="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xmlns="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xmlns="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xmlns="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xmlns="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xmlns="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xmlns="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xmlns="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xmlns="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xmlns="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xmlns="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xmlns="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xmlns="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xmlns="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xmlns="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xmlns="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xmlns="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xmlns="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xmlns="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xmlns="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xmlns="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xmlns="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xmlns="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xmlns="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sp>
        <p:nvSpPr>
          <p:cNvPr id="216" name="Oval 114">
            <a:extLst>
              <a:ext uri="{FF2B5EF4-FFF2-40B4-BE49-F238E27FC236}">
                <a16:creationId xmlns:a16="http://schemas.microsoft.com/office/drawing/2014/main" xmlns="" id="{C308C696-C703-8F42-B968-5CF9C8EE6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034" y="326791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7" name="Text Box 4">
            <a:extLst>
              <a:ext uri="{FF2B5EF4-FFF2-40B4-BE49-F238E27FC236}">
                <a16:creationId xmlns:a16="http://schemas.microsoft.com/office/drawing/2014/main" xmlns="" id="{7503A458-C386-184E-899F-151FF3881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sp>
        <p:nvSpPr>
          <p:cNvPr id="165" name="Text Box 3">
            <a:extLst>
              <a:ext uri="{FF2B5EF4-FFF2-40B4-BE49-F238E27FC236}">
                <a16:creationId xmlns:a16="http://schemas.microsoft.com/office/drawing/2014/main" xmlns="" id="{DDAD2418-A8D1-1A4C-9685-0ABBFA899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xmlns="" id="{C502BE32-581E-614C-8C19-401954352B23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xmlns="" id="{7BAAF5DE-5EBE-1D41-BC0E-9C07EB3F9FC5}"/>
              </a:ext>
            </a:extLst>
          </p:cNvPr>
          <p:cNvCxnSpPr>
            <a:cxnSpLocks/>
          </p:cNvCxnSpPr>
          <p:nvPr/>
        </p:nvCxnSpPr>
        <p:spPr>
          <a:xfrm flipV="1">
            <a:off x="3059661" y="5610320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00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xmlns="" id="{3DC340D0-8A95-8143-AD57-B872A9C6CD43}"/>
              </a:ext>
            </a:extLst>
          </p:cNvPr>
          <p:cNvGrpSpPr/>
          <p:nvPr/>
        </p:nvGrpSpPr>
        <p:grpSpPr>
          <a:xfrm>
            <a:off x="5701792" y="4279392"/>
            <a:ext cx="918006" cy="1764574"/>
            <a:chOff x="4618299" y="5972536"/>
            <a:chExt cx="2734563" cy="194454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xmlns="" id="{C27F7A7B-99F0-6C4B-B48D-B877DEAB2FD6}"/>
                </a:ext>
              </a:extLst>
            </p:cNvPr>
            <p:cNvSpPr/>
            <p:nvPr/>
          </p:nvSpPr>
          <p:spPr>
            <a:xfrm>
              <a:off x="4618299" y="5972536"/>
              <a:ext cx="2511706" cy="1944547"/>
            </a:xfrm>
            <a:prstGeom prst="rect">
              <a:avLst/>
            </a:prstGeom>
            <a:noFill/>
            <a:ln w="2540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xmlns="" id="{01376935-088F-E14B-99BC-C62CE0D1A8D3}"/>
                </a:ext>
              </a:extLst>
            </p:cNvPr>
            <p:cNvSpPr/>
            <p:nvPr/>
          </p:nvSpPr>
          <p:spPr>
            <a:xfrm>
              <a:off x="6852056" y="6129160"/>
              <a:ext cx="500806" cy="1674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67" name="Straight Arrow Connector 566">
              <a:extLst>
                <a:ext uri="{FF2B5EF4-FFF2-40B4-BE49-F238E27FC236}">
                  <a16:creationId xmlns:a16="http://schemas.microsoft.com/office/drawing/2014/main" xmlns="" id="{EE536074-780C-B94B-BB7B-5519ED0B8ED5}"/>
                </a:ext>
              </a:extLst>
            </p:cNvPr>
            <p:cNvCxnSpPr>
              <a:cxnSpLocks/>
            </p:cNvCxnSpPr>
            <p:nvPr/>
          </p:nvCxnSpPr>
          <p:spPr>
            <a:xfrm>
              <a:off x="7131754" y="6015734"/>
              <a:ext cx="0" cy="235302"/>
            </a:xfrm>
            <a:prstGeom prst="straightConnector1">
              <a:avLst/>
            </a:prstGeom>
            <a:ln w="25400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xmlns="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xmlns="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xmlns="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xmlns="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xmlns="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xmlns="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xmlns="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xmlns="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xmlns="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1528762" y="4132366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xmlns="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xmlns="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xmlns="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xmlns="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xmlns="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xmlns="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xmlns="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xmlns="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xmlns="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xmlns="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xmlns="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xmlns="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xmlns="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xmlns="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xmlns="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xmlns="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xmlns="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xmlns="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xmlns="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xmlns="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xmlns="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xmlns="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xmlns="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xmlns="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xmlns="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xmlns="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xmlns="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xmlns="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xmlns="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xmlns="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xmlns="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xmlns="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xmlns="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xmlns="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xmlns="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xmlns="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xmlns="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xmlns="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xmlns="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xmlns="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xmlns="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xmlns="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xmlns="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xmlns="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xmlns="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xmlns="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xmlns="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xmlns="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xmlns="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xmlns="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xmlns="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xmlns="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xmlns="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xmlns="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xmlns="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xmlns="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xmlns="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xmlns="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xmlns="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xmlns="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xmlns="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xmlns="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xmlns="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xmlns="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xmlns="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xmlns="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xmlns="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xmlns="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xmlns="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0" name="Text Box 9">
            <a:extLst>
              <a:ext uri="{FF2B5EF4-FFF2-40B4-BE49-F238E27FC236}">
                <a16:creationId xmlns:a16="http://schemas.microsoft.com/office/drawing/2014/main" xmlns="" id="{7264032F-FC16-7043-941E-B120E8ED9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0547" y="3198952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xmlns="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2" y="1633417"/>
            <a:ext cx="12955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xmlns="" id="{71973CA4-9B72-A545-BA9F-40D90EB8CE03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489" name="Text Box 9">
              <a:extLst>
                <a:ext uri="{FF2B5EF4-FFF2-40B4-BE49-F238E27FC236}">
                  <a16:creationId xmlns:a16="http://schemas.microsoft.com/office/drawing/2014/main" xmlns="" id="{AF5565C2-0153-3D44-85CB-BBD065682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499" name="Text Box 6">
              <a:extLst>
                <a:ext uri="{FF2B5EF4-FFF2-40B4-BE49-F238E27FC236}">
                  <a16:creationId xmlns:a16="http://schemas.microsoft.com/office/drawing/2014/main" xmlns="" id="{B7834F0D-0E0E-F04D-A076-86B8692EF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xmlns="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xmlns="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xmlns="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xmlns="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xmlns="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xmlns="" id="{B5E6F247-A516-EB44-B218-3523C7F1525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487" name="Text Box 9">
              <a:extLst>
                <a:ext uri="{FF2B5EF4-FFF2-40B4-BE49-F238E27FC236}">
                  <a16:creationId xmlns:a16="http://schemas.microsoft.com/office/drawing/2014/main" xmlns="" id="{6DD8D8CE-3DDC-DF48-BBFB-EBDD1F221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2" name="Text Box 8">
              <a:extLst>
                <a:ext uri="{FF2B5EF4-FFF2-40B4-BE49-F238E27FC236}">
                  <a16:creationId xmlns:a16="http://schemas.microsoft.com/office/drawing/2014/main" xmlns="" id="{9DBF3B61-BEF7-8A40-AF7C-22BFA4A5F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496" name="Text Box 6">
              <a:extLst>
                <a:ext uri="{FF2B5EF4-FFF2-40B4-BE49-F238E27FC236}">
                  <a16:creationId xmlns:a16="http://schemas.microsoft.com/office/drawing/2014/main" xmlns="" id="{F4E69EDF-A458-174E-A9A1-51CA8C7BC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501" name="Text Box 5">
              <a:extLst>
                <a:ext uri="{FF2B5EF4-FFF2-40B4-BE49-F238E27FC236}">
                  <a16:creationId xmlns:a16="http://schemas.microsoft.com/office/drawing/2014/main" xmlns="" id="{3ACD38CB-FB5D-F74D-8F1B-D1ED77652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3D9389ED-B03B-214C-ADF2-72A54A5A4AFE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488" name="Text Box 9">
              <a:extLst>
                <a:ext uri="{FF2B5EF4-FFF2-40B4-BE49-F238E27FC236}">
                  <a16:creationId xmlns:a16="http://schemas.microsoft.com/office/drawing/2014/main" xmlns="" id="{A038CE8D-1564-2D4D-A52D-5FACBB86F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497" name="Text Box 6">
              <a:extLst>
                <a:ext uri="{FF2B5EF4-FFF2-40B4-BE49-F238E27FC236}">
                  <a16:creationId xmlns:a16="http://schemas.microsoft.com/office/drawing/2014/main" xmlns="" id="{A382A71E-E492-4443-89C5-C12D644FE7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502" name="Text Box 5">
              <a:extLst>
                <a:ext uri="{FF2B5EF4-FFF2-40B4-BE49-F238E27FC236}">
                  <a16:creationId xmlns:a16="http://schemas.microsoft.com/office/drawing/2014/main" xmlns="" id="{C9B2A270-7336-FE45-A405-3057D86CB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3" name="Text Box 4">
            <a:extLst>
              <a:ext uri="{FF2B5EF4-FFF2-40B4-BE49-F238E27FC236}">
                <a16:creationId xmlns:a16="http://schemas.microsoft.com/office/drawing/2014/main" xmlns="" id="{E994D46E-7D0F-9843-807C-ABB0D4B5F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sp>
        <p:nvSpPr>
          <p:cNvPr id="504" name="Text Box 4">
            <a:extLst>
              <a:ext uri="{FF2B5EF4-FFF2-40B4-BE49-F238E27FC236}">
                <a16:creationId xmlns:a16="http://schemas.microsoft.com/office/drawing/2014/main" xmlns="" id="{0A3ED467-D430-4A47-866D-6A5E75B0C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505" name="Text Box 4">
            <a:extLst>
              <a:ext uri="{FF2B5EF4-FFF2-40B4-BE49-F238E27FC236}">
                <a16:creationId xmlns:a16="http://schemas.microsoft.com/office/drawing/2014/main" xmlns="" id="{DBDC054B-9144-E046-848B-AA4FB410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sp>
        <p:nvSpPr>
          <p:cNvPr id="506" name="Text Box 4">
            <a:extLst>
              <a:ext uri="{FF2B5EF4-FFF2-40B4-BE49-F238E27FC236}">
                <a16:creationId xmlns:a16="http://schemas.microsoft.com/office/drawing/2014/main" xmlns="" id="{BBFEB9F8-55C5-9340-9F0D-07D6265CD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sp>
        <p:nvSpPr>
          <p:cNvPr id="507" name="Text Box 4">
            <a:extLst>
              <a:ext uri="{FF2B5EF4-FFF2-40B4-BE49-F238E27FC236}">
                <a16:creationId xmlns:a16="http://schemas.microsoft.com/office/drawing/2014/main" xmlns="" id="{2AA27EEE-C105-4546-92C9-79D7A34A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508" name="Text Box 4">
            <a:extLst>
              <a:ext uri="{FF2B5EF4-FFF2-40B4-BE49-F238E27FC236}">
                <a16:creationId xmlns:a16="http://schemas.microsoft.com/office/drawing/2014/main" xmlns="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xmlns="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xmlns="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xmlns="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xmlns="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587C637-11FC-0A49-8C82-7AF7D38C6CD6}"/>
              </a:ext>
            </a:extLst>
          </p:cNvPr>
          <p:cNvSpPr txBox="1"/>
          <p:nvPr/>
        </p:nvSpPr>
        <p:spPr>
          <a:xfrm>
            <a:off x="4409954" y="134266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xmlns="" id="{4C80ECA4-7464-CB40-8CC6-A7EDC7E7964C}"/>
              </a:ext>
            </a:extLst>
          </p:cNvPr>
          <p:cNvSpPr txBox="1"/>
          <p:nvPr/>
        </p:nvSpPr>
        <p:spPr>
          <a:xfrm>
            <a:off x="5685099" y="1337058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xmlns="" id="{1052726D-C214-914F-AE65-3CE2B48F9FD7}"/>
              </a:ext>
            </a:extLst>
          </p:cNvPr>
          <p:cNvSpPr txBox="1"/>
          <p:nvPr/>
        </p:nvSpPr>
        <p:spPr>
          <a:xfrm>
            <a:off x="6994969" y="133145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xmlns="" id="{5B04DCE1-2FE2-A84B-8E64-4C946D2739CC}"/>
              </a:ext>
            </a:extLst>
          </p:cNvPr>
          <p:cNvSpPr txBox="1"/>
          <p:nvPr/>
        </p:nvSpPr>
        <p:spPr>
          <a:xfrm>
            <a:off x="8327989" y="133742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xmlns="" id="{9A4E2888-3BE6-BB46-8B3E-D324D269A9FF}"/>
              </a:ext>
            </a:extLst>
          </p:cNvPr>
          <p:cNvSpPr txBox="1"/>
          <p:nvPr/>
        </p:nvSpPr>
        <p:spPr>
          <a:xfrm>
            <a:off x="9591559" y="1354968"/>
            <a:ext cx="285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z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80C9846B-B76F-EC46-B3DD-08ED42B2D986}"/>
              </a:ext>
            </a:extLst>
          </p:cNvPr>
          <p:cNvGrpSpPr/>
          <p:nvPr/>
        </p:nvGrpSpPr>
        <p:grpSpPr>
          <a:xfrm>
            <a:off x="3119488" y="1398905"/>
            <a:ext cx="4326893" cy="1233760"/>
            <a:chOff x="3104054" y="1398906"/>
            <a:chExt cx="4326893" cy="1233760"/>
          </a:xfrm>
        </p:grpSpPr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xmlns="" id="{E48D8571-6045-3E40-9668-A4DCC2FFD7ED}"/>
                </a:ext>
              </a:extLst>
            </p:cNvPr>
            <p:cNvGrpSpPr/>
            <p:nvPr/>
          </p:nvGrpSpPr>
          <p:grpSpPr>
            <a:xfrm>
              <a:off x="3104054" y="1398906"/>
              <a:ext cx="4196366" cy="1233760"/>
              <a:chOff x="239710" y="526192"/>
              <a:chExt cx="4196366" cy="1233760"/>
            </a:xfrm>
          </p:grpSpPr>
          <p:sp>
            <p:nvSpPr>
              <p:cNvPr id="517" name="Oval 516">
                <a:extLst>
                  <a:ext uri="{FF2B5EF4-FFF2-40B4-BE49-F238E27FC236}">
                    <a16:creationId xmlns:a16="http://schemas.microsoft.com/office/drawing/2014/main" xmlns="" id="{68A21CC6-2268-6A4F-86A7-EE2A64DDB546}"/>
                  </a:ext>
                </a:extLst>
              </p:cNvPr>
              <p:cNvSpPr/>
              <p:nvPr/>
            </p:nvSpPr>
            <p:spPr>
              <a:xfrm>
                <a:off x="4120980" y="526192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18" name="Straight Arrow Connector 517">
                <a:extLst>
                  <a:ext uri="{FF2B5EF4-FFF2-40B4-BE49-F238E27FC236}">
                    <a16:creationId xmlns:a16="http://schemas.microsoft.com/office/drawing/2014/main" xmlns="" id="{0C2832E9-BE63-D54F-9A07-797BB768C48C}"/>
                  </a:ext>
                </a:extLst>
              </p:cNvPr>
              <p:cNvCxnSpPr>
                <a:cxnSpLocks/>
                <a:stCxn id="517" idx="4"/>
                <a:endCxn id="520" idx="6"/>
              </p:cNvCxnSpPr>
              <p:nvPr/>
            </p:nvCxnSpPr>
            <p:spPr>
              <a:xfrm flipH="1">
                <a:off x="541927" y="821724"/>
                <a:ext cx="3736601" cy="790462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0" name="Oval 519">
                <a:extLst>
                  <a:ext uri="{FF2B5EF4-FFF2-40B4-BE49-F238E27FC236}">
                    <a16:creationId xmlns:a16="http://schemas.microsoft.com/office/drawing/2014/main" xmlns="" id="{17653CE0-07E1-464B-8144-C45075F66FA4}"/>
                  </a:ext>
                </a:extLst>
              </p:cNvPr>
              <p:cNvSpPr/>
              <p:nvPr/>
            </p:nvSpPr>
            <p:spPr>
              <a:xfrm>
                <a:off x="239710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25" name="Oval 114">
              <a:extLst>
                <a:ext uri="{FF2B5EF4-FFF2-40B4-BE49-F238E27FC236}">
                  <a16:creationId xmlns:a16="http://schemas.microsoft.com/office/drawing/2014/main" xmlns="" id="{C682F2F6-CA7A-944A-9033-FDDB0D769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809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xmlns="" id="{BE661659-5D13-8544-B931-6BD6A0036B25}"/>
                </a:ext>
              </a:extLst>
            </p:cNvPr>
            <p:cNvCxnSpPr>
              <a:cxnSpLocks/>
              <a:stCxn id="525" idx="0"/>
            </p:cNvCxnSpPr>
            <p:nvPr/>
          </p:nvCxnSpPr>
          <p:spPr>
            <a:xfrm flipV="1">
              <a:off x="7129521" y="1638301"/>
              <a:ext cx="484" cy="38726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xmlns="" id="{E156D929-7F75-B740-BEE1-71E12F7E0BCF}"/>
              </a:ext>
            </a:extLst>
          </p:cNvPr>
          <p:cNvGrpSpPr/>
          <p:nvPr/>
        </p:nvGrpSpPr>
        <p:grpSpPr>
          <a:xfrm>
            <a:off x="3117557" y="1389255"/>
            <a:ext cx="5681132" cy="1534706"/>
            <a:chOff x="1772965" y="1097960"/>
            <a:chExt cx="5681132" cy="1534706"/>
          </a:xfrm>
        </p:grpSpPr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xmlns="" id="{405B06F4-42C4-874B-8775-68CE587789F1}"/>
                </a:ext>
              </a:extLst>
            </p:cNvPr>
            <p:cNvGrpSpPr/>
            <p:nvPr/>
          </p:nvGrpSpPr>
          <p:grpSpPr>
            <a:xfrm>
              <a:off x="1772965" y="1097960"/>
              <a:ext cx="5539030" cy="1534706"/>
              <a:chOff x="-1091379" y="225246"/>
              <a:chExt cx="5539030" cy="1534706"/>
            </a:xfrm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xmlns="" id="{6413A5FF-0871-0C46-8A58-9D04A8AADA7E}"/>
                  </a:ext>
                </a:extLst>
              </p:cNvPr>
              <p:cNvSpPr/>
              <p:nvPr/>
            </p:nvSpPr>
            <p:spPr>
              <a:xfrm>
                <a:off x="4132555" y="225246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5" name="Straight Arrow Connector 534">
                <a:extLst>
                  <a:ext uri="{FF2B5EF4-FFF2-40B4-BE49-F238E27FC236}">
                    <a16:creationId xmlns:a16="http://schemas.microsoft.com/office/drawing/2014/main" xmlns="" id="{4BBE828C-BFCA-9E42-9A8E-855E80AB79F7}"/>
                  </a:ext>
                </a:extLst>
              </p:cNvPr>
              <p:cNvCxnSpPr>
                <a:cxnSpLocks/>
                <a:stCxn id="534" idx="4"/>
                <a:endCxn id="536" idx="6"/>
              </p:cNvCxnSpPr>
              <p:nvPr/>
            </p:nvCxnSpPr>
            <p:spPr>
              <a:xfrm flipH="1">
                <a:off x="-789162" y="520778"/>
                <a:ext cx="5079265" cy="109140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6" name="Oval 535">
                <a:extLst>
                  <a:ext uri="{FF2B5EF4-FFF2-40B4-BE49-F238E27FC236}">
                    <a16:creationId xmlns:a16="http://schemas.microsoft.com/office/drawing/2014/main" xmlns="" id="{29408050-96BC-544E-9C63-1E100FDDF6A2}"/>
                  </a:ext>
                </a:extLst>
              </p:cNvPr>
              <p:cNvSpPr/>
              <p:nvPr/>
            </p:nvSpPr>
            <p:spPr>
              <a:xfrm>
                <a:off x="-1091379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2" name="Oval 114">
              <a:extLst>
                <a:ext uri="{FF2B5EF4-FFF2-40B4-BE49-F238E27FC236}">
                  <a16:creationId xmlns:a16="http://schemas.microsoft.com/office/drawing/2014/main" xmlns="" id="{685FCE3A-E651-194B-82B8-7C5CF12FA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124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33" name="Straight Arrow Connector 532">
              <a:extLst>
                <a:ext uri="{FF2B5EF4-FFF2-40B4-BE49-F238E27FC236}">
                  <a16:creationId xmlns:a16="http://schemas.microsoft.com/office/drawing/2014/main" xmlns="" id="{017D4077-E857-0E47-AE8D-9DAEDC889967}"/>
                </a:ext>
              </a:extLst>
            </p:cNvPr>
            <p:cNvCxnSpPr>
              <a:cxnSpLocks/>
              <a:stCxn id="532" idx="0"/>
              <a:endCxn id="534" idx="4"/>
            </p:cNvCxnSpPr>
            <p:nvPr/>
          </p:nvCxnSpPr>
          <p:spPr>
            <a:xfrm flipV="1">
              <a:off x="7152671" y="1393492"/>
              <a:ext cx="1776" cy="63207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xmlns="" id="{911D6D48-B41E-C748-8CC0-00A6299B0AAA}"/>
              </a:ext>
            </a:extLst>
          </p:cNvPr>
          <p:cNvGrpSpPr/>
          <p:nvPr/>
        </p:nvGrpSpPr>
        <p:grpSpPr>
          <a:xfrm>
            <a:off x="3109189" y="1412217"/>
            <a:ext cx="1746239" cy="1817119"/>
            <a:chOff x="5709634" y="1003247"/>
            <a:chExt cx="1746239" cy="1817119"/>
          </a:xfrm>
        </p:grpSpPr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xmlns="" id="{476B669B-D835-7546-8C5D-745C28DBA626}"/>
                </a:ext>
              </a:extLst>
            </p:cNvPr>
            <p:cNvGrpSpPr/>
            <p:nvPr/>
          </p:nvGrpSpPr>
          <p:grpSpPr>
            <a:xfrm>
              <a:off x="5709634" y="1003247"/>
              <a:ext cx="1602361" cy="1817119"/>
              <a:chOff x="2845290" y="130533"/>
              <a:chExt cx="1602361" cy="1817119"/>
            </a:xfrm>
          </p:grpSpPr>
          <p:sp>
            <p:nvSpPr>
              <p:cNvPr id="541" name="Oval 540">
                <a:extLst>
                  <a:ext uri="{FF2B5EF4-FFF2-40B4-BE49-F238E27FC236}">
                    <a16:creationId xmlns:a16="http://schemas.microsoft.com/office/drawing/2014/main" xmlns="" id="{5000BC0A-ACF3-A743-B038-FE3A215C971F}"/>
                  </a:ext>
                </a:extLst>
              </p:cNvPr>
              <p:cNvSpPr/>
              <p:nvPr/>
            </p:nvSpPr>
            <p:spPr>
              <a:xfrm>
                <a:off x="4132555" y="130533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42" name="Straight Arrow Connector 541">
                <a:extLst>
                  <a:ext uri="{FF2B5EF4-FFF2-40B4-BE49-F238E27FC236}">
                    <a16:creationId xmlns:a16="http://schemas.microsoft.com/office/drawing/2014/main" xmlns="" id="{AF172589-3BBB-8C42-AF91-ED4A3B8F251F}"/>
                  </a:ext>
                </a:extLst>
              </p:cNvPr>
              <p:cNvCxnSpPr>
                <a:cxnSpLocks/>
                <a:stCxn id="541" idx="4"/>
                <a:endCxn id="543" idx="6"/>
              </p:cNvCxnSpPr>
              <p:nvPr/>
            </p:nvCxnSpPr>
            <p:spPr>
              <a:xfrm flipH="1">
                <a:off x="3147507" y="426065"/>
                <a:ext cx="1142596" cy="1373821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3" name="Oval 542">
                <a:extLst>
                  <a:ext uri="{FF2B5EF4-FFF2-40B4-BE49-F238E27FC236}">
                    <a16:creationId xmlns:a16="http://schemas.microsoft.com/office/drawing/2014/main" xmlns="" id="{983583A7-CF39-514C-B2F9-EC8A8919C008}"/>
                  </a:ext>
                </a:extLst>
              </p:cNvPr>
              <p:cNvSpPr/>
              <p:nvPr/>
            </p:nvSpPr>
            <p:spPr>
              <a:xfrm>
                <a:off x="2845290" y="16521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9" name="Oval 114">
              <a:extLst>
                <a:ext uri="{FF2B5EF4-FFF2-40B4-BE49-F238E27FC236}">
                  <a16:creationId xmlns:a16="http://schemas.microsoft.com/office/drawing/2014/main" xmlns="" id="{88D76B70-8DB1-1F44-AC98-B4B908DE7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3021" y="219918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0" name="Straight Arrow Connector 539">
              <a:extLst>
                <a:ext uri="{FF2B5EF4-FFF2-40B4-BE49-F238E27FC236}">
                  <a16:creationId xmlns:a16="http://schemas.microsoft.com/office/drawing/2014/main" xmlns="" id="{01FD8F8E-8376-A54A-8760-9722F14602E4}"/>
                </a:ext>
              </a:extLst>
            </p:cNvPr>
            <p:cNvCxnSpPr>
              <a:cxnSpLocks/>
              <a:stCxn id="539" idx="0"/>
              <a:endCxn id="541" idx="4"/>
            </p:cNvCxnSpPr>
            <p:nvPr/>
          </p:nvCxnSpPr>
          <p:spPr>
            <a:xfrm flipV="1">
              <a:off x="7154447" y="1298779"/>
              <a:ext cx="0" cy="90041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xmlns="" id="{E03EF3CA-2D9B-664C-A155-84446468FB79}"/>
              </a:ext>
            </a:extLst>
          </p:cNvPr>
          <p:cNvGrpSpPr/>
          <p:nvPr/>
        </p:nvGrpSpPr>
        <p:grpSpPr>
          <a:xfrm>
            <a:off x="3082834" y="1400642"/>
            <a:ext cx="3065254" cy="2136777"/>
            <a:chOff x="4423568" y="495889"/>
            <a:chExt cx="3065254" cy="2136777"/>
          </a:xfrm>
        </p:grpSpPr>
        <p:grpSp>
          <p:nvGrpSpPr>
            <p:cNvPr id="545" name="Group 544">
              <a:extLst>
                <a:ext uri="{FF2B5EF4-FFF2-40B4-BE49-F238E27FC236}">
                  <a16:creationId xmlns:a16="http://schemas.microsoft.com/office/drawing/2014/main" xmlns="" id="{9E0A8781-B42F-7A49-819E-17E215845ED5}"/>
                </a:ext>
              </a:extLst>
            </p:cNvPr>
            <p:cNvGrpSpPr/>
            <p:nvPr/>
          </p:nvGrpSpPr>
          <p:grpSpPr>
            <a:xfrm>
              <a:off x="4423568" y="495889"/>
              <a:ext cx="2923151" cy="2136777"/>
              <a:chOff x="1559224" y="-376825"/>
              <a:chExt cx="2923151" cy="2136777"/>
            </a:xfrm>
          </p:grpSpPr>
          <p:sp>
            <p:nvSpPr>
              <p:cNvPr id="549" name="Oval 548">
                <a:extLst>
                  <a:ext uri="{FF2B5EF4-FFF2-40B4-BE49-F238E27FC236}">
                    <a16:creationId xmlns:a16="http://schemas.microsoft.com/office/drawing/2014/main" xmlns="" id="{D753C51A-4350-514E-8575-255BE71968EF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0" name="Straight Arrow Connector 549">
                <a:extLst>
                  <a:ext uri="{FF2B5EF4-FFF2-40B4-BE49-F238E27FC236}">
                    <a16:creationId xmlns:a16="http://schemas.microsoft.com/office/drawing/2014/main" xmlns="" id="{52E7D202-00E1-0940-872A-88DE48D25A31}"/>
                  </a:ext>
                </a:extLst>
              </p:cNvPr>
              <p:cNvCxnSpPr>
                <a:cxnSpLocks/>
                <a:stCxn id="549" idx="4"/>
                <a:endCxn id="551" idx="6"/>
              </p:cNvCxnSpPr>
              <p:nvPr/>
            </p:nvCxnSpPr>
            <p:spPr>
              <a:xfrm flipH="1">
                <a:off x="1861441" y="-81293"/>
                <a:ext cx="2463386" cy="1693479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xmlns="" id="{0C65CD2E-F916-7F44-8015-E772F7A08327}"/>
                  </a:ext>
                </a:extLst>
              </p:cNvPr>
              <p:cNvSpPr/>
              <p:nvPr/>
            </p:nvSpPr>
            <p:spPr>
              <a:xfrm>
                <a:off x="1559224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47" name="Oval 114">
              <a:extLst>
                <a:ext uri="{FF2B5EF4-FFF2-40B4-BE49-F238E27FC236}">
                  <a16:creationId xmlns:a16="http://schemas.microsoft.com/office/drawing/2014/main" xmlns="" id="{C71CC878-55D7-AD4F-B3B1-13953C4E6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5970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xmlns="" id="{7B56A3C2-EAE1-8E49-9661-485FF1A1FAA4}"/>
                </a:ext>
              </a:extLst>
            </p:cNvPr>
            <p:cNvCxnSpPr>
              <a:cxnSpLocks/>
              <a:stCxn id="547" idx="0"/>
              <a:endCxn id="549" idx="4"/>
            </p:cNvCxnSpPr>
            <p:nvPr/>
          </p:nvCxnSpPr>
          <p:spPr>
            <a:xfrm flipV="1">
              <a:off x="7187396" y="791421"/>
              <a:ext cx="1775" cy="123414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2" name="Group 551">
            <a:extLst>
              <a:ext uri="{FF2B5EF4-FFF2-40B4-BE49-F238E27FC236}">
                <a16:creationId xmlns:a16="http://schemas.microsoft.com/office/drawing/2014/main" xmlns="" id="{837723A6-32DA-4C49-8E78-4111930D0945}"/>
              </a:ext>
            </a:extLst>
          </p:cNvPr>
          <p:cNvGrpSpPr/>
          <p:nvPr/>
        </p:nvGrpSpPr>
        <p:grpSpPr>
          <a:xfrm>
            <a:off x="3084763" y="1437297"/>
            <a:ext cx="6956123" cy="2426144"/>
            <a:chOff x="534474" y="495889"/>
            <a:chExt cx="6956123" cy="2426144"/>
          </a:xfrm>
        </p:grpSpPr>
        <p:grpSp>
          <p:nvGrpSpPr>
            <p:cNvPr id="553" name="Group 552">
              <a:extLst>
                <a:ext uri="{FF2B5EF4-FFF2-40B4-BE49-F238E27FC236}">
                  <a16:creationId xmlns:a16="http://schemas.microsoft.com/office/drawing/2014/main" xmlns="" id="{D4AF9FEB-87B8-2440-BFF7-2388513CCB4D}"/>
                </a:ext>
              </a:extLst>
            </p:cNvPr>
            <p:cNvGrpSpPr/>
            <p:nvPr/>
          </p:nvGrpSpPr>
          <p:grpSpPr>
            <a:xfrm>
              <a:off x="534474" y="495889"/>
              <a:ext cx="6812245" cy="2426144"/>
              <a:chOff x="-2329870" y="-376825"/>
              <a:chExt cx="6812245" cy="2426144"/>
            </a:xfrm>
          </p:grpSpPr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xmlns="" id="{E833C45F-B922-8B4F-A541-13D5EDF3D166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7" name="Straight Arrow Connector 556">
                <a:extLst>
                  <a:ext uri="{FF2B5EF4-FFF2-40B4-BE49-F238E27FC236}">
                    <a16:creationId xmlns:a16="http://schemas.microsoft.com/office/drawing/2014/main" xmlns="" id="{BAC38F32-13CD-8D49-B140-20E9CE2B7D81}"/>
                  </a:ext>
                </a:extLst>
              </p:cNvPr>
              <p:cNvCxnSpPr>
                <a:cxnSpLocks/>
                <a:stCxn id="556" idx="4"/>
                <a:endCxn id="558" idx="6"/>
              </p:cNvCxnSpPr>
              <p:nvPr/>
            </p:nvCxnSpPr>
            <p:spPr>
              <a:xfrm flipH="1">
                <a:off x="-2027653" y="-81293"/>
                <a:ext cx="6352480" cy="1982846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8" name="Oval 557">
                <a:extLst>
                  <a:ext uri="{FF2B5EF4-FFF2-40B4-BE49-F238E27FC236}">
                    <a16:creationId xmlns:a16="http://schemas.microsoft.com/office/drawing/2014/main" xmlns="" id="{5A968801-B5C0-774E-9189-C0C84CCD1C5E}"/>
                  </a:ext>
                </a:extLst>
              </p:cNvPr>
              <p:cNvSpPr/>
              <p:nvPr/>
            </p:nvSpPr>
            <p:spPr>
              <a:xfrm>
                <a:off x="-2329870" y="1753787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54" name="Oval 114">
              <a:extLst>
                <a:ext uri="{FF2B5EF4-FFF2-40B4-BE49-F238E27FC236}">
                  <a16:creationId xmlns:a16="http://schemas.microsoft.com/office/drawing/2014/main" xmlns="" id="{2DD21A52-3AB5-1146-AA26-D2C240D0B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7745" y="2326511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55" name="Straight Arrow Connector 554">
              <a:extLst>
                <a:ext uri="{FF2B5EF4-FFF2-40B4-BE49-F238E27FC236}">
                  <a16:creationId xmlns:a16="http://schemas.microsoft.com/office/drawing/2014/main" xmlns="" id="{31B6FC9B-38BD-A74B-95DB-48A86BA94800}"/>
                </a:ext>
              </a:extLst>
            </p:cNvPr>
            <p:cNvCxnSpPr>
              <a:cxnSpLocks/>
              <a:stCxn id="554" idx="0"/>
              <a:endCxn id="556" idx="4"/>
            </p:cNvCxnSpPr>
            <p:nvPr/>
          </p:nvCxnSpPr>
          <p:spPr>
            <a:xfrm flipV="1">
              <a:off x="7189171" y="791421"/>
              <a:ext cx="0" cy="153509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1957653" y="554427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xmlns="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2908706" y="6055489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xmlns="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2068770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xmlns="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3744012" y="4988689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xmlns="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4007312" y="5577069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Text Box 3">
            <a:extLst>
              <a:ext uri="{FF2B5EF4-FFF2-40B4-BE49-F238E27FC236}">
                <a16:creationId xmlns:a16="http://schemas.microsoft.com/office/drawing/2014/main" xmlns="" id="{26DB9EA5-AEE6-8446-BB60-338C393AB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442" y="4463262"/>
            <a:ext cx="5770234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200" dirty="0">
                <a:latin typeface="+mn-lt"/>
              </a:rPr>
              <a:t>find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not in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such that </a:t>
            </a:r>
            <a:r>
              <a:rPr lang="en-US" sz="2200" i="1" dirty="0">
                <a:latin typeface="+mn-lt"/>
              </a:rPr>
              <a:t>D(a) </a:t>
            </a:r>
            <a:r>
              <a:rPr lang="en-US" sz="2200" dirty="0">
                <a:latin typeface="+mn-lt"/>
              </a:rPr>
              <a:t>is a minimum </a:t>
            </a:r>
          </a:p>
          <a:p>
            <a:r>
              <a:rPr lang="en-US" sz="2200" dirty="0">
                <a:latin typeface="+mn-lt"/>
              </a:rPr>
              <a:t>add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to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</a:p>
          <a:p>
            <a:r>
              <a:rPr lang="en-US" sz="2200" dirty="0">
                <a:latin typeface="+mn-lt"/>
              </a:rPr>
              <a:t>update </a:t>
            </a:r>
            <a:r>
              <a:rPr lang="en-US" sz="2200" i="1" dirty="0">
                <a:latin typeface="+mn-lt"/>
              </a:rPr>
              <a:t>D(b) </a:t>
            </a:r>
            <a:r>
              <a:rPr lang="en-US" sz="2200" dirty="0">
                <a:latin typeface="+mn-lt"/>
              </a:rPr>
              <a:t>for all </a:t>
            </a:r>
            <a:r>
              <a:rPr lang="en-US" sz="2200" i="1" dirty="0">
                <a:latin typeface="+mn-lt"/>
              </a:rPr>
              <a:t>b</a:t>
            </a:r>
            <a:r>
              <a:rPr lang="en-US" sz="2200" dirty="0">
                <a:latin typeface="+mn-lt"/>
              </a:rPr>
              <a:t> adjacent to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and not in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: </a:t>
            </a:r>
          </a:p>
          <a:p>
            <a:r>
              <a:rPr lang="en-US" sz="2200" b="1" i="1" dirty="0">
                <a:solidFill>
                  <a:srgbClr val="CC0000"/>
                </a:solidFill>
                <a:latin typeface="+mn-lt"/>
              </a:rPr>
              <a:t>     D(b) = </a:t>
            </a:r>
            <a:r>
              <a:rPr lang="en-US" sz="2200" b="1" dirty="0">
                <a:solidFill>
                  <a:srgbClr val="CC0000"/>
                </a:solidFill>
                <a:latin typeface="+mn-lt"/>
              </a:rPr>
              <a:t>min</a:t>
            </a:r>
            <a:r>
              <a:rPr lang="en-US" sz="2200" b="1" i="1" dirty="0">
                <a:solidFill>
                  <a:srgbClr val="CC0000"/>
                </a:solidFill>
                <a:latin typeface="+mn-lt"/>
              </a:rPr>
              <a:t> ( D(b), D(a) + c</a:t>
            </a:r>
            <a:r>
              <a:rPr lang="en-US" sz="2200" b="1" i="1" baseline="-25000" dirty="0">
                <a:solidFill>
                  <a:srgbClr val="CC0000"/>
                </a:solidFill>
                <a:latin typeface="+mn-lt"/>
              </a:rPr>
              <a:t>a,b </a:t>
            </a:r>
            <a:r>
              <a:rPr lang="en-US" sz="2200" b="1" i="1" dirty="0">
                <a:solidFill>
                  <a:srgbClr val="CC0000"/>
                </a:solidFill>
                <a:latin typeface="+mn-lt"/>
              </a:rPr>
              <a:t>)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xmlns="" id="{AE2B11F0-0B2B-E548-A572-A488F5822281}"/>
              </a:ext>
            </a:extLst>
          </p:cNvPr>
          <p:cNvSpPr/>
          <p:nvPr/>
        </p:nvSpPr>
        <p:spPr>
          <a:xfrm>
            <a:off x="5606004" y="3868305"/>
            <a:ext cx="6721033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Initialization (step 0): For all a: if </a:t>
            </a:r>
            <a:r>
              <a:rPr lang="en-US" i="1" dirty="0"/>
              <a:t>a</a:t>
            </a:r>
            <a:r>
              <a:rPr lang="en-US" dirty="0"/>
              <a:t> adjacent to then </a:t>
            </a:r>
            <a:r>
              <a:rPr lang="en-US" i="1" dirty="0"/>
              <a:t>D(a) = c</a:t>
            </a:r>
            <a:r>
              <a:rPr lang="en-US" i="1" baseline="-25000" dirty="0"/>
              <a:t>u,a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86597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" grpId="0"/>
      <p:bldP spid="503" grpId="0"/>
      <p:bldP spid="504" grpId="0"/>
      <p:bldP spid="505" grpId="0"/>
      <p:bldP spid="506" grpId="0"/>
      <p:bldP spid="507" grpId="0"/>
      <p:bldP spid="5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xmlns="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xmlns="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xmlns="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xmlns="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xmlns="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xmlns="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xmlns="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xmlns="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xmlns="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xmlns="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xmlns="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xmlns="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xmlns="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xmlns="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xmlns="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xmlns="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xmlns="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xmlns="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xmlns="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xmlns="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xmlns="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xmlns="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xmlns="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xmlns="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xmlns="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xmlns="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xmlns="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xmlns="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xmlns="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xmlns="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xmlns="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xmlns="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xmlns="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xmlns="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xmlns="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xmlns="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xmlns="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xmlns="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xmlns="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xmlns="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xmlns="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xmlns="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xmlns="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xmlns="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xmlns="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xmlns="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xmlns="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xmlns="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xmlns="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xmlns="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xmlns="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xmlns="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xmlns="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xmlns="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xmlns="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xmlns="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xmlns="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xmlns="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xmlns="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xmlns="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xmlns="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xmlns="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xmlns="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xmlns="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xmlns="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xmlns="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xmlns="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xmlns="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xmlns="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xmlns="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xmlns="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4666129" y="2789499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xmlns="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5617182" y="3300714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xmlns="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4777246" y="2268639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xmlns="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6452488" y="22339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xmlns="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6715788" y="2822294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Group 3">
            <a:extLst>
              <a:ext uri="{FF2B5EF4-FFF2-40B4-BE49-F238E27FC236}">
                <a16:creationId xmlns:a16="http://schemas.microsoft.com/office/drawing/2014/main" xmlns="" id="{CAD83B90-6A61-424F-807D-7507674811C5}"/>
              </a:ext>
            </a:extLst>
          </p:cNvPr>
          <p:cNvGrpSpPr>
            <a:grpSpLocks/>
          </p:cNvGrpSpPr>
          <p:nvPr/>
        </p:nvGrpSpPr>
        <p:grpSpPr bwMode="auto"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235" name="Freeform 4">
              <a:extLst>
                <a:ext uri="{FF2B5EF4-FFF2-40B4-BE49-F238E27FC236}">
                  <a16:creationId xmlns:a16="http://schemas.microsoft.com/office/drawing/2014/main" xmlns="" id="{D55BBFC2-7A7F-8B48-AC36-5E367A010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1465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6" name="Oval 5">
              <a:extLst>
                <a:ext uri="{FF2B5EF4-FFF2-40B4-BE49-F238E27FC236}">
                  <a16:creationId xmlns:a16="http://schemas.microsoft.com/office/drawing/2014/main" xmlns="" id="{D1E533AD-8D87-7A4B-8A7E-E763008FB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7" name="Line 6">
              <a:extLst>
                <a:ext uri="{FF2B5EF4-FFF2-40B4-BE49-F238E27FC236}">
                  <a16:creationId xmlns:a16="http://schemas.microsoft.com/office/drawing/2014/main" xmlns="" id="{8393A25C-8E73-3945-96CC-27CA319F0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8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8" name="Line 7">
              <a:extLst>
                <a:ext uri="{FF2B5EF4-FFF2-40B4-BE49-F238E27FC236}">
                  <a16:creationId xmlns:a16="http://schemas.microsoft.com/office/drawing/2014/main" xmlns="" id="{00CB3848-99BB-D84B-AFA1-D2A407905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9" name="Rectangle 8">
              <a:extLst>
                <a:ext uri="{FF2B5EF4-FFF2-40B4-BE49-F238E27FC236}">
                  <a16:creationId xmlns:a16="http://schemas.microsoft.com/office/drawing/2014/main" xmlns="" id="{D86D7FD3-F350-4745-AAE8-4DC4DEC22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0" name="Oval 9">
              <a:extLst>
                <a:ext uri="{FF2B5EF4-FFF2-40B4-BE49-F238E27FC236}">
                  <a16:creationId xmlns:a16="http://schemas.microsoft.com/office/drawing/2014/main" xmlns="" id="{9A82BFE7-2A38-894C-A32D-46DEDFCA2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1" name="Oval 10">
              <a:extLst>
                <a:ext uri="{FF2B5EF4-FFF2-40B4-BE49-F238E27FC236}">
                  <a16:creationId xmlns:a16="http://schemas.microsoft.com/office/drawing/2014/main" xmlns="" id="{AA854307-5377-8A41-9AEB-75CD5A873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2" name="Line 11">
              <a:extLst>
                <a:ext uri="{FF2B5EF4-FFF2-40B4-BE49-F238E27FC236}">
                  <a16:creationId xmlns:a16="http://schemas.microsoft.com/office/drawing/2014/main" xmlns="" id="{9FA810B5-81B4-AB4E-9CB4-8AB6FC42F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2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3" name="Line 12">
              <a:extLst>
                <a:ext uri="{FF2B5EF4-FFF2-40B4-BE49-F238E27FC236}">
                  <a16:creationId xmlns:a16="http://schemas.microsoft.com/office/drawing/2014/main" xmlns="" id="{1F897DDB-A59F-8A49-AA62-3734F23BB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Rectangle 13">
              <a:extLst>
                <a:ext uri="{FF2B5EF4-FFF2-40B4-BE49-F238E27FC236}">
                  <a16:creationId xmlns:a16="http://schemas.microsoft.com/office/drawing/2014/main" xmlns="" id="{109513FF-1C63-234A-9B1E-75D62A42C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5" name="Oval 14">
              <a:extLst>
                <a:ext uri="{FF2B5EF4-FFF2-40B4-BE49-F238E27FC236}">
                  <a16:creationId xmlns:a16="http://schemas.microsoft.com/office/drawing/2014/main" xmlns="" id="{30EA6A56-1EC2-C342-B322-0BD69F60A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4" name="Oval 15">
              <a:extLst>
                <a:ext uri="{FF2B5EF4-FFF2-40B4-BE49-F238E27FC236}">
                  <a16:creationId xmlns:a16="http://schemas.microsoft.com/office/drawing/2014/main" xmlns="" id="{91BAA6D5-E6E6-3F47-BA4B-0311E0711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5" name="Line 16">
              <a:extLst>
                <a:ext uri="{FF2B5EF4-FFF2-40B4-BE49-F238E27FC236}">
                  <a16:creationId xmlns:a16="http://schemas.microsoft.com/office/drawing/2014/main" xmlns="" id="{A8F35EF4-8155-D144-9887-2394E21FD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8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6" name="Line 17">
              <a:extLst>
                <a:ext uri="{FF2B5EF4-FFF2-40B4-BE49-F238E27FC236}">
                  <a16:creationId xmlns:a16="http://schemas.microsoft.com/office/drawing/2014/main" xmlns="" id="{C0FFA446-EED0-654F-8B59-830BB7BE9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1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7" name="Rectangle 18">
              <a:extLst>
                <a:ext uri="{FF2B5EF4-FFF2-40B4-BE49-F238E27FC236}">
                  <a16:creationId xmlns:a16="http://schemas.microsoft.com/office/drawing/2014/main" xmlns="" id="{8C6FDE51-7923-3B44-830E-2DB780796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8" name="Oval 19">
              <a:extLst>
                <a:ext uri="{FF2B5EF4-FFF2-40B4-BE49-F238E27FC236}">
                  <a16:creationId xmlns:a16="http://schemas.microsoft.com/office/drawing/2014/main" xmlns="" id="{48735EAA-D015-2749-B8E6-A932F1A86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6" name="Oval 20">
              <a:extLst>
                <a:ext uri="{FF2B5EF4-FFF2-40B4-BE49-F238E27FC236}">
                  <a16:creationId xmlns:a16="http://schemas.microsoft.com/office/drawing/2014/main" xmlns="" id="{2C0D7CB9-B6B7-7F48-A7C9-A5362FCF3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7" name="Line 21">
              <a:extLst>
                <a:ext uri="{FF2B5EF4-FFF2-40B4-BE49-F238E27FC236}">
                  <a16:creationId xmlns:a16="http://schemas.microsoft.com/office/drawing/2014/main" xmlns="" id="{5710184A-753A-EF4E-A1BA-C728CC0A0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1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8" name="Line 22">
              <a:extLst>
                <a:ext uri="{FF2B5EF4-FFF2-40B4-BE49-F238E27FC236}">
                  <a16:creationId xmlns:a16="http://schemas.microsoft.com/office/drawing/2014/main" xmlns="" id="{77D8EC50-7DE6-D947-804E-5FF59E342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Rectangle 23">
              <a:extLst>
                <a:ext uri="{FF2B5EF4-FFF2-40B4-BE49-F238E27FC236}">
                  <a16:creationId xmlns:a16="http://schemas.microsoft.com/office/drawing/2014/main" xmlns="" id="{640A0C04-CA0A-D44B-AE10-2BB26102D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0" name="Oval 24">
              <a:extLst>
                <a:ext uri="{FF2B5EF4-FFF2-40B4-BE49-F238E27FC236}">
                  <a16:creationId xmlns:a16="http://schemas.microsoft.com/office/drawing/2014/main" xmlns="" id="{3DBD615F-4385-7F48-84F4-A38AEA1D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1" name="Oval 25">
              <a:extLst>
                <a:ext uri="{FF2B5EF4-FFF2-40B4-BE49-F238E27FC236}">
                  <a16:creationId xmlns:a16="http://schemas.microsoft.com/office/drawing/2014/main" xmlns="" id="{5EAEA945-6C71-7244-8444-F5DE78D3A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2" name="Line 26">
              <a:extLst>
                <a:ext uri="{FF2B5EF4-FFF2-40B4-BE49-F238E27FC236}">
                  <a16:creationId xmlns:a16="http://schemas.microsoft.com/office/drawing/2014/main" xmlns="" id="{B239EFA1-CE87-FA45-AECE-0A1D04B2E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3" name="Line 27">
              <a:extLst>
                <a:ext uri="{FF2B5EF4-FFF2-40B4-BE49-F238E27FC236}">
                  <a16:creationId xmlns:a16="http://schemas.microsoft.com/office/drawing/2014/main" xmlns="" id="{F57F8B7F-1DEE-0646-944B-3627E0503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Rectangle 28">
              <a:extLst>
                <a:ext uri="{FF2B5EF4-FFF2-40B4-BE49-F238E27FC236}">
                  <a16:creationId xmlns:a16="http://schemas.microsoft.com/office/drawing/2014/main" xmlns="" id="{48E9AA69-2A64-F44B-AF24-4B58BF3B8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Oval 29">
              <a:extLst>
                <a:ext uri="{FF2B5EF4-FFF2-40B4-BE49-F238E27FC236}">
                  <a16:creationId xmlns:a16="http://schemas.microsoft.com/office/drawing/2014/main" xmlns="" id="{DB57CF03-5C7F-7446-BFCA-6885962A7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Oval 30">
              <a:extLst>
                <a:ext uri="{FF2B5EF4-FFF2-40B4-BE49-F238E27FC236}">
                  <a16:creationId xmlns:a16="http://schemas.microsoft.com/office/drawing/2014/main" xmlns="" id="{57E7565D-361A-0649-83E3-41C966CED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31">
              <a:extLst>
                <a:ext uri="{FF2B5EF4-FFF2-40B4-BE49-F238E27FC236}">
                  <a16:creationId xmlns:a16="http://schemas.microsoft.com/office/drawing/2014/main" xmlns="" id="{7307AAD6-1B7B-3E4C-AD3F-1CB98C243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Line 32">
              <a:extLst>
                <a:ext uri="{FF2B5EF4-FFF2-40B4-BE49-F238E27FC236}">
                  <a16:creationId xmlns:a16="http://schemas.microsoft.com/office/drawing/2014/main" xmlns="" id="{85AADD66-C3FE-324C-91AE-0057BDCFD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Rectangle 33">
              <a:extLst>
                <a:ext uri="{FF2B5EF4-FFF2-40B4-BE49-F238E27FC236}">
                  <a16:creationId xmlns:a16="http://schemas.microsoft.com/office/drawing/2014/main" xmlns="" id="{8FC4E749-70CE-3946-A306-97D91D35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Oval 34">
              <a:extLst>
                <a:ext uri="{FF2B5EF4-FFF2-40B4-BE49-F238E27FC236}">
                  <a16:creationId xmlns:a16="http://schemas.microsoft.com/office/drawing/2014/main" xmlns="" id="{83AC3490-7FA4-A843-9DD7-EAD43C146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Freeform 35">
              <a:extLst>
                <a:ext uri="{FF2B5EF4-FFF2-40B4-BE49-F238E27FC236}">
                  <a16:creationId xmlns:a16="http://schemas.microsoft.com/office/drawing/2014/main" xmlns="" id="{E0CB0E6F-0318-5A42-804B-74DE7351E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492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Freeform 36">
              <a:extLst>
                <a:ext uri="{FF2B5EF4-FFF2-40B4-BE49-F238E27FC236}">
                  <a16:creationId xmlns:a16="http://schemas.microsoft.com/office/drawing/2014/main" xmlns="" id="{8911BBF2-790A-F940-A9A6-265EE2DED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831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37">
              <a:extLst>
                <a:ext uri="{FF2B5EF4-FFF2-40B4-BE49-F238E27FC236}">
                  <a16:creationId xmlns:a16="http://schemas.microsoft.com/office/drawing/2014/main" xmlns="" id="{5FCEA00D-30D9-AD48-B36B-87D306BD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2113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4" name="Freeform 38">
              <a:extLst>
                <a:ext uri="{FF2B5EF4-FFF2-40B4-BE49-F238E27FC236}">
                  <a16:creationId xmlns:a16="http://schemas.microsoft.com/office/drawing/2014/main" xmlns="" id="{FFF79244-8621-1B4A-A951-D5F428298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1789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5" name="Group 39">
              <a:extLst>
                <a:ext uri="{FF2B5EF4-FFF2-40B4-BE49-F238E27FC236}">
                  <a16:creationId xmlns:a16="http://schemas.microsoft.com/office/drawing/2014/main" xmlns="" id="{3FE22FDD-2AF6-2F45-9D94-A7E347A87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311" name="Rectangle 40">
                <a:extLst>
                  <a:ext uri="{FF2B5EF4-FFF2-40B4-BE49-F238E27FC236}">
                    <a16:creationId xmlns:a16="http://schemas.microsoft.com/office/drawing/2014/main" xmlns="" id="{7F9E7EA5-4703-3A4F-83AA-78477F6D2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Text Box 41">
                <a:extLst>
                  <a:ext uri="{FF2B5EF4-FFF2-40B4-BE49-F238E27FC236}">
                    <a16:creationId xmlns:a16="http://schemas.microsoft.com/office/drawing/2014/main" xmlns="" id="{7F6788A4-B028-5E46-BA6B-8260B340CC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6" name="Group 42">
              <a:extLst>
                <a:ext uri="{FF2B5EF4-FFF2-40B4-BE49-F238E27FC236}">
                  <a16:creationId xmlns:a16="http://schemas.microsoft.com/office/drawing/2014/main" xmlns="" id="{3B399E80-BBE9-DE42-9C20-F733C3486E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309" name="Rectangle 43">
                <a:extLst>
                  <a:ext uri="{FF2B5EF4-FFF2-40B4-BE49-F238E27FC236}">
                    <a16:creationId xmlns:a16="http://schemas.microsoft.com/office/drawing/2014/main" xmlns="" id="{C759317C-74E3-004E-8696-C6730D2A7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44">
                <a:extLst>
                  <a:ext uri="{FF2B5EF4-FFF2-40B4-BE49-F238E27FC236}">
                    <a16:creationId xmlns:a16="http://schemas.microsoft.com/office/drawing/2014/main" xmlns="" id="{5EC66565-CE3C-DC49-A451-6127C9B7F1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7" name="Group 45">
              <a:extLst>
                <a:ext uri="{FF2B5EF4-FFF2-40B4-BE49-F238E27FC236}">
                  <a16:creationId xmlns:a16="http://schemas.microsoft.com/office/drawing/2014/main" xmlns="" id="{24F7013F-EE6F-1840-BCC7-9CF2E43BDE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307" name="Rectangle 46">
                <a:extLst>
                  <a:ext uri="{FF2B5EF4-FFF2-40B4-BE49-F238E27FC236}">
                    <a16:creationId xmlns:a16="http://schemas.microsoft.com/office/drawing/2014/main" xmlns="" id="{534C2F14-5739-6A42-A4B7-963A8F9D0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Text Box 47">
                <a:extLst>
                  <a:ext uri="{FF2B5EF4-FFF2-40B4-BE49-F238E27FC236}">
                    <a16:creationId xmlns:a16="http://schemas.microsoft.com/office/drawing/2014/main" xmlns="" id="{06099668-A654-B443-AD81-E015DBEC4A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298" name="Group 48">
              <a:extLst>
                <a:ext uri="{FF2B5EF4-FFF2-40B4-BE49-F238E27FC236}">
                  <a16:creationId xmlns:a16="http://schemas.microsoft.com/office/drawing/2014/main" xmlns="" id="{9DDFF683-1C8F-C14A-B1E0-84D48C9766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305" name="Rectangle 49">
                <a:extLst>
                  <a:ext uri="{FF2B5EF4-FFF2-40B4-BE49-F238E27FC236}">
                    <a16:creationId xmlns:a16="http://schemas.microsoft.com/office/drawing/2014/main" xmlns="" id="{6ACA49F7-2DDA-174A-BA02-F0E6DC5FE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Text Box 50">
                <a:extLst>
                  <a:ext uri="{FF2B5EF4-FFF2-40B4-BE49-F238E27FC236}">
                    <a16:creationId xmlns:a16="http://schemas.microsoft.com/office/drawing/2014/main" xmlns="" id="{B380098B-5F1B-B443-B890-D9D80D58A5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9" name="Group 51">
              <a:extLst>
                <a:ext uri="{FF2B5EF4-FFF2-40B4-BE49-F238E27FC236}">
                  <a16:creationId xmlns:a16="http://schemas.microsoft.com/office/drawing/2014/main" xmlns="" id="{657C09A9-0D00-C341-97E4-BFE0D534E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303" name="Rectangle 52">
                <a:extLst>
                  <a:ext uri="{FF2B5EF4-FFF2-40B4-BE49-F238E27FC236}">
                    <a16:creationId xmlns:a16="http://schemas.microsoft.com/office/drawing/2014/main" xmlns="" id="{DA96FFA9-8E2C-F446-A90C-1D2C3A740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4" name="Text Box 53">
                <a:extLst>
                  <a:ext uri="{FF2B5EF4-FFF2-40B4-BE49-F238E27FC236}">
                    <a16:creationId xmlns:a16="http://schemas.microsoft.com/office/drawing/2014/main" xmlns="" id="{4094D47B-3C2E-1549-9303-FE64B14C5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300" name="Group 54">
              <a:extLst>
                <a:ext uri="{FF2B5EF4-FFF2-40B4-BE49-F238E27FC236}">
                  <a16:creationId xmlns:a16="http://schemas.microsoft.com/office/drawing/2014/main" xmlns="" id="{4895C555-2EC4-9F4B-9A35-FF3D23C076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301" name="Rectangle 55">
                <a:extLst>
                  <a:ext uri="{FF2B5EF4-FFF2-40B4-BE49-F238E27FC236}">
                    <a16:creationId xmlns:a16="http://schemas.microsoft.com/office/drawing/2014/main" xmlns="" id="{1594FC40-950D-DD4E-9742-69A340A7F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2" name="Text Box 56">
                <a:extLst>
                  <a:ext uri="{FF2B5EF4-FFF2-40B4-BE49-F238E27FC236}">
                    <a16:creationId xmlns:a16="http://schemas.microsoft.com/office/drawing/2014/main" xmlns="" id="{70D90BEE-05A4-FA49-8BE7-08E95F13A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</p:grpSp>
      <p:sp>
        <p:nvSpPr>
          <p:cNvPr id="313" name="Text Box 57">
            <a:extLst>
              <a:ext uri="{FF2B5EF4-FFF2-40B4-BE49-F238E27FC236}">
                <a16:creationId xmlns:a16="http://schemas.microsoft.com/office/drawing/2014/main" xmlns="" id="{64A60984-9F92-014B-A1A1-4ED6EE18F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resulting least-cost-path tree from u: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6CB75B83-340D-DF48-B11B-E4763431618C}"/>
              </a:ext>
            </a:extLst>
          </p:cNvPr>
          <p:cNvGrpSpPr/>
          <p:nvPr/>
        </p:nvGrpSpPr>
        <p:grpSpPr>
          <a:xfrm>
            <a:off x="5736310" y="3974818"/>
            <a:ext cx="4022768" cy="2583002"/>
            <a:chOff x="6731733" y="3986393"/>
            <a:chExt cx="4022768" cy="2583002"/>
          </a:xfrm>
        </p:grpSpPr>
        <p:sp>
          <p:nvSpPr>
            <p:cNvPr id="329" name="Text Box 73">
              <a:extLst>
                <a:ext uri="{FF2B5EF4-FFF2-40B4-BE49-F238E27FC236}">
                  <a16:creationId xmlns:a16="http://schemas.microsoft.com/office/drawing/2014/main" xmlns="" id="{33F13002-9C84-AC45-85CD-36E5D057A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  <a:latin typeface="+mn-lt"/>
                </a:rPr>
                <a:t>resulting forwarding table in u: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xmlns="" id="{5A06AC3B-3519-6940-83CC-F298AC6E1530}"/>
                </a:ext>
              </a:extLst>
            </p:cNvPr>
            <p:cNvGrpSpPr/>
            <p:nvPr/>
          </p:nvGrpSpPr>
          <p:grpSpPr>
            <a:xfrm>
              <a:off x="7373074" y="4495305"/>
              <a:ext cx="2423080" cy="2074090"/>
              <a:chOff x="9178724" y="1740531"/>
              <a:chExt cx="2423080" cy="207409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xmlns="" id="{FA510DE8-21E1-A542-BA94-C8D9DE35CF35}"/>
                  </a:ext>
                </a:extLst>
              </p:cNvPr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1854B982-B7D4-D841-A53C-E699EE81E943}"/>
                  </a:ext>
                </a:extLst>
              </p:cNvPr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7507A910-2025-F047-93E1-3DCFBCE13ED1}"/>
                  </a:ext>
                </a:extLst>
              </p:cNvPr>
              <p:cNvSpPr txBox="1"/>
              <p:nvPr/>
            </p:nvSpPr>
            <p:spPr>
              <a:xfrm>
                <a:off x="9572264" y="2060295"/>
                <a:ext cx="404277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v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x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y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w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z</a:t>
                </a:r>
                <a:endParaRPr lang="en-US" dirty="0"/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xmlns="" id="{D2ECC22B-FD29-854E-98E6-577039BEAFC8}"/>
                  </a:ext>
                </a:extLst>
              </p:cNvPr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(u,v)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9E9A1932-3100-C346-AA74-8048C9EF5669}"/>
                  </a:ext>
                </a:extLst>
              </p:cNvPr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destination</a:t>
                </a:r>
                <a:endParaRPr lang="en-US" dirty="0"/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xmlns="" id="{5C520567-C138-9F4F-972E-A6D6E1C098AE}"/>
                  </a:ext>
                </a:extLst>
              </p:cNvPr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outgoing link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xmlns="" id="{C34AB781-8439-8C4F-8F97-23D8CA7BA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8724" y="2060293"/>
                <a:ext cx="2395960" cy="0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xmlns="" id="{CE7D2336-FF8B-F94C-A7C3-827D1CE1B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59342" y="1770927"/>
                <a:ext cx="0" cy="1990845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F7EB9AF4-5603-FB43-B05B-61449C2AEFFB}"/>
              </a:ext>
            </a:extLst>
          </p:cNvPr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7E6387EE-3D37-4948-8425-E51C56BFAD3E}"/>
                </a:ext>
              </a:extLst>
            </p:cNvPr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route from </a:t>
              </a:r>
              <a:r>
                <a:rPr lang="en-US" i="1" dirty="0"/>
                <a:t>u</a:t>
              </a:r>
              <a:r>
                <a:rPr lang="en-US" dirty="0"/>
                <a:t> to</a:t>
              </a:r>
              <a:r>
                <a:rPr lang="en-US" i="1" dirty="0"/>
                <a:t> v </a:t>
              </a:r>
              <a:r>
                <a:rPr lang="en-US" dirty="0"/>
                <a:t>directly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xmlns="" id="{B127B774-BBDB-844B-9FDB-AFB31AC4A39F}"/>
                </a:ext>
              </a:extLst>
            </p:cNvPr>
            <p:cNvCxnSpPr>
              <a:cxnSpLocks/>
            </p:cNvCxnSpPr>
            <p:nvPr/>
          </p:nvCxnSpPr>
          <p:spPr>
            <a:xfrm>
              <a:off x="8565265" y="5000264"/>
              <a:ext cx="68290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7F3C6B55-B326-044B-8E06-D5159D43754E}"/>
              </a:ext>
            </a:extLst>
          </p:cNvPr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xmlns="" id="{C09FF997-745F-784E-9A60-C291F499E8CB}"/>
                </a:ext>
              </a:extLst>
            </p:cNvPr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route from u to all other destinations via </a:t>
              </a:r>
              <a:r>
                <a:rPr lang="en-US" i="1" dirty="0"/>
                <a:t>x</a:t>
              </a:r>
              <a:r>
                <a:rPr lang="en-US" dirty="0"/>
                <a:t> </a:t>
              </a:r>
            </a:p>
          </p:txBody>
        </p: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xmlns="" id="{68ADB3E5-D636-BB44-86FA-BBB701733A10}"/>
                </a:ext>
              </a:extLst>
            </p:cNvPr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4556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21810</TotalTime>
  <Words>2783</Words>
  <Application>Microsoft Office PowerPoint</Application>
  <PresentationFormat>Custom</PresentationFormat>
  <Paragraphs>1034</Paragraphs>
  <Slides>27</Slides>
  <Notes>27</Notes>
  <HiddenSlides>1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Office Theme</vt:lpstr>
      <vt:lpstr>1_Office Theme</vt:lpstr>
      <vt:lpstr>Computer Networks (CS-241)</vt:lpstr>
      <vt:lpstr>Network-layer functions</vt:lpstr>
      <vt:lpstr>Per-router control plane</vt:lpstr>
      <vt:lpstr>Software-Defined Networking (SDN) control plane</vt:lpstr>
      <vt:lpstr>Per-router control plane</vt:lpstr>
      <vt:lpstr>Network layer: “control plane” roadmap</vt:lpstr>
      <vt:lpstr>Routing protocols</vt:lpstr>
      <vt:lpstr>Graph abstraction: link costs</vt:lpstr>
      <vt:lpstr>Routing algorithm classification</vt:lpstr>
      <vt:lpstr>Network layer: “control plane” roadmap</vt:lpstr>
      <vt:lpstr>Dijkstra’s link-state routing algorithm</vt:lpstr>
      <vt:lpstr>Role of Dijkstra’s Algorithm in Link-State Routing</vt:lpstr>
      <vt:lpstr>Dijkstra’s link-state routing algorithm</vt:lpstr>
      <vt:lpstr>Dijkstra’s link-state routing algorithm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UbaidComputers</cp:lastModifiedBy>
  <cp:revision>742</cp:revision>
  <dcterms:created xsi:type="dcterms:W3CDTF">2020-01-18T07:24:59Z</dcterms:created>
  <dcterms:modified xsi:type="dcterms:W3CDTF">2026-01-21T05:49:22Z</dcterms:modified>
</cp:coreProperties>
</file>