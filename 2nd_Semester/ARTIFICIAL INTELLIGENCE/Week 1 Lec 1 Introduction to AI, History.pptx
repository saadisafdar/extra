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793" r:id="rId2"/>
  </p:sldMasterIdLst>
  <p:notesMasterIdLst>
    <p:notesMasterId r:id="rId32"/>
  </p:notesMasterIdLst>
  <p:handoutMasterIdLst>
    <p:handoutMasterId r:id="rId33"/>
  </p:handoutMasterIdLst>
  <p:sldIdLst>
    <p:sldId id="463" r:id="rId3"/>
    <p:sldId id="450" r:id="rId4"/>
    <p:sldId id="452" r:id="rId5"/>
    <p:sldId id="423" r:id="rId6"/>
    <p:sldId id="453" r:id="rId7"/>
    <p:sldId id="455" r:id="rId8"/>
    <p:sldId id="461" r:id="rId9"/>
    <p:sldId id="770" r:id="rId10"/>
    <p:sldId id="771" r:id="rId11"/>
    <p:sldId id="772" r:id="rId12"/>
    <p:sldId id="773" r:id="rId13"/>
    <p:sldId id="456" r:id="rId14"/>
    <p:sldId id="345" r:id="rId15"/>
    <p:sldId id="774" r:id="rId16"/>
    <p:sldId id="775" r:id="rId17"/>
    <p:sldId id="776" r:id="rId18"/>
    <p:sldId id="779" r:id="rId19"/>
    <p:sldId id="780" r:id="rId20"/>
    <p:sldId id="783" r:id="rId21"/>
    <p:sldId id="784" r:id="rId22"/>
    <p:sldId id="785" r:id="rId23"/>
    <p:sldId id="786" r:id="rId24"/>
    <p:sldId id="787" r:id="rId25"/>
    <p:sldId id="789" r:id="rId26"/>
    <p:sldId id="788" r:id="rId27"/>
    <p:sldId id="790" r:id="rId28"/>
    <p:sldId id="791" r:id="rId29"/>
    <p:sldId id="792" r:id="rId30"/>
    <p:sldId id="793" r:id="rId31"/>
  </p:sldIdLst>
  <p:sldSz cx="9144000" cy="5143500" type="screen16x9"/>
  <p:notesSz cx="7099300" cy="10234613"/>
  <p:custDataLst>
    <p:tags r:id="rId34"/>
  </p:custDataLst>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342892" algn="l" rtl="0" fontAlgn="base">
      <a:spcBef>
        <a:spcPct val="0"/>
      </a:spcBef>
      <a:spcAft>
        <a:spcPct val="0"/>
      </a:spcAft>
      <a:defRPr kern="1200">
        <a:solidFill>
          <a:schemeClr val="tx1"/>
        </a:solidFill>
        <a:latin typeface="Arial" charset="0"/>
        <a:ea typeface="+mn-ea"/>
        <a:cs typeface="+mn-cs"/>
      </a:defRPr>
    </a:lvl2pPr>
    <a:lvl3pPr marL="685783" algn="l" rtl="0" fontAlgn="base">
      <a:spcBef>
        <a:spcPct val="0"/>
      </a:spcBef>
      <a:spcAft>
        <a:spcPct val="0"/>
      </a:spcAft>
      <a:defRPr kern="1200">
        <a:solidFill>
          <a:schemeClr val="tx1"/>
        </a:solidFill>
        <a:latin typeface="Arial" charset="0"/>
        <a:ea typeface="+mn-ea"/>
        <a:cs typeface="+mn-cs"/>
      </a:defRPr>
    </a:lvl3pPr>
    <a:lvl4pPr marL="1028675" algn="l" rtl="0" fontAlgn="base">
      <a:spcBef>
        <a:spcPct val="0"/>
      </a:spcBef>
      <a:spcAft>
        <a:spcPct val="0"/>
      </a:spcAft>
      <a:defRPr kern="1200">
        <a:solidFill>
          <a:schemeClr val="tx1"/>
        </a:solidFill>
        <a:latin typeface="Arial" charset="0"/>
        <a:ea typeface="+mn-ea"/>
        <a:cs typeface="+mn-cs"/>
      </a:defRPr>
    </a:lvl4pPr>
    <a:lvl5pPr marL="1371566" algn="l" rtl="0" fontAlgn="base">
      <a:spcBef>
        <a:spcPct val="0"/>
      </a:spcBef>
      <a:spcAft>
        <a:spcPct val="0"/>
      </a:spcAft>
      <a:defRPr kern="1200">
        <a:solidFill>
          <a:schemeClr val="tx1"/>
        </a:solidFill>
        <a:latin typeface="Arial" charset="0"/>
        <a:ea typeface="+mn-ea"/>
        <a:cs typeface="+mn-cs"/>
      </a:defRPr>
    </a:lvl5pPr>
    <a:lvl6pPr marL="1714457" algn="l" defTabSz="685783" rtl="0" eaLnBrk="1" latinLnBrk="0" hangingPunct="1">
      <a:defRPr kern="1200">
        <a:solidFill>
          <a:schemeClr val="tx1"/>
        </a:solidFill>
        <a:latin typeface="Arial" charset="0"/>
        <a:ea typeface="+mn-ea"/>
        <a:cs typeface="+mn-cs"/>
      </a:defRPr>
    </a:lvl6pPr>
    <a:lvl7pPr marL="2057348" algn="l" defTabSz="685783" rtl="0" eaLnBrk="1" latinLnBrk="0" hangingPunct="1">
      <a:defRPr kern="1200">
        <a:solidFill>
          <a:schemeClr val="tx1"/>
        </a:solidFill>
        <a:latin typeface="Arial" charset="0"/>
        <a:ea typeface="+mn-ea"/>
        <a:cs typeface="+mn-cs"/>
      </a:defRPr>
    </a:lvl7pPr>
    <a:lvl8pPr marL="2400240" algn="l" defTabSz="685783" rtl="0" eaLnBrk="1" latinLnBrk="0" hangingPunct="1">
      <a:defRPr kern="1200">
        <a:solidFill>
          <a:schemeClr val="tx1"/>
        </a:solidFill>
        <a:latin typeface="Arial" charset="0"/>
        <a:ea typeface="+mn-ea"/>
        <a:cs typeface="+mn-cs"/>
      </a:defRPr>
    </a:lvl8pPr>
    <a:lvl9pPr marL="2743132" algn="l" defTabSz="685783"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00"/>
    <a:srgbClr val="FF9999"/>
    <a:srgbClr val="CC000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0458" autoAdjust="0"/>
  </p:normalViewPr>
  <p:slideViewPr>
    <p:cSldViewPr>
      <p:cViewPr varScale="1">
        <p:scale>
          <a:sx n="98" d="100"/>
          <a:sy n="98" d="100"/>
        </p:scale>
        <p:origin x="1018" y="82"/>
      </p:cViewPr>
      <p:guideLst>
        <p:guide orient="horz" pos="1620"/>
        <p:guide pos="21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32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tags" Target="tags/tag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2803864-2FBD-4A1B-B3A7-8AFFF02CFEB7}" type="doc">
      <dgm:prSet loTypeId="urn:microsoft.com/office/officeart/2005/8/layout/chevron2" loCatId="process" qsTypeId="urn:microsoft.com/office/officeart/2005/8/quickstyle/simple1" qsCatId="simple" csTypeId="urn:microsoft.com/office/officeart/2005/8/colors/colorful2" csCatId="colorful" phldr="1"/>
      <dgm:spPr/>
      <dgm:t>
        <a:bodyPr/>
        <a:lstStyle/>
        <a:p>
          <a:endParaRPr lang="en-US"/>
        </a:p>
      </dgm:t>
    </dgm:pt>
    <dgm:pt modelId="{46351D1D-793F-4072-9C3A-6276241CFD41}">
      <dgm:prSet/>
      <dgm:spPr/>
      <dgm:t>
        <a:bodyPr/>
        <a:lstStyle/>
        <a:p>
          <a:r>
            <a:rPr lang="en-US" dirty="0"/>
            <a:t>Discuss</a:t>
          </a:r>
        </a:p>
      </dgm:t>
    </dgm:pt>
    <dgm:pt modelId="{1D5E9C6A-A511-43AA-BBAB-5A6DB1F080AD}" type="parTrans" cxnId="{2C8C38F5-CF80-4E26-9ADC-A75D384E9874}">
      <dgm:prSet/>
      <dgm:spPr/>
      <dgm:t>
        <a:bodyPr/>
        <a:lstStyle/>
        <a:p>
          <a:endParaRPr lang="en-US"/>
        </a:p>
      </dgm:t>
    </dgm:pt>
    <dgm:pt modelId="{60F60466-DE19-45DF-8FAA-C65E345AF7F1}" type="sibTrans" cxnId="{2C8C38F5-CF80-4E26-9ADC-A75D384E9874}">
      <dgm:prSet/>
      <dgm:spPr/>
      <dgm:t>
        <a:bodyPr/>
        <a:lstStyle/>
        <a:p>
          <a:endParaRPr lang="en-US"/>
        </a:p>
      </dgm:t>
    </dgm:pt>
    <dgm:pt modelId="{2ABE840C-9EE4-49BF-B9F7-96E52769A04F}">
      <dgm:prSet custT="1"/>
      <dgm:spPr/>
      <dgm:t>
        <a:bodyPr/>
        <a:lstStyle/>
        <a:p>
          <a:pPr marL="228600" lvl="1" indent="-228600" algn="just" defTabSz="1066800">
            <a:lnSpc>
              <a:spcPct val="90000"/>
            </a:lnSpc>
            <a:spcBef>
              <a:spcPct val="0"/>
            </a:spcBef>
            <a:spcAft>
              <a:spcPct val="15000"/>
            </a:spcAft>
            <a:buChar char="•"/>
          </a:pPr>
          <a:r>
            <a:rPr lang="en-US" sz="2000" b="1" kern="1200" dirty="0">
              <a:solidFill>
                <a:prstClr val="black">
                  <a:hueOff val="0"/>
                  <a:satOff val="0"/>
                  <a:lumOff val="0"/>
                  <a:alphaOff val="0"/>
                </a:prstClr>
              </a:solidFill>
              <a:latin typeface="Arial" panose="020B0604020202020204" pitchFamily="34" charset="0"/>
              <a:ea typeface="+mn-ea"/>
              <a:cs typeface="Arial" panose="020B0604020202020204" pitchFamily="34" charset="0"/>
            </a:rPr>
            <a:t>CLO1: </a:t>
          </a:r>
          <a:r>
            <a:rPr lang="en-US" sz="2000" b="0" kern="1200" dirty="0">
              <a:solidFill>
                <a:prstClr val="black">
                  <a:hueOff val="0"/>
                  <a:satOff val="0"/>
                  <a:lumOff val="0"/>
                  <a:alphaOff val="0"/>
                </a:prstClr>
              </a:solidFill>
              <a:latin typeface="Arial" panose="020B0604020202020204" pitchFamily="34" charset="0"/>
              <a:ea typeface="+mn-ea"/>
              <a:cs typeface="Arial" panose="020B0604020202020204" pitchFamily="34" charset="0"/>
            </a:rPr>
            <a:t>Discuss the key concepts in the field of artificial intelligence</a:t>
          </a:r>
        </a:p>
      </dgm:t>
    </dgm:pt>
    <dgm:pt modelId="{2AA8B55F-B23D-4481-9244-786DC56B5A8A}" type="parTrans" cxnId="{C1FA868E-E017-4679-8703-44DEA43627BD}">
      <dgm:prSet/>
      <dgm:spPr/>
      <dgm:t>
        <a:bodyPr/>
        <a:lstStyle/>
        <a:p>
          <a:endParaRPr lang="en-US"/>
        </a:p>
      </dgm:t>
    </dgm:pt>
    <dgm:pt modelId="{6CE9B809-5985-4394-AA8E-E42C79816DF7}" type="sibTrans" cxnId="{C1FA868E-E017-4679-8703-44DEA43627BD}">
      <dgm:prSet/>
      <dgm:spPr/>
      <dgm:t>
        <a:bodyPr/>
        <a:lstStyle/>
        <a:p>
          <a:endParaRPr lang="en-US"/>
        </a:p>
      </dgm:t>
    </dgm:pt>
    <dgm:pt modelId="{A90A79A7-99D5-411F-B008-54E297BB6F61}">
      <dgm:prSet/>
      <dgm:spPr/>
      <dgm:t>
        <a:bodyPr/>
        <a:lstStyle/>
        <a:p>
          <a:r>
            <a:rPr lang="en-US"/>
            <a:t>Implement</a:t>
          </a:r>
        </a:p>
      </dgm:t>
    </dgm:pt>
    <dgm:pt modelId="{639FA061-AADE-4D59-8509-38F64C845157}" type="parTrans" cxnId="{9914A700-8956-41E3-BB2C-F335A6F2610A}">
      <dgm:prSet/>
      <dgm:spPr/>
      <dgm:t>
        <a:bodyPr/>
        <a:lstStyle/>
        <a:p>
          <a:endParaRPr lang="en-US"/>
        </a:p>
      </dgm:t>
    </dgm:pt>
    <dgm:pt modelId="{C66168D7-1BC4-46EC-90F2-776BE5A7DDE4}" type="sibTrans" cxnId="{9914A700-8956-41E3-BB2C-F335A6F2610A}">
      <dgm:prSet/>
      <dgm:spPr/>
      <dgm:t>
        <a:bodyPr/>
        <a:lstStyle/>
        <a:p>
          <a:endParaRPr lang="en-US"/>
        </a:p>
      </dgm:t>
    </dgm:pt>
    <dgm:pt modelId="{3EDED0DB-EC33-4CB9-855F-193520CD87A5}">
      <dgm:prSet custT="1"/>
      <dgm:spPr/>
      <dgm:t>
        <a:bodyPr/>
        <a:lstStyle/>
        <a:p>
          <a:pPr algn="just"/>
          <a:r>
            <a:rPr lang="en-US" sz="2400" b="1" dirty="0">
              <a:latin typeface="Arial" panose="020B0604020202020204" pitchFamily="34" charset="0"/>
              <a:cs typeface="Arial" panose="020B0604020202020204" pitchFamily="34" charset="0"/>
            </a:rPr>
            <a:t>CLO2: </a:t>
          </a:r>
          <a:r>
            <a:rPr lang="en-US" sz="2000" dirty="0">
              <a:latin typeface="Arial" panose="020B0604020202020204" pitchFamily="34" charset="0"/>
              <a:cs typeface="Arial" panose="020B0604020202020204" pitchFamily="34" charset="0"/>
            </a:rPr>
            <a:t>Implement artificial intelligence techniques and case Studies</a:t>
          </a:r>
          <a:endParaRPr lang="en-US" sz="2400" dirty="0">
            <a:latin typeface="Arial" panose="020B0604020202020204" pitchFamily="34" charset="0"/>
            <a:cs typeface="Arial" panose="020B0604020202020204" pitchFamily="34" charset="0"/>
          </a:endParaRPr>
        </a:p>
      </dgm:t>
    </dgm:pt>
    <dgm:pt modelId="{91FA99AA-A30B-4287-89FB-C9DE94050F3E}" type="parTrans" cxnId="{63CEFA6F-7AF3-4C72-A47F-DB8ECF9F2A66}">
      <dgm:prSet/>
      <dgm:spPr/>
      <dgm:t>
        <a:bodyPr/>
        <a:lstStyle/>
        <a:p>
          <a:endParaRPr lang="en-US"/>
        </a:p>
      </dgm:t>
    </dgm:pt>
    <dgm:pt modelId="{4B96C49A-B3D1-4AC6-AC0B-2A61E7979291}" type="sibTrans" cxnId="{63CEFA6F-7AF3-4C72-A47F-DB8ECF9F2A66}">
      <dgm:prSet/>
      <dgm:spPr/>
      <dgm:t>
        <a:bodyPr/>
        <a:lstStyle/>
        <a:p>
          <a:endParaRPr lang="en-US"/>
        </a:p>
      </dgm:t>
    </dgm:pt>
    <dgm:pt modelId="{E8C5A3F9-02E2-4C8C-A9EF-02B326AA621B}">
      <dgm:prSet/>
      <dgm:spPr/>
      <dgm:t>
        <a:bodyPr/>
        <a:lstStyle/>
        <a:p>
          <a:r>
            <a:rPr lang="en-US"/>
            <a:t>Model</a:t>
          </a:r>
        </a:p>
      </dgm:t>
    </dgm:pt>
    <dgm:pt modelId="{2ED066D5-5FD2-466F-8352-805E97D92CB5}" type="parTrans" cxnId="{FCFD2F96-8DBA-4F6D-A870-95ADCE4D286D}">
      <dgm:prSet/>
      <dgm:spPr/>
      <dgm:t>
        <a:bodyPr/>
        <a:lstStyle/>
        <a:p>
          <a:endParaRPr lang="en-US"/>
        </a:p>
      </dgm:t>
    </dgm:pt>
    <dgm:pt modelId="{A80C84FF-7B1A-4018-9810-62CA31C3B06A}" type="sibTrans" cxnId="{FCFD2F96-8DBA-4F6D-A870-95ADCE4D286D}">
      <dgm:prSet/>
      <dgm:spPr/>
      <dgm:t>
        <a:bodyPr/>
        <a:lstStyle/>
        <a:p>
          <a:endParaRPr lang="en-US"/>
        </a:p>
      </dgm:t>
    </dgm:pt>
    <dgm:pt modelId="{42919FDE-94EF-438F-8A72-AA1C2F8BA6C8}">
      <dgm:prSet custT="1"/>
      <dgm:spPr/>
      <dgm:t>
        <a:bodyPr/>
        <a:lstStyle/>
        <a:p>
          <a:pPr marL="228600" lvl="1" indent="-228600" algn="just" defTabSz="1066800">
            <a:lnSpc>
              <a:spcPct val="90000"/>
            </a:lnSpc>
            <a:spcBef>
              <a:spcPct val="0"/>
            </a:spcBef>
            <a:spcAft>
              <a:spcPct val="15000"/>
            </a:spcAft>
            <a:buChar char="•"/>
          </a:pPr>
          <a:r>
            <a:rPr lang="en-US" sz="2000" b="1" kern="1200" dirty="0">
              <a:solidFill>
                <a:prstClr val="black">
                  <a:hueOff val="0"/>
                  <a:satOff val="0"/>
                  <a:lumOff val="0"/>
                  <a:alphaOff val="0"/>
                </a:prstClr>
              </a:solidFill>
              <a:latin typeface="Arial" panose="020B0604020202020204" pitchFamily="34" charset="0"/>
              <a:ea typeface="+mn-ea"/>
              <a:cs typeface="Arial" panose="020B0604020202020204" pitchFamily="34" charset="0"/>
            </a:rPr>
            <a:t>CLO3: </a:t>
          </a:r>
          <a:r>
            <a:rPr lang="en-US" sz="2000" b="0" kern="1200" dirty="0">
              <a:solidFill>
                <a:prstClr val="black">
                  <a:hueOff val="0"/>
                  <a:satOff val="0"/>
                  <a:lumOff val="0"/>
                  <a:alphaOff val="0"/>
                </a:prstClr>
              </a:solidFill>
              <a:latin typeface="Arial" panose="020B0604020202020204" pitchFamily="34" charset="0"/>
              <a:ea typeface="+mn-ea"/>
              <a:cs typeface="Arial" panose="020B0604020202020204" pitchFamily="34" charset="0"/>
            </a:rPr>
            <a:t>Model an automated solution for given problems using   artificial intelligence paradigm</a:t>
          </a:r>
          <a:endParaRPr lang="en-US" sz="2400" b="0" kern="1200" dirty="0">
            <a:solidFill>
              <a:prstClr val="black">
                <a:hueOff val="0"/>
                <a:satOff val="0"/>
                <a:lumOff val="0"/>
                <a:alphaOff val="0"/>
              </a:prstClr>
            </a:solidFill>
            <a:latin typeface="Arial" panose="020B0604020202020204" pitchFamily="34" charset="0"/>
            <a:ea typeface="+mn-ea"/>
            <a:cs typeface="Arial" panose="020B0604020202020204" pitchFamily="34" charset="0"/>
          </a:endParaRPr>
        </a:p>
      </dgm:t>
    </dgm:pt>
    <dgm:pt modelId="{DE934301-AD86-4578-8BAE-45CFDE3749FE}" type="parTrans" cxnId="{CDF7177C-C9D5-4D44-8F29-F088813B244F}">
      <dgm:prSet/>
      <dgm:spPr/>
      <dgm:t>
        <a:bodyPr/>
        <a:lstStyle/>
        <a:p>
          <a:endParaRPr lang="en-US"/>
        </a:p>
      </dgm:t>
    </dgm:pt>
    <dgm:pt modelId="{CC686BDA-D1DF-43EA-8734-C6E633B98E14}" type="sibTrans" cxnId="{CDF7177C-C9D5-4D44-8F29-F088813B244F}">
      <dgm:prSet/>
      <dgm:spPr/>
      <dgm:t>
        <a:bodyPr/>
        <a:lstStyle/>
        <a:p>
          <a:endParaRPr lang="en-US"/>
        </a:p>
      </dgm:t>
    </dgm:pt>
    <dgm:pt modelId="{ABE0661C-FA69-4F06-A0A8-53EAB4C29B73}" type="pres">
      <dgm:prSet presAssocID="{02803864-2FBD-4A1B-B3A7-8AFFF02CFEB7}" presName="linearFlow" presStyleCnt="0">
        <dgm:presLayoutVars>
          <dgm:dir/>
          <dgm:animLvl val="lvl"/>
          <dgm:resizeHandles val="exact"/>
        </dgm:presLayoutVars>
      </dgm:prSet>
      <dgm:spPr/>
    </dgm:pt>
    <dgm:pt modelId="{5E864F95-340C-46EB-ADD5-0860585BD3BD}" type="pres">
      <dgm:prSet presAssocID="{46351D1D-793F-4072-9C3A-6276241CFD41}" presName="composite" presStyleCnt="0"/>
      <dgm:spPr/>
    </dgm:pt>
    <dgm:pt modelId="{56CBC554-5D03-434C-8AEE-5A2BDA455570}" type="pres">
      <dgm:prSet presAssocID="{46351D1D-793F-4072-9C3A-6276241CFD41}" presName="parentText" presStyleLbl="alignNode1" presStyleIdx="0" presStyleCnt="3">
        <dgm:presLayoutVars>
          <dgm:chMax val="1"/>
          <dgm:bulletEnabled val="1"/>
        </dgm:presLayoutVars>
      </dgm:prSet>
      <dgm:spPr/>
    </dgm:pt>
    <dgm:pt modelId="{DA6F612D-4DEE-4B76-AFC7-2BDA0EC7553B}" type="pres">
      <dgm:prSet presAssocID="{46351D1D-793F-4072-9C3A-6276241CFD41}" presName="descendantText" presStyleLbl="alignAcc1" presStyleIdx="0" presStyleCnt="3">
        <dgm:presLayoutVars>
          <dgm:bulletEnabled val="1"/>
        </dgm:presLayoutVars>
      </dgm:prSet>
      <dgm:spPr/>
    </dgm:pt>
    <dgm:pt modelId="{AF04A1D2-53EC-44B2-87CC-70031B5EB6CB}" type="pres">
      <dgm:prSet presAssocID="{60F60466-DE19-45DF-8FAA-C65E345AF7F1}" presName="sp" presStyleCnt="0"/>
      <dgm:spPr/>
    </dgm:pt>
    <dgm:pt modelId="{6E2AFB24-9344-4E77-B8E0-4A12C7C5742E}" type="pres">
      <dgm:prSet presAssocID="{A90A79A7-99D5-411F-B008-54E297BB6F61}" presName="composite" presStyleCnt="0"/>
      <dgm:spPr/>
    </dgm:pt>
    <dgm:pt modelId="{64E1C276-A64A-458E-BFAB-94AC1DDBF75B}" type="pres">
      <dgm:prSet presAssocID="{A90A79A7-99D5-411F-B008-54E297BB6F61}" presName="parentText" presStyleLbl="alignNode1" presStyleIdx="1" presStyleCnt="3">
        <dgm:presLayoutVars>
          <dgm:chMax val="1"/>
          <dgm:bulletEnabled val="1"/>
        </dgm:presLayoutVars>
      </dgm:prSet>
      <dgm:spPr/>
    </dgm:pt>
    <dgm:pt modelId="{41515C6F-182A-4861-A5BB-07CD39B9DC4F}" type="pres">
      <dgm:prSet presAssocID="{A90A79A7-99D5-411F-B008-54E297BB6F61}" presName="descendantText" presStyleLbl="alignAcc1" presStyleIdx="1" presStyleCnt="3">
        <dgm:presLayoutVars>
          <dgm:bulletEnabled val="1"/>
        </dgm:presLayoutVars>
      </dgm:prSet>
      <dgm:spPr/>
    </dgm:pt>
    <dgm:pt modelId="{92E664AF-5206-419B-B725-625B1D818150}" type="pres">
      <dgm:prSet presAssocID="{C66168D7-1BC4-46EC-90F2-776BE5A7DDE4}" presName="sp" presStyleCnt="0"/>
      <dgm:spPr/>
    </dgm:pt>
    <dgm:pt modelId="{78540BB0-FCED-4C6B-8F22-A8E952C0492E}" type="pres">
      <dgm:prSet presAssocID="{E8C5A3F9-02E2-4C8C-A9EF-02B326AA621B}" presName="composite" presStyleCnt="0"/>
      <dgm:spPr/>
    </dgm:pt>
    <dgm:pt modelId="{DEEE53AD-12BD-4DCD-9B21-BBCD0BC2E5C9}" type="pres">
      <dgm:prSet presAssocID="{E8C5A3F9-02E2-4C8C-A9EF-02B326AA621B}" presName="parentText" presStyleLbl="alignNode1" presStyleIdx="2" presStyleCnt="3">
        <dgm:presLayoutVars>
          <dgm:chMax val="1"/>
          <dgm:bulletEnabled val="1"/>
        </dgm:presLayoutVars>
      </dgm:prSet>
      <dgm:spPr/>
    </dgm:pt>
    <dgm:pt modelId="{7A513BFD-1598-4F32-BAFB-3820CADD78F4}" type="pres">
      <dgm:prSet presAssocID="{E8C5A3F9-02E2-4C8C-A9EF-02B326AA621B}" presName="descendantText" presStyleLbl="alignAcc1" presStyleIdx="2" presStyleCnt="3">
        <dgm:presLayoutVars>
          <dgm:bulletEnabled val="1"/>
        </dgm:presLayoutVars>
      </dgm:prSet>
      <dgm:spPr/>
    </dgm:pt>
  </dgm:ptLst>
  <dgm:cxnLst>
    <dgm:cxn modelId="{9914A700-8956-41E3-BB2C-F335A6F2610A}" srcId="{02803864-2FBD-4A1B-B3A7-8AFFF02CFEB7}" destId="{A90A79A7-99D5-411F-B008-54E297BB6F61}" srcOrd="1" destOrd="0" parTransId="{639FA061-AADE-4D59-8509-38F64C845157}" sibTransId="{C66168D7-1BC4-46EC-90F2-776BE5A7DDE4}"/>
    <dgm:cxn modelId="{FDCA9D5C-F47A-4A67-BA0A-E0BEC9164685}" type="presOf" srcId="{3EDED0DB-EC33-4CB9-855F-193520CD87A5}" destId="{41515C6F-182A-4861-A5BB-07CD39B9DC4F}" srcOrd="0" destOrd="0" presId="urn:microsoft.com/office/officeart/2005/8/layout/chevron2"/>
    <dgm:cxn modelId="{63CEFA6F-7AF3-4C72-A47F-DB8ECF9F2A66}" srcId="{A90A79A7-99D5-411F-B008-54E297BB6F61}" destId="{3EDED0DB-EC33-4CB9-855F-193520CD87A5}" srcOrd="0" destOrd="0" parTransId="{91FA99AA-A30B-4287-89FB-C9DE94050F3E}" sibTransId="{4B96C49A-B3D1-4AC6-AC0B-2A61E7979291}"/>
    <dgm:cxn modelId="{CDF7177C-C9D5-4D44-8F29-F088813B244F}" srcId="{E8C5A3F9-02E2-4C8C-A9EF-02B326AA621B}" destId="{42919FDE-94EF-438F-8A72-AA1C2F8BA6C8}" srcOrd="0" destOrd="0" parTransId="{DE934301-AD86-4578-8BAE-45CFDE3749FE}" sibTransId="{CC686BDA-D1DF-43EA-8734-C6E633B98E14}"/>
    <dgm:cxn modelId="{8519FB87-CC5B-4E04-A22A-CE4405C0558E}" type="presOf" srcId="{02803864-2FBD-4A1B-B3A7-8AFFF02CFEB7}" destId="{ABE0661C-FA69-4F06-A0A8-53EAB4C29B73}" srcOrd="0" destOrd="0" presId="urn:microsoft.com/office/officeart/2005/8/layout/chevron2"/>
    <dgm:cxn modelId="{C1FA868E-E017-4679-8703-44DEA43627BD}" srcId="{46351D1D-793F-4072-9C3A-6276241CFD41}" destId="{2ABE840C-9EE4-49BF-B9F7-96E52769A04F}" srcOrd="0" destOrd="0" parTransId="{2AA8B55F-B23D-4481-9244-786DC56B5A8A}" sibTransId="{6CE9B809-5985-4394-AA8E-E42C79816DF7}"/>
    <dgm:cxn modelId="{FCFD2F96-8DBA-4F6D-A870-95ADCE4D286D}" srcId="{02803864-2FBD-4A1B-B3A7-8AFFF02CFEB7}" destId="{E8C5A3F9-02E2-4C8C-A9EF-02B326AA621B}" srcOrd="2" destOrd="0" parTransId="{2ED066D5-5FD2-466F-8352-805E97D92CB5}" sibTransId="{A80C84FF-7B1A-4018-9810-62CA31C3B06A}"/>
    <dgm:cxn modelId="{89BBF0B6-BC4B-4CF3-92D2-C12A9FDFED5D}" type="presOf" srcId="{46351D1D-793F-4072-9C3A-6276241CFD41}" destId="{56CBC554-5D03-434C-8AEE-5A2BDA455570}" srcOrd="0" destOrd="0" presId="urn:microsoft.com/office/officeart/2005/8/layout/chevron2"/>
    <dgm:cxn modelId="{471353B9-9D62-4C7A-95F9-7C6A309EA5FE}" type="presOf" srcId="{A90A79A7-99D5-411F-B008-54E297BB6F61}" destId="{64E1C276-A64A-458E-BFAB-94AC1DDBF75B}" srcOrd="0" destOrd="0" presId="urn:microsoft.com/office/officeart/2005/8/layout/chevron2"/>
    <dgm:cxn modelId="{A66B5ED0-F5FF-4817-A9E2-C4347953E7BB}" type="presOf" srcId="{2ABE840C-9EE4-49BF-B9F7-96E52769A04F}" destId="{DA6F612D-4DEE-4B76-AFC7-2BDA0EC7553B}" srcOrd="0" destOrd="0" presId="urn:microsoft.com/office/officeart/2005/8/layout/chevron2"/>
    <dgm:cxn modelId="{6C8A06D9-8A0D-4D59-82C0-6AA541BA88E1}" type="presOf" srcId="{E8C5A3F9-02E2-4C8C-A9EF-02B326AA621B}" destId="{DEEE53AD-12BD-4DCD-9B21-BBCD0BC2E5C9}" srcOrd="0" destOrd="0" presId="urn:microsoft.com/office/officeart/2005/8/layout/chevron2"/>
    <dgm:cxn modelId="{2C8C38F5-CF80-4E26-9ADC-A75D384E9874}" srcId="{02803864-2FBD-4A1B-B3A7-8AFFF02CFEB7}" destId="{46351D1D-793F-4072-9C3A-6276241CFD41}" srcOrd="0" destOrd="0" parTransId="{1D5E9C6A-A511-43AA-BBAB-5A6DB1F080AD}" sibTransId="{60F60466-DE19-45DF-8FAA-C65E345AF7F1}"/>
    <dgm:cxn modelId="{8F5C82F5-D862-4335-B9A2-A9B1F1513E9D}" type="presOf" srcId="{42919FDE-94EF-438F-8A72-AA1C2F8BA6C8}" destId="{7A513BFD-1598-4F32-BAFB-3820CADD78F4}" srcOrd="0" destOrd="0" presId="urn:microsoft.com/office/officeart/2005/8/layout/chevron2"/>
    <dgm:cxn modelId="{2CCBCE7D-DAD7-49FF-8CED-F1A0CB99AFEC}" type="presParOf" srcId="{ABE0661C-FA69-4F06-A0A8-53EAB4C29B73}" destId="{5E864F95-340C-46EB-ADD5-0860585BD3BD}" srcOrd="0" destOrd="0" presId="urn:microsoft.com/office/officeart/2005/8/layout/chevron2"/>
    <dgm:cxn modelId="{E48D6D6A-8F8F-4B48-9B67-A94EC206E970}" type="presParOf" srcId="{5E864F95-340C-46EB-ADD5-0860585BD3BD}" destId="{56CBC554-5D03-434C-8AEE-5A2BDA455570}" srcOrd="0" destOrd="0" presId="urn:microsoft.com/office/officeart/2005/8/layout/chevron2"/>
    <dgm:cxn modelId="{20242F70-4552-4B7E-BE88-0336231E183F}" type="presParOf" srcId="{5E864F95-340C-46EB-ADD5-0860585BD3BD}" destId="{DA6F612D-4DEE-4B76-AFC7-2BDA0EC7553B}" srcOrd="1" destOrd="0" presId="urn:microsoft.com/office/officeart/2005/8/layout/chevron2"/>
    <dgm:cxn modelId="{6AE859FD-5B2A-4208-9D48-C0ED7504F403}" type="presParOf" srcId="{ABE0661C-FA69-4F06-A0A8-53EAB4C29B73}" destId="{AF04A1D2-53EC-44B2-87CC-70031B5EB6CB}" srcOrd="1" destOrd="0" presId="urn:microsoft.com/office/officeart/2005/8/layout/chevron2"/>
    <dgm:cxn modelId="{6C433DBA-FB73-45E1-B23C-38F1D2F7999E}" type="presParOf" srcId="{ABE0661C-FA69-4F06-A0A8-53EAB4C29B73}" destId="{6E2AFB24-9344-4E77-B8E0-4A12C7C5742E}" srcOrd="2" destOrd="0" presId="urn:microsoft.com/office/officeart/2005/8/layout/chevron2"/>
    <dgm:cxn modelId="{22D719E8-44CF-441B-8519-2DE782B7F7DE}" type="presParOf" srcId="{6E2AFB24-9344-4E77-B8E0-4A12C7C5742E}" destId="{64E1C276-A64A-458E-BFAB-94AC1DDBF75B}" srcOrd="0" destOrd="0" presId="urn:microsoft.com/office/officeart/2005/8/layout/chevron2"/>
    <dgm:cxn modelId="{41224CDC-606F-45F6-9355-F93436FD6380}" type="presParOf" srcId="{6E2AFB24-9344-4E77-B8E0-4A12C7C5742E}" destId="{41515C6F-182A-4861-A5BB-07CD39B9DC4F}" srcOrd="1" destOrd="0" presId="urn:microsoft.com/office/officeart/2005/8/layout/chevron2"/>
    <dgm:cxn modelId="{E0111047-E72B-48F9-B450-CDE782BDC989}" type="presParOf" srcId="{ABE0661C-FA69-4F06-A0A8-53EAB4C29B73}" destId="{92E664AF-5206-419B-B725-625B1D818150}" srcOrd="3" destOrd="0" presId="urn:microsoft.com/office/officeart/2005/8/layout/chevron2"/>
    <dgm:cxn modelId="{1C3942B3-8C5A-4614-BA1A-402B3F05EBE4}" type="presParOf" srcId="{ABE0661C-FA69-4F06-A0A8-53EAB4C29B73}" destId="{78540BB0-FCED-4C6B-8F22-A8E952C0492E}" srcOrd="4" destOrd="0" presId="urn:microsoft.com/office/officeart/2005/8/layout/chevron2"/>
    <dgm:cxn modelId="{2421B291-743D-4A95-A546-A1BAD032C801}" type="presParOf" srcId="{78540BB0-FCED-4C6B-8F22-A8E952C0492E}" destId="{DEEE53AD-12BD-4DCD-9B21-BBCD0BC2E5C9}" srcOrd="0" destOrd="0" presId="urn:microsoft.com/office/officeart/2005/8/layout/chevron2"/>
    <dgm:cxn modelId="{51453300-93D6-4E5E-8E0A-84A233D5A728}" type="presParOf" srcId="{78540BB0-FCED-4C6B-8F22-A8E952C0492E}" destId="{7A513BFD-1598-4F32-BAFB-3820CADD78F4}"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CBC554-5D03-434C-8AEE-5A2BDA455570}">
      <dsp:nvSpPr>
        <dsp:cNvPr id="0" name=""/>
        <dsp:cNvSpPr/>
      </dsp:nvSpPr>
      <dsp:spPr>
        <a:xfrm rot="5400000">
          <a:off x="-248542" y="249534"/>
          <a:ext cx="1656948" cy="1159863"/>
        </a:xfrm>
        <a:prstGeom prst="chevron">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Discuss</a:t>
          </a:r>
        </a:p>
      </dsp:txBody>
      <dsp:txXfrm rot="-5400000">
        <a:off x="1" y="580924"/>
        <a:ext cx="1159863" cy="497085"/>
      </dsp:txXfrm>
    </dsp:sp>
    <dsp:sp modelId="{DA6F612D-4DEE-4B76-AFC7-2BDA0EC7553B}">
      <dsp:nvSpPr>
        <dsp:cNvPr id="0" name=""/>
        <dsp:cNvSpPr/>
      </dsp:nvSpPr>
      <dsp:spPr>
        <a:xfrm rot="5400000">
          <a:off x="2876825" y="-1715969"/>
          <a:ext cx="1077016" cy="4510940"/>
        </a:xfrm>
        <a:prstGeom prst="round2Same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just" defTabSz="1066800">
            <a:lnSpc>
              <a:spcPct val="90000"/>
            </a:lnSpc>
            <a:spcBef>
              <a:spcPct val="0"/>
            </a:spcBef>
            <a:spcAft>
              <a:spcPct val="15000"/>
            </a:spcAft>
            <a:buChar char="•"/>
          </a:pPr>
          <a:r>
            <a:rPr lang="en-US" sz="2000" b="1" kern="1200" dirty="0">
              <a:solidFill>
                <a:prstClr val="black">
                  <a:hueOff val="0"/>
                  <a:satOff val="0"/>
                  <a:lumOff val="0"/>
                  <a:alphaOff val="0"/>
                </a:prstClr>
              </a:solidFill>
              <a:latin typeface="Arial" panose="020B0604020202020204" pitchFamily="34" charset="0"/>
              <a:ea typeface="+mn-ea"/>
              <a:cs typeface="Arial" panose="020B0604020202020204" pitchFamily="34" charset="0"/>
            </a:rPr>
            <a:t>CLO1: </a:t>
          </a:r>
          <a:r>
            <a:rPr lang="en-US" sz="2000" b="0" kern="1200" dirty="0">
              <a:solidFill>
                <a:prstClr val="black">
                  <a:hueOff val="0"/>
                  <a:satOff val="0"/>
                  <a:lumOff val="0"/>
                  <a:alphaOff val="0"/>
                </a:prstClr>
              </a:solidFill>
              <a:latin typeface="Arial" panose="020B0604020202020204" pitchFamily="34" charset="0"/>
              <a:ea typeface="+mn-ea"/>
              <a:cs typeface="Arial" panose="020B0604020202020204" pitchFamily="34" charset="0"/>
            </a:rPr>
            <a:t>Discuss the key concepts in the field of artificial intelligence</a:t>
          </a:r>
        </a:p>
      </dsp:txBody>
      <dsp:txXfrm rot="-5400000">
        <a:off x="1159863" y="53569"/>
        <a:ext cx="4458364" cy="971864"/>
      </dsp:txXfrm>
    </dsp:sp>
    <dsp:sp modelId="{64E1C276-A64A-458E-BFAB-94AC1DDBF75B}">
      <dsp:nvSpPr>
        <dsp:cNvPr id="0" name=""/>
        <dsp:cNvSpPr/>
      </dsp:nvSpPr>
      <dsp:spPr>
        <a:xfrm rot="5400000">
          <a:off x="-248542" y="1712926"/>
          <a:ext cx="1656948" cy="1159863"/>
        </a:xfrm>
        <a:prstGeom prst="chevron">
          <a:avLst/>
        </a:prstGeom>
        <a:solidFill>
          <a:schemeClr val="accent2">
            <a:hueOff val="3221807"/>
            <a:satOff val="-9246"/>
            <a:lumOff val="-14805"/>
            <a:alphaOff val="0"/>
          </a:schemeClr>
        </a:solidFill>
        <a:ln w="19050" cap="flat" cmpd="sng" algn="ctr">
          <a:solidFill>
            <a:schemeClr val="accent2">
              <a:hueOff val="3221807"/>
              <a:satOff val="-9246"/>
              <a:lumOff val="-1480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a:t>Implement</a:t>
          </a:r>
        </a:p>
      </dsp:txBody>
      <dsp:txXfrm rot="-5400000">
        <a:off x="1" y="2044316"/>
        <a:ext cx="1159863" cy="497085"/>
      </dsp:txXfrm>
    </dsp:sp>
    <dsp:sp modelId="{41515C6F-182A-4861-A5BB-07CD39B9DC4F}">
      <dsp:nvSpPr>
        <dsp:cNvPr id="0" name=""/>
        <dsp:cNvSpPr/>
      </dsp:nvSpPr>
      <dsp:spPr>
        <a:xfrm rot="5400000">
          <a:off x="2876825" y="-252578"/>
          <a:ext cx="1077016" cy="4510940"/>
        </a:xfrm>
        <a:prstGeom prst="round2SameRect">
          <a:avLst/>
        </a:prstGeom>
        <a:solidFill>
          <a:schemeClr val="lt1">
            <a:alpha val="90000"/>
            <a:hueOff val="0"/>
            <a:satOff val="0"/>
            <a:lumOff val="0"/>
            <a:alphaOff val="0"/>
          </a:schemeClr>
        </a:solidFill>
        <a:ln w="19050" cap="flat" cmpd="sng" algn="ctr">
          <a:solidFill>
            <a:schemeClr val="accent2">
              <a:hueOff val="3221807"/>
              <a:satOff val="-9246"/>
              <a:lumOff val="-1480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28600" lvl="1" indent="-228600" algn="just" defTabSz="1066800">
            <a:lnSpc>
              <a:spcPct val="90000"/>
            </a:lnSpc>
            <a:spcBef>
              <a:spcPct val="0"/>
            </a:spcBef>
            <a:spcAft>
              <a:spcPct val="15000"/>
            </a:spcAft>
            <a:buChar char="•"/>
          </a:pPr>
          <a:r>
            <a:rPr lang="en-US" sz="2400" b="1" kern="1200" dirty="0">
              <a:latin typeface="Arial" panose="020B0604020202020204" pitchFamily="34" charset="0"/>
              <a:cs typeface="Arial" panose="020B0604020202020204" pitchFamily="34" charset="0"/>
            </a:rPr>
            <a:t>CLO2: </a:t>
          </a:r>
          <a:r>
            <a:rPr lang="en-US" sz="2000" kern="1200" dirty="0">
              <a:latin typeface="Arial" panose="020B0604020202020204" pitchFamily="34" charset="0"/>
              <a:cs typeface="Arial" panose="020B0604020202020204" pitchFamily="34" charset="0"/>
            </a:rPr>
            <a:t>Implement artificial intelligence techniques and case Studies</a:t>
          </a:r>
          <a:endParaRPr lang="en-US" sz="2400" kern="1200" dirty="0">
            <a:latin typeface="Arial" panose="020B0604020202020204" pitchFamily="34" charset="0"/>
            <a:cs typeface="Arial" panose="020B0604020202020204" pitchFamily="34" charset="0"/>
          </a:endParaRPr>
        </a:p>
      </dsp:txBody>
      <dsp:txXfrm rot="-5400000">
        <a:off x="1159863" y="1516960"/>
        <a:ext cx="4458364" cy="971864"/>
      </dsp:txXfrm>
    </dsp:sp>
    <dsp:sp modelId="{DEEE53AD-12BD-4DCD-9B21-BBCD0BC2E5C9}">
      <dsp:nvSpPr>
        <dsp:cNvPr id="0" name=""/>
        <dsp:cNvSpPr/>
      </dsp:nvSpPr>
      <dsp:spPr>
        <a:xfrm rot="5400000">
          <a:off x="-248542" y="3176318"/>
          <a:ext cx="1656948" cy="1159863"/>
        </a:xfrm>
        <a:prstGeom prst="chevron">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a:t>Model</a:t>
          </a:r>
        </a:p>
      </dsp:txBody>
      <dsp:txXfrm rot="-5400000">
        <a:off x="1" y="3507708"/>
        <a:ext cx="1159863" cy="497085"/>
      </dsp:txXfrm>
    </dsp:sp>
    <dsp:sp modelId="{7A513BFD-1598-4F32-BAFB-3820CADD78F4}">
      <dsp:nvSpPr>
        <dsp:cNvPr id="0" name=""/>
        <dsp:cNvSpPr/>
      </dsp:nvSpPr>
      <dsp:spPr>
        <a:xfrm rot="5400000">
          <a:off x="2876825" y="1210813"/>
          <a:ext cx="1077016" cy="4510940"/>
        </a:xfrm>
        <a:prstGeom prst="round2SameRect">
          <a:avLst/>
        </a:prstGeom>
        <a:solidFill>
          <a:schemeClr val="lt1">
            <a:alpha val="90000"/>
            <a:hueOff val="0"/>
            <a:satOff val="0"/>
            <a:lumOff val="0"/>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just" defTabSz="1066800">
            <a:lnSpc>
              <a:spcPct val="90000"/>
            </a:lnSpc>
            <a:spcBef>
              <a:spcPct val="0"/>
            </a:spcBef>
            <a:spcAft>
              <a:spcPct val="15000"/>
            </a:spcAft>
            <a:buChar char="•"/>
          </a:pPr>
          <a:r>
            <a:rPr lang="en-US" sz="2000" b="1" kern="1200" dirty="0">
              <a:solidFill>
                <a:prstClr val="black">
                  <a:hueOff val="0"/>
                  <a:satOff val="0"/>
                  <a:lumOff val="0"/>
                  <a:alphaOff val="0"/>
                </a:prstClr>
              </a:solidFill>
              <a:latin typeface="Arial" panose="020B0604020202020204" pitchFamily="34" charset="0"/>
              <a:ea typeface="+mn-ea"/>
              <a:cs typeface="Arial" panose="020B0604020202020204" pitchFamily="34" charset="0"/>
            </a:rPr>
            <a:t>CLO3: </a:t>
          </a:r>
          <a:r>
            <a:rPr lang="en-US" sz="2000" b="0" kern="1200" dirty="0">
              <a:solidFill>
                <a:prstClr val="black">
                  <a:hueOff val="0"/>
                  <a:satOff val="0"/>
                  <a:lumOff val="0"/>
                  <a:alphaOff val="0"/>
                </a:prstClr>
              </a:solidFill>
              <a:latin typeface="Arial" panose="020B0604020202020204" pitchFamily="34" charset="0"/>
              <a:ea typeface="+mn-ea"/>
              <a:cs typeface="Arial" panose="020B0604020202020204" pitchFamily="34" charset="0"/>
            </a:rPr>
            <a:t>Model an automated solution for given problems using   artificial intelligence paradigm</a:t>
          </a:r>
          <a:endParaRPr lang="en-US" sz="2400" b="0" kern="1200" dirty="0">
            <a:solidFill>
              <a:prstClr val="black">
                <a:hueOff val="0"/>
                <a:satOff val="0"/>
                <a:lumOff val="0"/>
                <a:alphaOff val="0"/>
              </a:prstClr>
            </a:solidFill>
            <a:latin typeface="Arial" panose="020B0604020202020204" pitchFamily="34" charset="0"/>
            <a:ea typeface="+mn-ea"/>
            <a:cs typeface="Arial" panose="020B0604020202020204" pitchFamily="34" charset="0"/>
          </a:endParaRPr>
        </a:p>
      </dsp:txBody>
      <dsp:txXfrm rot="-5400000">
        <a:off x="1159863" y="2980351"/>
        <a:ext cx="4458364" cy="971864"/>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9378"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a:defRPr sz="1300"/>
            </a:lvl1pPr>
          </a:lstStyle>
          <a:p>
            <a:pPr>
              <a:defRPr/>
            </a:pPr>
            <a:endParaRPr lang="en-US"/>
          </a:p>
        </p:txBody>
      </p:sp>
      <p:sp>
        <p:nvSpPr>
          <p:cNvPr id="229379" name="Rectangle 3"/>
          <p:cNvSpPr>
            <a:spLocks noGrp="1" noChangeArrowheads="1"/>
          </p:cNvSpPr>
          <p:nvPr>
            <p:ph type="dt" sz="quarter" idx="1"/>
          </p:nvPr>
        </p:nvSpPr>
        <p:spPr bwMode="auto">
          <a:xfrm>
            <a:off x="4021138" y="0"/>
            <a:ext cx="3076575" cy="51117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a:defRPr sz="1300"/>
            </a:lvl1pPr>
          </a:lstStyle>
          <a:p>
            <a:pPr>
              <a:defRPr/>
            </a:pPr>
            <a:endParaRPr lang="en-US"/>
          </a:p>
        </p:txBody>
      </p:sp>
      <p:sp>
        <p:nvSpPr>
          <p:cNvPr id="229380" name="Rectangle 4"/>
          <p:cNvSpPr>
            <a:spLocks noGrp="1" noChangeArrowheads="1"/>
          </p:cNvSpPr>
          <p:nvPr>
            <p:ph type="ftr" sz="quarter" idx="2"/>
          </p:nvPr>
        </p:nvSpPr>
        <p:spPr bwMode="auto">
          <a:xfrm>
            <a:off x="0" y="9721850"/>
            <a:ext cx="3076575" cy="51117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a:defRPr sz="1300"/>
            </a:lvl1pPr>
          </a:lstStyle>
          <a:p>
            <a:pPr>
              <a:defRPr/>
            </a:pPr>
            <a:endParaRPr lang="en-US"/>
          </a:p>
        </p:txBody>
      </p:sp>
      <p:sp>
        <p:nvSpPr>
          <p:cNvPr id="229381" name="Rectangle 5"/>
          <p:cNvSpPr>
            <a:spLocks noGrp="1" noChangeArrowheads="1"/>
          </p:cNvSpPr>
          <p:nvPr>
            <p:ph type="sldNum" sz="quarter" idx="3"/>
          </p:nvPr>
        </p:nvSpPr>
        <p:spPr bwMode="auto">
          <a:xfrm>
            <a:off x="4021138" y="9721850"/>
            <a:ext cx="3076575" cy="51117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a:defRPr sz="1300"/>
            </a:lvl1pPr>
          </a:lstStyle>
          <a:p>
            <a:pPr>
              <a:defRPr/>
            </a:pPr>
            <a:fld id="{C47036A7-CA75-4FB0-A0E6-AEEC36B2D2F2}" type="slidenum">
              <a:rPr lang="en-US"/>
              <a:pPr>
                <a:defRPr/>
              </a:pPr>
              <a:t>‹#›</a:t>
            </a:fld>
            <a:endParaRPr lang="en-US"/>
          </a:p>
        </p:txBody>
      </p:sp>
    </p:spTree>
    <p:extLst>
      <p:ext uri="{BB962C8B-B14F-4D97-AF65-F5344CB8AC3E}">
        <p14:creationId xmlns:p14="http://schemas.microsoft.com/office/powerpoint/2010/main" val="19143166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3058"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a:defRPr sz="1300"/>
            </a:lvl1pPr>
          </a:lstStyle>
          <a:p>
            <a:pPr>
              <a:defRPr/>
            </a:pPr>
            <a:endParaRPr lang="en-US"/>
          </a:p>
        </p:txBody>
      </p:sp>
      <p:sp>
        <p:nvSpPr>
          <p:cNvPr id="173059" name="Rectangle 3"/>
          <p:cNvSpPr>
            <a:spLocks noGrp="1" noChangeArrowheads="1"/>
          </p:cNvSpPr>
          <p:nvPr>
            <p:ph type="dt" idx="1"/>
          </p:nvPr>
        </p:nvSpPr>
        <p:spPr bwMode="auto">
          <a:xfrm>
            <a:off x="4021138" y="0"/>
            <a:ext cx="3076575" cy="51117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a:defRPr sz="1300"/>
            </a:lvl1pPr>
          </a:lstStyle>
          <a:p>
            <a:pPr>
              <a:defRPr/>
            </a:pPr>
            <a:endParaRPr lang="en-US"/>
          </a:p>
        </p:txBody>
      </p:sp>
      <p:sp>
        <p:nvSpPr>
          <p:cNvPr id="39940" name="Rectangle 4"/>
          <p:cNvSpPr>
            <a:spLocks noGrp="1" noRot="1" noChangeAspect="1" noChangeArrowheads="1" noTextEdit="1"/>
          </p:cNvSpPr>
          <p:nvPr>
            <p:ph type="sldImg" idx="2"/>
          </p:nvPr>
        </p:nvSpPr>
        <p:spPr bwMode="auto">
          <a:xfrm>
            <a:off x="141288" y="768350"/>
            <a:ext cx="6818312" cy="3836988"/>
          </a:xfrm>
          <a:prstGeom prst="rect">
            <a:avLst/>
          </a:prstGeom>
          <a:noFill/>
          <a:ln w="9525">
            <a:solidFill>
              <a:srgbClr val="000000"/>
            </a:solidFill>
            <a:miter lim="800000"/>
            <a:headEnd/>
            <a:tailEnd/>
          </a:ln>
        </p:spPr>
      </p:sp>
      <p:sp>
        <p:nvSpPr>
          <p:cNvPr id="173061" name="Rectangle 5"/>
          <p:cNvSpPr>
            <a:spLocks noGrp="1" noChangeArrowheads="1"/>
          </p:cNvSpPr>
          <p:nvPr>
            <p:ph type="body" sz="quarter" idx="3"/>
          </p:nvPr>
        </p:nvSpPr>
        <p:spPr bwMode="auto">
          <a:xfrm>
            <a:off x="709613" y="4860925"/>
            <a:ext cx="5680075" cy="4605338"/>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3062" name="Rectangle 6"/>
          <p:cNvSpPr>
            <a:spLocks noGrp="1" noChangeArrowheads="1"/>
          </p:cNvSpPr>
          <p:nvPr>
            <p:ph type="ftr" sz="quarter" idx="4"/>
          </p:nvPr>
        </p:nvSpPr>
        <p:spPr bwMode="auto">
          <a:xfrm>
            <a:off x="0" y="9721850"/>
            <a:ext cx="3076575" cy="51117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a:defRPr sz="1300"/>
            </a:lvl1pPr>
          </a:lstStyle>
          <a:p>
            <a:pPr>
              <a:defRPr/>
            </a:pPr>
            <a:endParaRPr lang="en-US"/>
          </a:p>
        </p:txBody>
      </p:sp>
      <p:sp>
        <p:nvSpPr>
          <p:cNvPr id="173063" name="Rectangle 7"/>
          <p:cNvSpPr>
            <a:spLocks noGrp="1" noChangeArrowheads="1"/>
          </p:cNvSpPr>
          <p:nvPr>
            <p:ph type="sldNum" sz="quarter" idx="5"/>
          </p:nvPr>
        </p:nvSpPr>
        <p:spPr bwMode="auto">
          <a:xfrm>
            <a:off x="4021138" y="9721850"/>
            <a:ext cx="3076575" cy="51117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a:defRPr sz="1300"/>
            </a:lvl1pPr>
          </a:lstStyle>
          <a:p>
            <a:pPr>
              <a:defRPr/>
            </a:pPr>
            <a:fld id="{951F94F5-58D1-42ED-AB38-DD97D2E49478}" type="slidenum">
              <a:rPr lang="en-US"/>
              <a:pPr>
                <a:defRPr/>
              </a:pPr>
              <a:t>‹#›</a:t>
            </a:fld>
            <a:endParaRPr lang="en-US"/>
          </a:p>
        </p:txBody>
      </p:sp>
    </p:spTree>
    <p:extLst>
      <p:ext uri="{BB962C8B-B14F-4D97-AF65-F5344CB8AC3E}">
        <p14:creationId xmlns:p14="http://schemas.microsoft.com/office/powerpoint/2010/main" val="222297075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900" kern="1200">
        <a:solidFill>
          <a:schemeClr val="tx1"/>
        </a:solidFill>
        <a:latin typeface="Arial" charset="0"/>
        <a:ea typeface="+mn-ea"/>
        <a:cs typeface="+mn-cs"/>
      </a:defRPr>
    </a:lvl1pPr>
    <a:lvl2pPr marL="342892" algn="l" rtl="0" eaLnBrk="0" fontAlgn="base" hangingPunct="0">
      <a:spcBef>
        <a:spcPct val="30000"/>
      </a:spcBef>
      <a:spcAft>
        <a:spcPct val="0"/>
      </a:spcAft>
      <a:defRPr sz="900" kern="1200">
        <a:solidFill>
          <a:schemeClr val="tx1"/>
        </a:solidFill>
        <a:latin typeface="Arial" charset="0"/>
        <a:ea typeface="+mn-ea"/>
        <a:cs typeface="+mn-cs"/>
      </a:defRPr>
    </a:lvl2pPr>
    <a:lvl3pPr marL="685783" algn="l" rtl="0" eaLnBrk="0" fontAlgn="base" hangingPunct="0">
      <a:spcBef>
        <a:spcPct val="30000"/>
      </a:spcBef>
      <a:spcAft>
        <a:spcPct val="0"/>
      </a:spcAft>
      <a:defRPr sz="900" kern="1200">
        <a:solidFill>
          <a:schemeClr val="tx1"/>
        </a:solidFill>
        <a:latin typeface="Arial" charset="0"/>
        <a:ea typeface="+mn-ea"/>
        <a:cs typeface="+mn-cs"/>
      </a:defRPr>
    </a:lvl3pPr>
    <a:lvl4pPr marL="1028675" algn="l" rtl="0" eaLnBrk="0" fontAlgn="base" hangingPunct="0">
      <a:spcBef>
        <a:spcPct val="30000"/>
      </a:spcBef>
      <a:spcAft>
        <a:spcPct val="0"/>
      </a:spcAft>
      <a:defRPr sz="900" kern="1200">
        <a:solidFill>
          <a:schemeClr val="tx1"/>
        </a:solidFill>
        <a:latin typeface="Arial" charset="0"/>
        <a:ea typeface="+mn-ea"/>
        <a:cs typeface="+mn-cs"/>
      </a:defRPr>
    </a:lvl4pPr>
    <a:lvl5pPr marL="1371566" algn="l" rtl="0" eaLnBrk="0" fontAlgn="base" hangingPunct="0">
      <a:spcBef>
        <a:spcPct val="30000"/>
      </a:spcBef>
      <a:spcAft>
        <a:spcPct val="0"/>
      </a:spcAft>
      <a:defRPr sz="900" kern="1200">
        <a:solidFill>
          <a:schemeClr val="tx1"/>
        </a:solidFill>
        <a:latin typeface="Arial" charset="0"/>
        <a:ea typeface="+mn-ea"/>
        <a:cs typeface="+mn-cs"/>
      </a:defRPr>
    </a:lvl5pPr>
    <a:lvl6pPr marL="1714457" algn="l" defTabSz="685783" rtl="0" eaLnBrk="1" latinLnBrk="0" hangingPunct="1">
      <a:defRPr sz="900" kern="1200">
        <a:solidFill>
          <a:schemeClr val="tx1"/>
        </a:solidFill>
        <a:latin typeface="+mn-lt"/>
        <a:ea typeface="+mn-ea"/>
        <a:cs typeface="+mn-cs"/>
      </a:defRPr>
    </a:lvl6pPr>
    <a:lvl7pPr marL="2057348" algn="l" defTabSz="685783" rtl="0" eaLnBrk="1" latinLnBrk="0" hangingPunct="1">
      <a:defRPr sz="900" kern="1200">
        <a:solidFill>
          <a:schemeClr val="tx1"/>
        </a:solidFill>
        <a:latin typeface="+mn-lt"/>
        <a:ea typeface="+mn-ea"/>
        <a:cs typeface="+mn-cs"/>
      </a:defRPr>
    </a:lvl7pPr>
    <a:lvl8pPr marL="2400240" algn="l" defTabSz="685783" rtl="0" eaLnBrk="1" latinLnBrk="0" hangingPunct="1">
      <a:defRPr sz="900" kern="1200">
        <a:solidFill>
          <a:schemeClr val="tx1"/>
        </a:solidFill>
        <a:latin typeface="+mn-lt"/>
        <a:ea typeface="+mn-ea"/>
        <a:cs typeface="+mn-cs"/>
      </a:defRPr>
    </a:lvl8pPr>
    <a:lvl9pPr marL="2743132" algn="l" defTabSz="685783"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770C78-D1E4-43B4-9084-D5891F6FAD77}" type="slidenum">
              <a:rPr kumimoji="0" lang="en-PK"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PK"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861456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4575FE91-B08C-E950-EC2A-5C4EA8171EDD}"/>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C8B7D581-2372-6F62-50DE-252DF1FE05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9460" name="Slide Number Placeholder 3">
            <a:extLst>
              <a:ext uri="{FF2B5EF4-FFF2-40B4-BE49-F238E27FC236}">
                <a16:creationId xmlns:a16="http://schemas.microsoft.com/office/drawing/2014/main" id="{C7B57FEB-11F4-FE05-6FAE-A0D2B8D7D52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4B10EDFD-5CA3-4C0B-B657-D5F62C88A207}" type="slidenum">
              <a:rPr lang="en-US" altLang="en-US" sz="1200" smtClean="0"/>
              <a:pPr/>
              <a:t>6</a:t>
            </a:fld>
            <a:endParaRPr lang="en-US" alt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people imagined machines and mechanical beings that could think and act like humans.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fast forward to the </a:t>
            </a:r>
            <a:r>
              <a:rPr lang="en-US" b="1" dirty="0"/>
              <a:t>19th and 20th centuries</a:t>
            </a:r>
            <a:r>
              <a:rPr lang="en-US" dirty="0"/>
              <a:t>, when Artificial Intelligence began to take shape as a scientific discipline.</a:t>
            </a:r>
          </a:p>
          <a:p>
            <a:endParaRPr lang="en-US" dirty="0"/>
          </a:p>
        </p:txBody>
      </p:sp>
      <p:sp>
        <p:nvSpPr>
          <p:cNvPr id="4" name="Slide Number Placeholder 3"/>
          <p:cNvSpPr>
            <a:spLocks noGrp="1"/>
          </p:cNvSpPr>
          <p:nvPr>
            <p:ph type="sldNum" sz="quarter" idx="5"/>
          </p:nvPr>
        </p:nvSpPr>
        <p:spPr/>
        <p:txBody>
          <a:bodyPr/>
          <a:lstStyle/>
          <a:p>
            <a:pPr>
              <a:defRPr/>
            </a:pPr>
            <a:fld id="{951F94F5-58D1-42ED-AB38-DD97D2E49478}" type="slidenum">
              <a:rPr lang="en-US" smtClean="0"/>
              <a:pPr>
                <a:defRPr/>
              </a:pPr>
              <a:t>18</a:t>
            </a:fld>
            <a:endParaRPr lang="en-US"/>
          </a:p>
        </p:txBody>
      </p:sp>
    </p:spTree>
    <p:extLst>
      <p:ext uri="{BB962C8B-B14F-4D97-AF65-F5344CB8AC3E}">
        <p14:creationId xmlns:p14="http://schemas.microsoft.com/office/powerpoint/2010/main" val="15917587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4D0C6-E73C-831E-BF0F-68A8D81315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56F778-85BD-CB65-C584-65AB5ADF18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DC61AD-DFE1-31FA-340E-F6F729BCCD24}"/>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
        <p:nvSpPr>
          <p:cNvPr id="4" name="Slide Number Placeholder 3">
            <a:extLst>
              <a:ext uri="{FF2B5EF4-FFF2-40B4-BE49-F238E27FC236}">
                <a16:creationId xmlns:a16="http://schemas.microsoft.com/office/drawing/2014/main" id="{662EE76C-9901-EA47-FD7D-DEF16B235711}"/>
              </a:ext>
            </a:extLst>
          </p:cNvPr>
          <p:cNvSpPr>
            <a:spLocks noGrp="1"/>
          </p:cNvSpPr>
          <p:nvPr>
            <p:ph type="sldNum" sz="quarter" idx="5"/>
          </p:nvPr>
        </p:nvSpPr>
        <p:spPr/>
        <p:txBody>
          <a:bodyPr/>
          <a:lstStyle/>
          <a:p>
            <a:pPr>
              <a:defRPr/>
            </a:pPr>
            <a:fld id="{951F94F5-58D1-42ED-AB38-DD97D2E49478}" type="slidenum">
              <a:rPr lang="en-US" smtClean="0"/>
              <a:pPr>
                <a:defRPr/>
              </a:pPr>
              <a:t>19</a:t>
            </a:fld>
            <a:endParaRPr lang="en-US"/>
          </a:p>
        </p:txBody>
      </p:sp>
    </p:spTree>
    <p:extLst>
      <p:ext uri="{BB962C8B-B14F-4D97-AF65-F5344CB8AC3E}">
        <p14:creationId xmlns:p14="http://schemas.microsoft.com/office/powerpoint/2010/main" val="39302500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35B38-BC0E-2C09-912F-5D2A1ADC99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3C26F6-6443-B8FD-93DC-9A0636F93A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75BEA2-8BC1-1968-5000-41310FE9AB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F98D5A-CB87-0544-3B64-3698613E9E23}"/>
              </a:ext>
            </a:extLst>
          </p:cNvPr>
          <p:cNvSpPr>
            <a:spLocks noGrp="1"/>
          </p:cNvSpPr>
          <p:nvPr>
            <p:ph type="sldNum" sz="quarter" idx="5"/>
          </p:nvPr>
        </p:nvSpPr>
        <p:spPr/>
        <p:txBody>
          <a:bodyPr/>
          <a:lstStyle/>
          <a:p>
            <a:pPr>
              <a:defRPr/>
            </a:pPr>
            <a:fld id="{951F94F5-58D1-42ED-AB38-DD97D2E49478}" type="slidenum">
              <a:rPr lang="en-US" smtClean="0"/>
              <a:pPr>
                <a:defRPr/>
              </a:pPr>
              <a:t>20</a:t>
            </a:fld>
            <a:endParaRPr lang="en-US"/>
          </a:p>
        </p:txBody>
      </p:sp>
    </p:spTree>
    <p:extLst>
      <p:ext uri="{BB962C8B-B14F-4D97-AF65-F5344CB8AC3E}">
        <p14:creationId xmlns:p14="http://schemas.microsoft.com/office/powerpoint/2010/main" val="18966610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827EB-AA9B-EA57-73B1-368062B0C9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89A349-230D-873A-28CF-B10E97E292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52DD93-6043-5332-843F-B3DFA9CB0F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494AD9-E905-B25A-6EFF-9562FBBE3E79}"/>
              </a:ext>
            </a:extLst>
          </p:cNvPr>
          <p:cNvSpPr>
            <a:spLocks noGrp="1"/>
          </p:cNvSpPr>
          <p:nvPr>
            <p:ph type="sldNum" sz="quarter" idx="5"/>
          </p:nvPr>
        </p:nvSpPr>
        <p:spPr/>
        <p:txBody>
          <a:bodyPr/>
          <a:lstStyle/>
          <a:p>
            <a:pPr>
              <a:defRPr/>
            </a:pPr>
            <a:fld id="{951F94F5-58D1-42ED-AB38-DD97D2E49478}" type="slidenum">
              <a:rPr lang="en-US" smtClean="0"/>
              <a:pPr>
                <a:defRPr/>
              </a:pPr>
              <a:t>21</a:t>
            </a:fld>
            <a:endParaRPr lang="en-US"/>
          </a:p>
        </p:txBody>
      </p:sp>
    </p:spTree>
    <p:extLst>
      <p:ext uri="{BB962C8B-B14F-4D97-AF65-F5344CB8AC3E}">
        <p14:creationId xmlns:p14="http://schemas.microsoft.com/office/powerpoint/2010/main" val="31402620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2BB4C-AB5F-1AC9-2DBA-32EA05D64F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9A40CE-90CF-F5E7-5413-02B099BDF1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DDFE69-F24E-59B5-996F-AEF8930E15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1E2CCA2-7F94-A8FB-25C5-55EC5DC87BD4}"/>
              </a:ext>
            </a:extLst>
          </p:cNvPr>
          <p:cNvSpPr>
            <a:spLocks noGrp="1"/>
          </p:cNvSpPr>
          <p:nvPr>
            <p:ph type="sldNum" sz="quarter" idx="5"/>
          </p:nvPr>
        </p:nvSpPr>
        <p:spPr/>
        <p:txBody>
          <a:bodyPr/>
          <a:lstStyle/>
          <a:p>
            <a:pPr>
              <a:defRPr/>
            </a:pPr>
            <a:fld id="{951F94F5-58D1-42ED-AB38-DD97D2E49478}" type="slidenum">
              <a:rPr lang="en-US" smtClean="0"/>
              <a:pPr>
                <a:defRPr/>
              </a:pPr>
              <a:t>22</a:t>
            </a:fld>
            <a:endParaRPr lang="en-US"/>
          </a:p>
        </p:txBody>
      </p:sp>
    </p:spTree>
    <p:extLst>
      <p:ext uri="{BB962C8B-B14F-4D97-AF65-F5344CB8AC3E}">
        <p14:creationId xmlns:p14="http://schemas.microsoft.com/office/powerpoint/2010/main" val="16686901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73BDC-EDC0-8D98-BE97-3C3CD1B9CD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9C4546-90F6-3E4F-D253-A5F7B79895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5E5994-918F-F7A5-8CAF-32CBD4EF7A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447E59-20F8-E20D-733B-D8E2FC3AE5A1}"/>
              </a:ext>
            </a:extLst>
          </p:cNvPr>
          <p:cNvSpPr>
            <a:spLocks noGrp="1"/>
          </p:cNvSpPr>
          <p:nvPr>
            <p:ph type="sldNum" sz="quarter" idx="5"/>
          </p:nvPr>
        </p:nvSpPr>
        <p:spPr/>
        <p:txBody>
          <a:bodyPr/>
          <a:lstStyle/>
          <a:p>
            <a:pPr>
              <a:defRPr/>
            </a:pPr>
            <a:fld id="{951F94F5-58D1-42ED-AB38-DD97D2E49478}" type="slidenum">
              <a:rPr lang="en-US" smtClean="0"/>
              <a:pPr>
                <a:defRPr/>
              </a:pPr>
              <a:t>23</a:t>
            </a:fld>
            <a:endParaRPr lang="en-US"/>
          </a:p>
        </p:txBody>
      </p:sp>
    </p:spTree>
    <p:extLst>
      <p:ext uri="{BB962C8B-B14F-4D97-AF65-F5344CB8AC3E}">
        <p14:creationId xmlns:p14="http://schemas.microsoft.com/office/powerpoint/2010/main" val="5343911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CA909-58E1-BAC4-D079-D7E4F7754E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810EBF-322C-500F-8377-C86A07647A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8733E8-E514-1A68-04FA-06CF3295E2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DDEA13-5B11-EF0A-003A-05644313AFC4}"/>
              </a:ext>
            </a:extLst>
          </p:cNvPr>
          <p:cNvSpPr>
            <a:spLocks noGrp="1"/>
          </p:cNvSpPr>
          <p:nvPr>
            <p:ph type="sldNum" sz="quarter" idx="5"/>
          </p:nvPr>
        </p:nvSpPr>
        <p:spPr/>
        <p:txBody>
          <a:bodyPr/>
          <a:lstStyle/>
          <a:p>
            <a:pPr>
              <a:defRPr/>
            </a:pPr>
            <a:fld id="{951F94F5-58D1-42ED-AB38-DD97D2E49478}" type="slidenum">
              <a:rPr lang="en-US" smtClean="0"/>
              <a:pPr>
                <a:defRPr/>
              </a:pPr>
              <a:t>24</a:t>
            </a:fld>
            <a:endParaRPr lang="en-US"/>
          </a:p>
        </p:txBody>
      </p:sp>
    </p:spTree>
    <p:extLst>
      <p:ext uri="{BB962C8B-B14F-4D97-AF65-F5344CB8AC3E}">
        <p14:creationId xmlns:p14="http://schemas.microsoft.com/office/powerpoint/2010/main" val="37767544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974B3-631E-4FAF-02C3-677BD57B63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B46364-AEA4-2E01-11E9-3D1D2BAF50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26A12D-DC2A-D7E8-F9B7-8C99699C04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3BEBE5C-3664-B1C7-604D-CF7BD12041F5}"/>
              </a:ext>
            </a:extLst>
          </p:cNvPr>
          <p:cNvSpPr>
            <a:spLocks noGrp="1"/>
          </p:cNvSpPr>
          <p:nvPr>
            <p:ph type="sldNum" sz="quarter" idx="5"/>
          </p:nvPr>
        </p:nvSpPr>
        <p:spPr/>
        <p:txBody>
          <a:bodyPr/>
          <a:lstStyle/>
          <a:p>
            <a:pPr>
              <a:defRPr/>
            </a:pPr>
            <a:fld id="{951F94F5-58D1-42ED-AB38-DD97D2E49478}" type="slidenum">
              <a:rPr lang="en-US" smtClean="0"/>
              <a:pPr>
                <a:defRPr/>
              </a:pPr>
              <a:t>25</a:t>
            </a:fld>
            <a:endParaRPr lang="en-US"/>
          </a:p>
        </p:txBody>
      </p:sp>
    </p:spTree>
    <p:extLst>
      <p:ext uri="{BB962C8B-B14F-4D97-AF65-F5344CB8AC3E}">
        <p14:creationId xmlns:p14="http://schemas.microsoft.com/office/powerpoint/2010/main" val="17897986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6685C-E0F8-0873-E219-21804AFEAE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6EE0AE-6A86-DBE8-AC93-459BD4B026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14E09C-EC53-27E2-64AC-DA51D158EE6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C4BB7E-8509-589E-62B2-248C463FC615}"/>
              </a:ext>
            </a:extLst>
          </p:cNvPr>
          <p:cNvSpPr>
            <a:spLocks noGrp="1"/>
          </p:cNvSpPr>
          <p:nvPr>
            <p:ph type="sldNum" sz="quarter" idx="5"/>
          </p:nvPr>
        </p:nvSpPr>
        <p:spPr/>
        <p:txBody>
          <a:bodyPr/>
          <a:lstStyle/>
          <a:p>
            <a:pPr>
              <a:defRPr/>
            </a:pPr>
            <a:fld id="{951F94F5-58D1-42ED-AB38-DD97D2E49478}" type="slidenum">
              <a:rPr lang="en-US" smtClean="0"/>
              <a:pPr>
                <a:defRPr/>
              </a:pPr>
              <a:t>26</a:t>
            </a:fld>
            <a:endParaRPr lang="en-US"/>
          </a:p>
        </p:txBody>
      </p:sp>
    </p:spTree>
    <p:extLst>
      <p:ext uri="{BB962C8B-B14F-4D97-AF65-F5344CB8AC3E}">
        <p14:creationId xmlns:p14="http://schemas.microsoft.com/office/powerpoint/2010/main" val="3592930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D4E30-D5B4-821A-6DB7-FBFC1B796C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3A6718-6D3E-6058-610D-2DB4503203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AA340D-F79C-3D2C-6FA4-1D860572656D}"/>
              </a:ext>
            </a:extLst>
          </p:cNvPr>
          <p:cNvSpPr>
            <a:spLocks noGrp="1"/>
          </p:cNvSpPr>
          <p:nvPr>
            <p:ph type="body" idx="1"/>
          </p:nvPr>
        </p:nvSpPr>
        <p:spPr/>
        <p:txBody>
          <a:bodyPr/>
          <a:lstStyle/>
          <a:p>
            <a:r>
              <a:rPr lang="en-US" dirty="0"/>
              <a:t>since the emergence of artificial intelligence in 1950s, we have seen an exponential growth in its potential. </a:t>
            </a:r>
          </a:p>
        </p:txBody>
      </p:sp>
      <p:sp>
        <p:nvSpPr>
          <p:cNvPr id="4" name="Slide Number Placeholder 3">
            <a:extLst>
              <a:ext uri="{FF2B5EF4-FFF2-40B4-BE49-F238E27FC236}">
                <a16:creationId xmlns:a16="http://schemas.microsoft.com/office/drawing/2014/main" id="{372BA725-22CE-F4B0-AB16-AB5F33CE20B8}"/>
              </a:ext>
            </a:extLst>
          </p:cNvPr>
          <p:cNvSpPr>
            <a:spLocks noGrp="1"/>
          </p:cNvSpPr>
          <p:nvPr>
            <p:ph type="sldNum" sz="quarter" idx="5"/>
          </p:nvPr>
        </p:nvSpPr>
        <p:spPr/>
        <p:txBody>
          <a:bodyPr/>
          <a:lstStyle/>
          <a:p>
            <a:pPr>
              <a:defRPr/>
            </a:pPr>
            <a:fld id="{951F94F5-58D1-42ED-AB38-DD97D2E49478}" type="slidenum">
              <a:rPr lang="en-US" smtClean="0"/>
              <a:pPr>
                <a:defRPr/>
              </a:pPr>
              <a:t>27</a:t>
            </a:fld>
            <a:endParaRPr lang="en-US"/>
          </a:p>
        </p:txBody>
      </p:sp>
    </p:spTree>
    <p:extLst>
      <p:ext uri="{BB962C8B-B14F-4D97-AF65-F5344CB8AC3E}">
        <p14:creationId xmlns:p14="http://schemas.microsoft.com/office/powerpoint/2010/main" val="32794652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artificial intelligence helps in decision making, solving complex problems, it performs high-level computations, and also increases the accuracy of your predictions. </a:t>
            </a:r>
          </a:p>
        </p:txBody>
      </p:sp>
      <p:sp>
        <p:nvSpPr>
          <p:cNvPr id="4" name="Slide Number Placeholder 3"/>
          <p:cNvSpPr>
            <a:spLocks noGrp="1"/>
          </p:cNvSpPr>
          <p:nvPr>
            <p:ph type="sldNum" sz="quarter" idx="5"/>
          </p:nvPr>
        </p:nvSpPr>
        <p:spPr/>
        <p:txBody>
          <a:bodyPr/>
          <a:lstStyle/>
          <a:p>
            <a:pPr>
              <a:defRPr/>
            </a:pPr>
            <a:fld id="{951F94F5-58D1-42ED-AB38-DD97D2E49478}" type="slidenum">
              <a:rPr lang="en-US" smtClean="0"/>
              <a:pPr>
                <a:defRPr/>
              </a:pPr>
              <a:t>29</a:t>
            </a:fld>
            <a:endParaRPr lang="en-US"/>
          </a:p>
        </p:txBody>
      </p:sp>
    </p:spTree>
    <p:extLst>
      <p:ext uri="{BB962C8B-B14F-4D97-AF65-F5344CB8AC3E}">
        <p14:creationId xmlns:p14="http://schemas.microsoft.com/office/powerpoint/2010/main" val="29335524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0" y="783433"/>
            <a:ext cx="9144000" cy="1102519"/>
          </a:xfrm>
        </p:spPr>
        <p:txBody>
          <a:bodyPr/>
          <a:lstStyle>
            <a:lvl1pPr>
              <a:defRPr>
                <a:solidFill>
                  <a:schemeClr val="accent2"/>
                </a:solidFill>
              </a:defRPr>
            </a:lvl1pPr>
          </a:lstStyle>
          <a:p>
            <a:r>
              <a:rPr lang="en-US"/>
              <a:t>Click to edit Master title style</a:t>
            </a:r>
          </a:p>
        </p:txBody>
      </p:sp>
      <p:sp>
        <p:nvSpPr>
          <p:cNvPr id="5123" name="Rectangle 3"/>
          <p:cNvSpPr>
            <a:spLocks noGrp="1" noChangeArrowheads="1"/>
          </p:cNvSpPr>
          <p:nvPr>
            <p:ph type="subTitle" idx="1"/>
          </p:nvPr>
        </p:nvSpPr>
        <p:spPr>
          <a:xfrm>
            <a:off x="0" y="2743200"/>
            <a:ext cx="9144000" cy="1143000"/>
          </a:xfrm>
        </p:spPr>
        <p:txBody>
          <a:bodyPr/>
          <a:lstStyle>
            <a:lvl1pPr marL="0" indent="0" algn="ctr">
              <a:buFont typeface="Wingdings" pitchFamily="2" charset="2"/>
              <a:buNone/>
              <a:defRPr>
                <a:solidFill>
                  <a:schemeClr val="tx1"/>
                </a:solidFill>
              </a:defRPr>
            </a:lvl1pPr>
          </a:lstStyle>
          <a:p>
            <a:r>
              <a:rPr lang="en-US" dirty="0"/>
              <a:t>Click to edit Master subtitle style</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92E62938-84EC-488D-9CA4-E38E8D42E52F}"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91A05A8-D087-49F8-A68B-53BB47A7E6BF}"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1735" y="3305176"/>
            <a:ext cx="58293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541735" y="2180035"/>
            <a:ext cx="5829300" cy="1125140"/>
          </a:xfrm>
        </p:spPr>
        <p:txBody>
          <a:bodyPr anchor="b"/>
          <a:lstStyle>
            <a:lvl1pPr marL="0" indent="0">
              <a:buNone/>
              <a:defRPr sz="1500"/>
            </a:lvl1pPr>
            <a:lvl2pPr marL="342892" indent="0">
              <a:buNone/>
              <a:defRPr sz="1400"/>
            </a:lvl2pPr>
            <a:lvl3pPr marL="685783" indent="0">
              <a:buNone/>
              <a:defRPr sz="1200"/>
            </a:lvl3pPr>
            <a:lvl4pPr marL="1028675" indent="0">
              <a:buNone/>
              <a:defRPr sz="1100"/>
            </a:lvl4pPr>
            <a:lvl5pPr marL="1371566" indent="0">
              <a:buNone/>
              <a:defRPr sz="1100"/>
            </a:lvl5pPr>
            <a:lvl6pPr marL="1714457" indent="0">
              <a:buNone/>
              <a:defRPr sz="1100"/>
            </a:lvl6pPr>
            <a:lvl7pPr marL="2057348" indent="0">
              <a:buNone/>
              <a:defRPr sz="1100"/>
            </a:lvl7pPr>
            <a:lvl8pPr marL="2400240" indent="0">
              <a:buNone/>
              <a:defRPr sz="1100"/>
            </a:lvl8pPr>
            <a:lvl9pPr marL="2743132" indent="0">
              <a:buNone/>
              <a:defRPr sz="11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6BBC673-9CA8-4194-8E34-D666622A555E}"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42900" y="1200151"/>
            <a:ext cx="3028950" cy="3394472"/>
          </a:xfrm>
        </p:spPr>
        <p:txBody>
          <a:bodyPr/>
          <a:lstStyle>
            <a:lvl1pPr>
              <a:defRPr sz="2100"/>
            </a:lvl1pPr>
            <a:lvl2pPr>
              <a:defRPr sz="1800"/>
            </a:lvl2pPr>
            <a:lvl3pPr>
              <a:defRPr sz="15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86150" y="1200151"/>
            <a:ext cx="3028950" cy="3394472"/>
          </a:xfrm>
        </p:spPr>
        <p:txBody>
          <a:bodyPr/>
          <a:lstStyle>
            <a:lvl1pPr>
              <a:defRPr sz="2100"/>
            </a:lvl1pPr>
            <a:lvl2pPr>
              <a:defRPr sz="1800"/>
            </a:lvl2pPr>
            <a:lvl3pPr>
              <a:defRPr sz="15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2D0394BE-C7C4-4CA6-9240-6CDB29B2C93E}"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42901" y="1151335"/>
            <a:ext cx="3030141" cy="479822"/>
          </a:xfrm>
        </p:spPr>
        <p:txBody>
          <a:bodyPr anchor="b"/>
          <a:lstStyle>
            <a:lvl1pPr marL="0" indent="0">
              <a:buNone/>
              <a:defRPr sz="1800" b="1"/>
            </a:lvl1pPr>
            <a:lvl2pPr marL="342892" indent="0">
              <a:buNone/>
              <a:defRPr sz="1500" b="1"/>
            </a:lvl2pPr>
            <a:lvl3pPr marL="685783" indent="0">
              <a:buNone/>
              <a:defRPr sz="140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en-US"/>
              <a:t>Click to edit Master text styles</a:t>
            </a:r>
          </a:p>
        </p:txBody>
      </p:sp>
      <p:sp>
        <p:nvSpPr>
          <p:cNvPr id="4" name="Content Placeholder 3"/>
          <p:cNvSpPr>
            <a:spLocks noGrp="1"/>
          </p:cNvSpPr>
          <p:nvPr>
            <p:ph sz="half" idx="2"/>
          </p:nvPr>
        </p:nvSpPr>
        <p:spPr>
          <a:xfrm>
            <a:off x="342901" y="1631156"/>
            <a:ext cx="3030141" cy="2963466"/>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83770" y="1151335"/>
            <a:ext cx="3031331" cy="479822"/>
          </a:xfrm>
        </p:spPr>
        <p:txBody>
          <a:bodyPr anchor="b"/>
          <a:lstStyle>
            <a:lvl1pPr marL="0" indent="0">
              <a:buNone/>
              <a:defRPr sz="1800" b="1"/>
            </a:lvl1pPr>
            <a:lvl2pPr marL="342892" indent="0">
              <a:buNone/>
              <a:defRPr sz="1500" b="1"/>
            </a:lvl2pPr>
            <a:lvl3pPr marL="685783" indent="0">
              <a:buNone/>
              <a:defRPr sz="140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83770" y="1631156"/>
            <a:ext cx="3031331" cy="2963466"/>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7F5894F7-D2D8-4142-8878-126BF2DBE9F6}"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3E00470E-5877-48CB-82CD-3CCAD5E83536}"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21D85F8C-9C5D-49E8-8BBF-F28B73097F10}"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1" y="204787"/>
            <a:ext cx="2256235"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2681288" y="204789"/>
            <a:ext cx="3833813"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1" y="1076327"/>
            <a:ext cx="2256235" cy="3518297"/>
          </a:xfrm>
        </p:spPr>
        <p:txBody>
          <a:bodyPr/>
          <a:lstStyle>
            <a:lvl1pPr marL="0" indent="0">
              <a:buNone/>
              <a:defRPr sz="1100"/>
            </a:lvl1pPr>
            <a:lvl2pPr marL="342892" indent="0">
              <a:buNone/>
              <a:defRPr sz="900"/>
            </a:lvl2pPr>
            <a:lvl3pPr marL="685783" indent="0">
              <a:buNone/>
              <a:defRPr sz="800"/>
            </a:lvl3pPr>
            <a:lvl4pPr marL="1028675" indent="0">
              <a:buNone/>
              <a:defRPr sz="700"/>
            </a:lvl4pPr>
            <a:lvl5pPr marL="1371566" indent="0">
              <a:buNone/>
              <a:defRPr sz="700"/>
            </a:lvl5pPr>
            <a:lvl6pPr marL="1714457" indent="0">
              <a:buNone/>
              <a:defRPr sz="700"/>
            </a:lvl6pPr>
            <a:lvl7pPr marL="2057348" indent="0">
              <a:buNone/>
              <a:defRPr sz="700"/>
            </a:lvl7pPr>
            <a:lvl8pPr marL="2400240" indent="0">
              <a:buNone/>
              <a:defRPr sz="700"/>
            </a:lvl8pPr>
            <a:lvl9pPr marL="2743132" indent="0">
              <a:buNone/>
              <a:defRPr sz="7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19415B49-E272-4523-8166-1B1831C4B715}"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4216" y="3600451"/>
            <a:ext cx="41148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344216" y="459581"/>
            <a:ext cx="4114800" cy="3086100"/>
          </a:xfrm>
        </p:spPr>
        <p:txBody>
          <a:bodyPr/>
          <a:lstStyle>
            <a:lvl1pPr marL="0" indent="0">
              <a:buNone/>
              <a:defRPr sz="2400"/>
            </a:lvl1pPr>
            <a:lvl2pPr marL="342892" indent="0">
              <a:buNone/>
              <a:defRPr sz="2100"/>
            </a:lvl2pPr>
            <a:lvl3pPr marL="685783" indent="0">
              <a:buNone/>
              <a:defRPr sz="1800"/>
            </a:lvl3pPr>
            <a:lvl4pPr marL="1028675" indent="0">
              <a:buNone/>
              <a:defRPr sz="1500"/>
            </a:lvl4pPr>
            <a:lvl5pPr marL="1371566" indent="0">
              <a:buNone/>
              <a:defRPr sz="1500"/>
            </a:lvl5pPr>
            <a:lvl6pPr marL="1714457" indent="0">
              <a:buNone/>
              <a:defRPr sz="1500"/>
            </a:lvl6pPr>
            <a:lvl7pPr marL="2057348" indent="0">
              <a:buNone/>
              <a:defRPr sz="1500"/>
            </a:lvl7pPr>
            <a:lvl8pPr marL="2400240" indent="0">
              <a:buNone/>
              <a:defRPr sz="1500"/>
            </a:lvl8pPr>
            <a:lvl9pPr marL="2743132" indent="0">
              <a:buNone/>
              <a:defRPr sz="1500"/>
            </a:lvl9pPr>
          </a:lstStyle>
          <a:p>
            <a:pPr lvl="0"/>
            <a:endParaRPr lang="en-US" noProof="0"/>
          </a:p>
        </p:txBody>
      </p:sp>
      <p:sp>
        <p:nvSpPr>
          <p:cNvPr id="4" name="Text Placeholder 3"/>
          <p:cNvSpPr>
            <a:spLocks noGrp="1"/>
          </p:cNvSpPr>
          <p:nvPr>
            <p:ph type="body" sz="half" idx="2"/>
          </p:nvPr>
        </p:nvSpPr>
        <p:spPr>
          <a:xfrm>
            <a:off x="1344216" y="4025504"/>
            <a:ext cx="4114800" cy="603647"/>
          </a:xfrm>
        </p:spPr>
        <p:txBody>
          <a:bodyPr/>
          <a:lstStyle>
            <a:lvl1pPr marL="0" indent="0">
              <a:buNone/>
              <a:defRPr sz="1100"/>
            </a:lvl1pPr>
            <a:lvl2pPr marL="342892" indent="0">
              <a:buNone/>
              <a:defRPr sz="900"/>
            </a:lvl2pPr>
            <a:lvl3pPr marL="685783" indent="0">
              <a:buNone/>
              <a:defRPr sz="800"/>
            </a:lvl3pPr>
            <a:lvl4pPr marL="1028675" indent="0">
              <a:buNone/>
              <a:defRPr sz="700"/>
            </a:lvl4pPr>
            <a:lvl5pPr marL="1371566" indent="0">
              <a:buNone/>
              <a:defRPr sz="700"/>
            </a:lvl5pPr>
            <a:lvl6pPr marL="1714457" indent="0">
              <a:buNone/>
              <a:defRPr sz="700"/>
            </a:lvl6pPr>
            <a:lvl7pPr marL="2057348" indent="0">
              <a:buNone/>
              <a:defRPr sz="700"/>
            </a:lvl7pPr>
            <a:lvl8pPr marL="2400240" indent="0">
              <a:buNone/>
              <a:defRPr sz="700"/>
            </a:lvl8pPr>
            <a:lvl9pPr marL="2743132" indent="0">
              <a:buNone/>
              <a:defRPr sz="7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1F87A090-BAD4-4341-AC7F-A731585BC0A0}"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699B4F5-F495-445A-AD57-B1A0CC0AEFE3}"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72050" y="205980"/>
            <a:ext cx="154305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42900" y="205980"/>
            <a:ext cx="451485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8113C1C-2065-443A-845F-EE82C0FEFE92}"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53720-3816-381E-EB06-FB553BB258FA}"/>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PK"/>
          </a:p>
        </p:txBody>
      </p:sp>
      <p:sp>
        <p:nvSpPr>
          <p:cNvPr id="3" name="Subtitle 2">
            <a:extLst>
              <a:ext uri="{FF2B5EF4-FFF2-40B4-BE49-F238E27FC236}">
                <a16:creationId xmlns:a16="http://schemas.microsoft.com/office/drawing/2014/main" id="{D509A3BF-9B33-DBA2-7E40-BA8D7554329F}"/>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CEF9BF09-C8C7-FEBB-73F7-946D690698BA}"/>
              </a:ext>
            </a:extLst>
          </p:cNvPr>
          <p:cNvSpPr>
            <a:spLocks noGrp="1"/>
          </p:cNvSpPr>
          <p:nvPr>
            <p:ph type="dt" sz="half" idx="10"/>
          </p:nvPr>
        </p:nvSpPr>
        <p:spPr/>
        <p:txBody>
          <a:bodyPr/>
          <a:lstStyle/>
          <a:p>
            <a:fld id="{4B1B422B-D56B-48A6-BE4D-0AAC7D67A4F0}" type="datetimeFigureOut">
              <a:rPr lang="en-PK" smtClean="0"/>
              <a:t>10/15/2025</a:t>
            </a:fld>
            <a:endParaRPr lang="en-PK"/>
          </a:p>
        </p:txBody>
      </p:sp>
      <p:sp>
        <p:nvSpPr>
          <p:cNvPr id="5" name="Footer Placeholder 4">
            <a:extLst>
              <a:ext uri="{FF2B5EF4-FFF2-40B4-BE49-F238E27FC236}">
                <a16:creationId xmlns:a16="http://schemas.microsoft.com/office/drawing/2014/main" id="{ED452A2D-B611-36A4-1555-70458F8A4495}"/>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D2B148D1-A7D7-FCDA-0382-278EF7CCC62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2571345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10FBD-5708-B085-7163-E9B8F55B5ED3}"/>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ECC8CFDE-AF79-6214-4E80-4629A71570C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F5506B77-41C4-B60D-171B-4127A106DACC}"/>
              </a:ext>
            </a:extLst>
          </p:cNvPr>
          <p:cNvSpPr>
            <a:spLocks noGrp="1"/>
          </p:cNvSpPr>
          <p:nvPr>
            <p:ph type="dt" sz="half" idx="10"/>
          </p:nvPr>
        </p:nvSpPr>
        <p:spPr/>
        <p:txBody>
          <a:bodyPr/>
          <a:lstStyle/>
          <a:p>
            <a:fld id="{4B1B422B-D56B-48A6-BE4D-0AAC7D67A4F0}" type="datetimeFigureOut">
              <a:rPr lang="en-PK" smtClean="0"/>
              <a:t>10/15/2025</a:t>
            </a:fld>
            <a:endParaRPr lang="en-PK"/>
          </a:p>
        </p:txBody>
      </p:sp>
      <p:sp>
        <p:nvSpPr>
          <p:cNvPr id="5" name="Footer Placeholder 4">
            <a:extLst>
              <a:ext uri="{FF2B5EF4-FFF2-40B4-BE49-F238E27FC236}">
                <a16:creationId xmlns:a16="http://schemas.microsoft.com/office/drawing/2014/main" id="{34C12C56-0D12-81DD-F88C-B3DF7C19188F}"/>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C32B8C87-E64E-2CF6-F59F-34261450950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7087901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C20F4-56B4-ED58-3666-E30DB62F54C8}"/>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299DD55C-3A71-9766-7BE1-256FF83201AC}"/>
              </a:ext>
            </a:extLst>
          </p:cNvPr>
          <p:cNvSpPr>
            <a:spLocks noGrp="1"/>
          </p:cNvSpPr>
          <p:nvPr>
            <p:ph type="body" idx="1"/>
          </p:nvPr>
        </p:nvSpPr>
        <p:spPr>
          <a:xfrm>
            <a:off x="623888"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C34CCA-0EC2-8307-6A0E-B2DE70E458B8}"/>
              </a:ext>
            </a:extLst>
          </p:cNvPr>
          <p:cNvSpPr>
            <a:spLocks noGrp="1"/>
          </p:cNvSpPr>
          <p:nvPr>
            <p:ph type="dt" sz="half" idx="10"/>
          </p:nvPr>
        </p:nvSpPr>
        <p:spPr/>
        <p:txBody>
          <a:bodyPr/>
          <a:lstStyle/>
          <a:p>
            <a:fld id="{4B1B422B-D56B-48A6-BE4D-0AAC7D67A4F0}" type="datetimeFigureOut">
              <a:rPr lang="en-PK" smtClean="0"/>
              <a:t>10/15/2025</a:t>
            </a:fld>
            <a:endParaRPr lang="en-PK"/>
          </a:p>
        </p:txBody>
      </p:sp>
      <p:sp>
        <p:nvSpPr>
          <p:cNvPr id="5" name="Footer Placeholder 4">
            <a:extLst>
              <a:ext uri="{FF2B5EF4-FFF2-40B4-BE49-F238E27FC236}">
                <a16:creationId xmlns:a16="http://schemas.microsoft.com/office/drawing/2014/main" id="{FC8B5AD0-2406-4741-9B27-130E3F62CD57}"/>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0CE28277-6902-C86D-48CA-4EF489EEFD10}"/>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8987613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8B771-A201-CABE-C531-1DEEA3F6CDED}"/>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A1D12095-55BE-312A-0541-980C275F6B25}"/>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A2BF5121-B39D-77AE-FDA8-79EB39DCD8A3}"/>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883E837C-E895-AB1D-35B1-D86D86CAD54F}"/>
              </a:ext>
            </a:extLst>
          </p:cNvPr>
          <p:cNvSpPr>
            <a:spLocks noGrp="1"/>
          </p:cNvSpPr>
          <p:nvPr>
            <p:ph type="dt" sz="half" idx="10"/>
          </p:nvPr>
        </p:nvSpPr>
        <p:spPr/>
        <p:txBody>
          <a:bodyPr/>
          <a:lstStyle/>
          <a:p>
            <a:fld id="{4B1B422B-D56B-48A6-BE4D-0AAC7D67A4F0}" type="datetimeFigureOut">
              <a:rPr lang="en-PK" smtClean="0"/>
              <a:t>10/15/2025</a:t>
            </a:fld>
            <a:endParaRPr lang="en-PK"/>
          </a:p>
        </p:txBody>
      </p:sp>
      <p:sp>
        <p:nvSpPr>
          <p:cNvPr id="6" name="Footer Placeholder 5">
            <a:extLst>
              <a:ext uri="{FF2B5EF4-FFF2-40B4-BE49-F238E27FC236}">
                <a16:creationId xmlns:a16="http://schemas.microsoft.com/office/drawing/2014/main" id="{4B2D6123-FDDB-E74B-B67B-3B7436A58D59}"/>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A834099A-D6CD-7317-CE16-5B189A67A82D}"/>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7219020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B40B2-2987-4772-A133-4D54679C7316}"/>
              </a:ext>
            </a:extLst>
          </p:cNvPr>
          <p:cNvSpPr>
            <a:spLocks noGrp="1"/>
          </p:cNvSpPr>
          <p:nvPr>
            <p:ph type="title"/>
          </p:nvPr>
        </p:nvSpPr>
        <p:spPr>
          <a:xfrm>
            <a:off x="629841" y="273844"/>
            <a:ext cx="7886700" cy="994172"/>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E4968140-1825-DBB1-561C-E023ED6AE953}"/>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9396F8CF-4A87-97A7-E51E-E57DA829BD73}"/>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3CDC6A12-68C0-50BD-32DF-9162AAC03A34}"/>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028C1AD-FE87-70BE-AE5A-60BA867E356F}"/>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38C61F5D-B757-4D74-9774-E02C64ECBB79}"/>
              </a:ext>
            </a:extLst>
          </p:cNvPr>
          <p:cNvSpPr>
            <a:spLocks noGrp="1"/>
          </p:cNvSpPr>
          <p:nvPr>
            <p:ph type="dt" sz="half" idx="10"/>
          </p:nvPr>
        </p:nvSpPr>
        <p:spPr/>
        <p:txBody>
          <a:bodyPr/>
          <a:lstStyle/>
          <a:p>
            <a:fld id="{4B1B422B-D56B-48A6-BE4D-0AAC7D67A4F0}" type="datetimeFigureOut">
              <a:rPr lang="en-PK" smtClean="0"/>
              <a:t>10/15/2025</a:t>
            </a:fld>
            <a:endParaRPr lang="en-PK"/>
          </a:p>
        </p:txBody>
      </p:sp>
      <p:sp>
        <p:nvSpPr>
          <p:cNvPr id="8" name="Footer Placeholder 7">
            <a:extLst>
              <a:ext uri="{FF2B5EF4-FFF2-40B4-BE49-F238E27FC236}">
                <a16:creationId xmlns:a16="http://schemas.microsoft.com/office/drawing/2014/main" id="{5E5577DB-660B-4D6D-1ABD-CD10BED5411A}"/>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0D59736A-5F3E-FF09-F99B-AD539ED8EB8B}"/>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8437697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34501-7D1D-32DF-175C-23D723FA31D1}"/>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EE3C3BAA-C826-94A1-99A7-35E780AE0B19}"/>
              </a:ext>
            </a:extLst>
          </p:cNvPr>
          <p:cNvSpPr>
            <a:spLocks noGrp="1"/>
          </p:cNvSpPr>
          <p:nvPr>
            <p:ph type="dt" sz="half" idx="10"/>
          </p:nvPr>
        </p:nvSpPr>
        <p:spPr/>
        <p:txBody>
          <a:bodyPr/>
          <a:lstStyle/>
          <a:p>
            <a:fld id="{4B1B422B-D56B-48A6-BE4D-0AAC7D67A4F0}" type="datetimeFigureOut">
              <a:rPr lang="en-PK" smtClean="0"/>
              <a:t>10/15/2025</a:t>
            </a:fld>
            <a:endParaRPr lang="en-PK"/>
          </a:p>
        </p:txBody>
      </p:sp>
      <p:sp>
        <p:nvSpPr>
          <p:cNvPr id="4" name="Footer Placeholder 3">
            <a:extLst>
              <a:ext uri="{FF2B5EF4-FFF2-40B4-BE49-F238E27FC236}">
                <a16:creationId xmlns:a16="http://schemas.microsoft.com/office/drawing/2014/main" id="{6081178B-4DCB-1221-F1E4-F1E1BB12B6B4}"/>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A44CF76B-5981-48D4-1508-AC4C69CF3D1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0651373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672966-C101-DBA0-31A6-0DEDED54D6F8}"/>
              </a:ext>
            </a:extLst>
          </p:cNvPr>
          <p:cNvSpPr>
            <a:spLocks noGrp="1"/>
          </p:cNvSpPr>
          <p:nvPr>
            <p:ph type="dt" sz="half" idx="10"/>
          </p:nvPr>
        </p:nvSpPr>
        <p:spPr/>
        <p:txBody>
          <a:bodyPr/>
          <a:lstStyle/>
          <a:p>
            <a:fld id="{4B1B422B-D56B-48A6-BE4D-0AAC7D67A4F0}" type="datetimeFigureOut">
              <a:rPr lang="en-PK" smtClean="0"/>
              <a:t>10/15/2025</a:t>
            </a:fld>
            <a:endParaRPr lang="en-PK"/>
          </a:p>
        </p:txBody>
      </p:sp>
      <p:sp>
        <p:nvSpPr>
          <p:cNvPr id="3" name="Footer Placeholder 2">
            <a:extLst>
              <a:ext uri="{FF2B5EF4-FFF2-40B4-BE49-F238E27FC236}">
                <a16:creationId xmlns:a16="http://schemas.microsoft.com/office/drawing/2014/main" id="{9EE2644B-ACC8-BACF-D571-05B35854EF3C}"/>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E6A988BF-9305-AA0B-6DC3-C0ABE5ECAB22}"/>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544727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FE64C-50F1-B827-5189-582FAD926776}"/>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54D9AB93-9C36-D887-5560-612DD4D039AC}"/>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E6BB17D3-FD48-BFB0-34D1-FF569AAE27D8}"/>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8179BE8-7490-2442-C273-BD66D16FCAF9}"/>
              </a:ext>
            </a:extLst>
          </p:cNvPr>
          <p:cNvSpPr>
            <a:spLocks noGrp="1"/>
          </p:cNvSpPr>
          <p:nvPr>
            <p:ph type="dt" sz="half" idx="10"/>
          </p:nvPr>
        </p:nvSpPr>
        <p:spPr/>
        <p:txBody>
          <a:bodyPr/>
          <a:lstStyle/>
          <a:p>
            <a:fld id="{4B1B422B-D56B-48A6-BE4D-0AAC7D67A4F0}" type="datetimeFigureOut">
              <a:rPr lang="en-PK" smtClean="0"/>
              <a:t>10/15/2025</a:t>
            </a:fld>
            <a:endParaRPr lang="en-PK"/>
          </a:p>
        </p:txBody>
      </p:sp>
      <p:sp>
        <p:nvSpPr>
          <p:cNvPr id="6" name="Footer Placeholder 5">
            <a:extLst>
              <a:ext uri="{FF2B5EF4-FFF2-40B4-BE49-F238E27FC236}">
                <a16:creationId xmlns:a16="http://schemas.microsoft.com/office/drawing/2014/main" id="{0FD5BC4B-BA90-7AD7-16B6-69BDF8769695}"/>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362A8F57-9EAE-C269-11A8-B5A74CDE64B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9852639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80BEE-A111-9AA1-C4B8-12E07D7C8048}"/>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B84BFE80-195D-9F83-E5BD-060B5AA0882D}"/>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PK"/>
          </a:p>
        </p:txBody>
      </p:sp>
      <p:sp>
        <p:nvSpPr>
          <p:cNvPr id="4" name="Text Placeholder 3">
            <a:extLst>
              <a:ext uri="{FF2B5EF4-FFF2-40B4-BE49-F238E27FC236}">
                <a16:creationId xmlns:a16="http://schemas.microsoft.com/office/drawing/2014/main" id="{754A238C-BD32-C671-142B-4FE5368F5F08}"/>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C304E100-6E96-3ED0-92D2-1900C5852E80}"/>
              </a:ext>
            </a:extLst>
          </p:cNvPr>
          <p:cNvSpPr>
            <a:spLocks noGrp="1"/>
          </p:cNvSpPr>
          <p:nvPr>
            <p:ph type="dt" sz="half" idx="10"/>
          </p:nvPr>
        </p:nvSpPr>
        <p:spPr/>
        <p:txBody>
          <a:bodyPr/>
          <a:lstStyle/>
          <a:p>
            <a:fld id="{4B1B422B-D56B-48A6-BE4D-0AAC7D67A4F0}" type="datetimeFigureOut">
              <a:rPr lang="en-PK" smtClean="0"/>
              <a:t>10/15/2025</a:t>
            </a:fld>
            <a:endParaRPr lang="en-PK"/>
          </a:p>
        </p:txBody>
      </p:sp>
      <p:sp>
        <p:nvSpPr>
          <p:cNvPr id="6" name="Footer Placeholder 5">
            <a:extLst>
              <a:ext uri="{FF2B5EF4-FFF2-40B4-BE49-F238E27FC236}">
                <a16:creationId xmlns:a16="http://schemas.microsoft.com/office/drawing/2014/main" id="{2D5F1DA5-7BB0-0309-3E65-44DDEF3141C5}"/>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8BBCBEC1-69B8-F2EB-CAFA-5A294439A174}"/>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18977047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CBA61-3CE4-676D-E6E6-A0F3A45D85C7}"/>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58BE53C3-DEB7-D4D6-59C2-76D2BCA2334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1EEC23A6-4DEE-2B0F-F9E8-AF8E0897C7BA}"/>
              </a:ext>
            </a:extLst>
          </p:cNvPr>
          <p:cNvSpPr>
            <a:spLocks noGrp="1"/>
          </p:cNvSpPr>
          <p:nvPr>
            <p:ph type="dt" sz="half" idx="10"/>
          </p:nvPr>
        </p:nvSpPr>
        <p:spPr/>
        <p:txBody>
          <a:bodyPr/>
          <a:lstStyle/>
          <a:p>
            <a:fld id="{4B1B422B-D56B-48A6-BE4D-0AAC7D67A4F0}" type="datetimeFigureOut">
              <a:rPr lang="en-PK" smtClean="0"/>
              <a:t>10/15/2025</a:t>
            </a:fld>
            <a:endParaRPr lang="en-PK"/>
          </a:p>
        </p:txBody>
      </p:sp>
      <p:sp>
        <p:nvSpPr>
          <p:cNvPr id="5" name="Footer Placeholder 4">
            <a:extLst>
              <a:ext uri="{FF2B5EF4-FFF2-40B4-BE49-F238E27FC236}">
                <a16:creationId xmlns:a16="http://schemas.microsoft.com/office/drawing/2014/main" id="{033BC7B1-D071-396D-DD27-D6F3B7A2FD30}"/>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D03EEB43-9506-19FD-C9B4-95B5C0754F0F}"/>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5776748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F5FC5C-5F00-9053-F0A9-CBBC1DB3BC60}"/>
              </a:ext>
            </a:extLst>
          </p:cNvPr>
          <p:cNvSpPr>
            <a:spLocks noGrp="1"/>
          </p:cNvSpPr>
          <p:nvPr>
            <p:ph type="title" orient="vert"/>
          </p:nvPr>
        </p:nvSpPr>
        <p:spPr>
          <a:xfrm>
            <a:off x="6543675" y="273844"/>
            <a:ext cx="1971675" cy="4358879"/>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79D03B86-E126-76D5-C128-6EBFBA70C23B}"/>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A2B410F2-965D-9F7B-B99A-D14566919EDD}"/>
              </a:ext>
            </a:extLst>
          </p:cNvPr>
          <p:cNvSpPr>
            <a:spLocks noGrp="1"/>
          </p:cNvSpPr>
          <p:nvPr>
            <p:ph type="dt" sz="half" idx="10"/>
          </p:nvPr>
        </p:nvSpPr>
        <p:spPr/>
        <p:txBody>
          <a:bodyPr/>
          <a:lstStyle/>
          <a:p>
            <a:fld id="{4B1B422B-D56B-48A6-BE4D-0AAC7D67A4F0}" type="datetimeFigureOut">
              <a:rPr lang="en-PK" smtClean="0"/>
              <a:t>10/15/2025</a:t>
            </a:fld>
            <a:endParaRPr lang="en-PK"/>
          </a:p>
        </p:txBody>
      </p:sp>
      <p:sp>
        <p:nvSpPr>
          <p:cNvPr id="5" name="Footer Placeholder 4">
            <a:extLst>
              <a:ext uri="{FF2B5EF4-FFF2-40B4-BE49-F238E27FC236}">
                <a16:creationId xmlns:a16="http://schemas.microsoft.com/office/drawing/2014/main" id="{B06D7986-9CB8-9DAB-9592-00A9C473E261}"/>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0E32B750-7CCD-A09C-870B-641AB424505B}"/>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2099609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0" y="-19050"/>
            <a:ext cx="9144000" cy="857250"/>
          </a:xfrm>
          <a:prstGeom prst="rect">
            <a:avLst/>
          </a:prstGeom>
          <a:noFill/>
          <a:ln w="9525">
            <a:noFill/>
            <a:miter lim="800000"/>
            <a:headEnd/>
            <a:tailEnd/>
          </a:ln>
        </p:spPr>
        <p:txBody>
          <a:bodyPr vert="horz" wrap="square" lIns="68579" tIns="34289" rIns="68579" bIns="34289" numCol="1" anchor="ctr" anchorCtr="0" compatLnSpc="1">
            <a:prstTxWarp prst="textNoShape">
              <a:avLst/>
            </a:prstTxWarp>
          </a:bodyPr>
          <a:lstStyle/>
          <a:p>
            <a:pPr lvl="0"/>
            <a:r>
              <a:rPr lang="en-US" dirty="0"/>
              <a:t>Click to edit Master title style</a:t>
            </a:r>
          </a:p>
        </p:txBody>
      </p:sp>
      <p:sp>
        <p:nvSpPr>
          <p:cNvPr id="3075" name="Rectangle 3"/>
          <p:cNvSpPr>
            <a:spLocks noGrp="1" noChangeArrowheads="1"/>
          </p:cNvSpPr>
          <p:nvPr>
            <p:ph type="body" idx="1"/>
          </p:nvPr>
        </p:nvSpPr>
        <p:spPr bwMode="auto">
          <a:xfrm>
            <a:off x="304800" y="1047750"/>
            <a:ext cx="8534400" cy="3546873"/>
          </a:xfrm>
          <a:prstGeom prst="rect">
            <a:avLst/>
          </a:prstGeom>
          <a:noFill/>
          <a:ln w="9525">
            <a:noFill/>
            <a:miter lim="800000"/>
            <a:headEnd/>
            <a:tailEnd/>
          </a:ln>
        </p:spPr>
        <p:txBody>
          <a:bodyPr vert="horz" wrap="square" lIns="68579" tIns="34289" rIns="68579" bIns="34289"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100" name="Rectangle 4"/>
          <p:cNvSpPr>
            <a:spLocks noGrp="1" noChangeArrowheads="1"/>
          </p:cNvSpPr>
          <p:nvPr>
            <p:ph type="dt" sz="half" idx="2"/>
          </p:nvPr>
        </p:nvSpPr>
        <p:spPr bwMode="auto">
          <a:xfrm>
            <a:off x="342900" y="4683919"/>
            <a:ext cx="1600200" cy="357188"/>
          </a:xfrm>
          <a:prstGeom prst="rect">
            <a:avLst/>
          </a:prstGeom>
          <a:noFill/>
          <a:ln w="9525">
            <a:noFill/>
            <a:miter lim="800000"/>
            <a:headEnd/>
            <a:tailEnd/>
          </a:ln>
          <a:effectLst/>
        </p:spPr>
        <p:txBody>
          <a:bodyPr vert="horz" wrap="square" lIns="68579" tIns="34289" rIns="68579" bIns="34289" numCol="1" anchor="t" anchorCtr="0" compatLnSpc="1">
            <a:prstTxWarp prst="textNoShape">
              <a:avLst/>
            </a:prstTxWarp>
          </a:bodyPr>
          <a:lstStyle>
            <a:lvl1pPr>
              <a:defRPr sz="1100"/>
            </a:lvl1pPr>
          </a:lstStyle>
          <a:p>
            <a:pPr>
              <a:defRPr/>
            </a:pPr>
            <a:endParaRPr lang="en-US"/>
          </a:p>
        </p:txBody>
      </p:sp>
      <p:sp>
        <p:nvSpPr>
          <p:cNvPr id="4101" name="Rectangle 5"/>
          <p:cNvSpPr>
            <a:spLocks noGrp="1" noChangeArrowheads="1"/>
          </p:cNvSpPr>
          <p:nvPr>
            <p:ph type="ftr" sz="quarter" idx="3"/>
          </p:nvPr>
        </p:nvSpPr>
        <p:spPr bwMode="auto">
          <a:xfrm>
            <a:off x="2343150" y="4683919"/>
            <a:ext cx="2171700" cy="357188"/>
          </a:xfrm>
          <a:prstGeom prst="rect">
            <a:avLst/>
          </a:prstGeom>
          <a:noFill/>
          <a:ln w="9525">
            <a:noFill/>
            <a:miter lim="800000"/>
            <a:headEnd/>
            <a:tailEnd/>
          </a:ln>
          <a:effectLst/>
        </p:spPr>
        <p:txBody>
          <a:bodyPr vert="horz" wrap="square" lIns="68579" tIns="34289" rIns="68579" bIns="34289" numCol="1" anchor="t" anchorCtr="0" compatLnSpc="1">
            <a:prstTxWarp prst="textNoShape">
              <a:avLst/>
            </a:prstTxWarp>
          </a:bodyPr>
          <a:lstStyle>
            <a:lvl1pPr algn="ctr">
              <a:defRPr sz="1100"/>
            </a:lvl1pPr>
          </a:lstStyle>
          <a:p>
            <a:pPr>
              <a:defRPr/>
            </a:pPr>
            <a:endParaRPr lang="en-US"/>
          </a:p>
        </p:txBody>
      </p:sp>
      <p:sp>
        <p:nvSpPr>
          <p:cNvPr id="4102" name="Rectangle 6"/>
          <p:cNvSpPr>
            <a:spLocks noGrp="1" noChangeArrowheads="1"/>
          </p:cNvSpPr>
          <p:nvPr>
            <p:ph type="sldNum" sz="quarter" idx="4"/>
          </p:nvPr>
        </p:nvSpPr>
        <p:spPr bwMode="auto">
          <a:xfrm>
            <a:off x="4914900" y="4683919"/>
            <a:ext cx="1600200" cy="357188"/>
          </a:xfrm>
          <a:prstGeom prst="rect">
            <a:avLst/>
          </a:prstGeom>
          <a:noFill/>
          <a:ln w="9525">
            <a:noFill/>
            <a:miter lim="800000"/>
            <a:headEnd/>
            <a:tailEnd/>
          </a:ln>
          <a:effectLst/>
        </p:spPr>
        <p:txBody>
          <a:bodyPr vert="horz" wrap="square" lIns="68579" tIns="34289" rIns="68579" bIns="34289" numCol="1" anchor="t" anchorCtr="0" compatLnSpc="1">
            <a:prstTxWarp prst="textNoShape">
              <a:avLst/>
            </a:prstTxWarp>
          </a:bodyPr>
          <a:lstStyle>
            <a:lvl1pPr algn="r">
              <a:defRPr sz="1100"/>
            </a:lvl1pPr>
          </a:lstStyle>
          <a:p>
            <a:pPr>
              <a:defRPr/>
            </a:pPr>
            <a:fld id="{529FA7E6-6E6F-4B77-AE36-D459A899DDD1}" type="slidenum">
              <a:rPr lang="en-US"/>
              <a:pPr>
                <a:defRPr/>
              </a:pPr>
              <a:t>‹#›</a:t>
            </a:fld>
            <a:endParaRPr lang="en-US"/>
          </a:p>
        </p:txBody>
      </p:sp>
      <p:sp>
        <p:nvSpPr>
          <p:cNvPr id="4103" name="Rectangle 7"/>
          <p:cNvSpPr>
            <a:spLocks noChangeArrowheads="1"/>
          </p:cNvSpPr>
          <p:nvPr/>
        </p:nvSpPr>
        <p:spPr bwMode="auto">
          <a:xfrm>
            <a:off x="0" y="773431"/>
            <a:ext cx="9144000" cy="45719"/>
          </a:xfrm>
          <a:prstGeom prst="rect">
            <a:avLst/>
          </a:prstGeom>
          <a:gradFill rotWithShape="1">
            <a:gsLst>
              <a:gs pos="0">
                <a:srgbClr val="0000CC"/>
              </a:gs>
              <a:gs pos="100000">
                <a:schemeClr val="tx1"/>
              </a:gs>
            </a:gsLst>
            <a:lin ang="0" scaled="1"/>
          </a:gradFill>
          <a:ln w="9525">
            <a:solidFill>
              <a:schemeClr val="tx1"/>
            </a:solidFill>
            <a:miter lim="800000"/>
            <a:headEnd/>
            <a:tailEnd/>
          </a:ln>
          <a:effectLst/>
        </p:spPr>
        <p:txBody>
          <a:bodyPr wrap="none" lIns="68579" tIns="34289" rIns="68579" bIns="34289" anchor="ctr"/>
          <a:lstStyle/>
          <a:p>
            <a:pPr>
              <a:defRPr/>
            </a:pPr>
            <a:endParaRPr lang="en-US"/>
          </a:p>
        </p:txBody>
      </p:sp>
    </p:spTree>
  </p:cSld>
  <p:clrMap bg1="lt1" tx1="dk1" bg2="lt2" tx2="dk2" accent1="accent1" accent2="accent2" accent3="accent3" accent4="accent4" accent5="accent5" accent6="accent6" hlink="hlink" folHlink="folHlink"/>
  <p:sldLayoutIdLst>
    <p:sldLayoutId id="2147483792"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xStyles>
    <p:titleStyle>
      <a:lvl1pPr algn="ctr" rtl="0" eaLnBrk="0" fontAlgn="base" hangingPunct="0">
        <a:spcBef>
          <a:spcPct val="0"/>
        </a:spcBef>
        <a:spcAft>
          <a:spcPct val="0"/>
        </a:spcAft>
        <a:defRPr sz="3300">
          <a:solidFill>
            <a:schemeClr val="tx2"/>
          </a:solidFill>
          <a:latin typeface="Calibri" pitchFamily="34" charset="0"/>
          <a:ea typeface="+mj-ea"/>
          <a:cs typeface="+mj-cs"/>
        </a:defRPr>
      </a:lvl1pPr>
      <a:lvl2pPr algn="ctr" rtl="0" eaLnBrk="0" fontAlgn="base" hangingPunct="0">
        <a:spcBef>
          <a:spcPct val="0"/>
        </a:spcBef>
        <a:spcAft>
          <a:spcPct val="0"/>
        </a:spcAft>
        <a:defRPr sz="3300">
          <a:solidFill>
            <a:schemeClr val="tx2"/>
          </a:solidFill>
          <a:latin typeface="Arial" charset="0"/>
        </a:defRPr>
      </a:lvl2pPr>
      <a:lvl3pPr algn="ctr" rtl="0" eaLnBrk="0" fontAlgn="base" hangingPunct="0">
        <a:spcBef>
          <a:spcPct val="0"/>
        </a:spcBef>
        <a:spcAft>
          <a:spcPct val="0"/>
        </a:spcAft>
        <a:defRPr sz="3300">
          <a:solidFill>
            <a:schemeClr val="tx2"/>
          </a:solidFill>
          <a:latin typeface="Arial" charset="0"/>
        </a:defRPr>
      </a:lvl3pPr>
      <a:lvl4pPr algn="ctr" rtl="0" eaLnBrk="0" fontAlgn="base" hangingPunct="0">
        <a:spcBef>
          <a:spcPct val="0"/>
        </a:spcBef>
        <a:spcAft>
          <a:spcPct val="0"/>
        </a:spcAft>
        <a:defRPr sz="3300">
          <a:solidFill>
            <a:schemeClr val="tx2"/>
          </a:solidFill>
          <a:latin typeface="Arial" charset="0"/>
        </a:defRPr>
      </a:lvl4pPr>
      <a:lvl5pPr algn="ctr" rtl="0" eaLnBrk="0" fontAlgn="base" hangingPunct="0">
        <a:spcBef>
          <a:spcPct val="0"/>
        </a:spcBef>
        <a:spcAft>
          <a:spcPct val="0"/>
        </a:spcAft>
        <a:defRPr sz="3300">
          <a:solidFill>
            <a:schemeClr val="tx2"/>
          </a:solidFill>
          <a:latin typeface="Arial" charset="0"/>
        </a:defRPr>
      </a:lvl5pPr>
      <a:lvl6pPr marL="342892" algn="ctr" rtl="0" fontAlgn="base">
        <a:spcBef>
          <a:spcPct val="0"/>
        </a:spcBef>
        <a:spcAft>
          <a:spcPct val="0"/>
        </a:spcAft>
        <a:defRPr sz="3300">
          <a:solidFill>
            <a:schemeClr val="tx2"/>
          </a:solidFill>
          <a:latin typeface="Arial" charset="0"/>
        </a:defRPr>
      </a:lvl6pPr>
      <a:lvl7pPr marL="685783" algn="ctr" rtl="0" fontAlgn="base">
        <a:spcBef>
          <a:spcPct val="0"/>
        </a:spcBef>
        <a:spcAft>
          <a:spcPct val="0"/>
        </a:spcAft>
        <a:defRPr sz="3300">
          <a:solidFill>
            <a:schemeClr val="tx2"/>
          </a:solidFill>
          <a:latin typeface="Arial" charset="0"/>
        </a:defRPr>
      </a:lvl7pPr>
      <a:lvl8pPr marL="1028675" algn="ctr" rtl="0" fontAlgn="base">
        <a:spcBef>
          <a:spcPct val="0"/>
        </a:spcBef>
        <a:spcAft>
          <a:spcPct val="0"/>
        </a:spcAft>
        <a:defRPr sz="3300">
          <a:solidFill>
            <a:schemeClr val="tx2"/>
          </a:solidFill>
          <a:latin typeface="Arial" charset="0"/>
        </a:defRPr>
      </a:lvl8pPr>
      <a:lvl9pPr marL="1371566" algn="ctr" rtl="0" fontAlgn="base">
        <a:spcBef>
          <a:spcPct val="0"/>
        </a:spcBef>
        <a:spcAft>
          <a:spcPct val="0"/>
        </a:spcAft>
        <a:defRPr sz="3300">
          <a:solidFill>
            <a:schemeClr val="tx2"/>
          </a:solidFill>
          <a:latin typeface="Arial" charset="0"/>
        </a:defRPr>
      </a:lvl9pPr>
    </p:titleStyle>
    <p:bodyStyle>
      <a:lvl1pPr marL="257168" indent="-257168" algn="l" rtl="0" eaLnBrk="0" fontAlgn="base" hangingPunct="0">
        <a:spcBef>
          <a:spcPct val="20000"/>
        </a:spcBef>
        <a:spcAft>
          <a:spcPct val="0"/>
        </a:spcAft>
        <a:buClr>
          <a:schemeClr val="accent2"/>
        </a:buClr>
        <a:buFont typeface="Wingdings" pitchFamily="2" charset="2"/>
        <a:buChar char="§"/>
        <a:defRPr sz="2400">
          <a:solidFill>
            <a:schemeClr val="accent2"/>
          </a:solidFill>
          <a:latin typeface="Calibri" pitchFamily="34" charset="0"/>
          <a:ea typeface="+mn-ea"/>
          <a:cs typeface="+mn-cs"/>
        </a:defRPr>
      </a:lvl1pPr>
      <a:lvl2pPr marL="557199" indent="-214308" algn="l" rtl="0" eaLnBrk="0" fontAlgn="base" hangingPunct="0">
        <a:spcBef>
          <a:spcPct val="20000"/>
        </a:spcBef>
        <a:spcAft>
          <a:spcPct val="0"/>
        </a:spcAft>
        <a:buClr>
          <a:schemeClr val="tx1"/>
        </a:buClr>
        <a:buFont typeface="Wingdings" pitchFamily="2" charset="2"/>
        <a:buChar char="§"/>
        <a:defRPr sz="2100">
          <a:solidFill>
            <a:schemeClr val="tx1"/>
          </a:solidFill>
          <a:latin typeface="Calibri" pitchFamily="34" charset="0"/>
        </a:defRPr>
      </a:lvl2pPr>
      <a:lvl3pPr marL="857228" indent="-171446" algn="l" rtl="0" eaLnBrk="0" fontAlgn="base" hangingPunct="0">
        <a:spcBef>
          <a:spcPct val="20000"/>
        </a:spcBef>
        <a:spcAft>
          <a:spcPct val="0"/>
        </a:spcAft>
        <a:buClr>
          <a:schemeClr val="accent2"/>
        </a:buClr>
        <a:buFont typeface="Wingdings" pitchFamily="2" charset="2"/>
        <a:buChar char="§"/>
        <a:defRPr sz="1800">
          <a:solidFill>
            <a:schemeClr val="tx1"/>
          </a:solidFill>
          <a:latin typeface="Calibri" pitchFamily="34" charset="0"/>
        </a:defRPr>
      </a:lvl3pPr>
      <a:lvl4pPr marL="1200120" indent="-171446" algn="l" rtl="0" eaLnBrk="0" fontAlgn="base" hangingPunct="0">
        <a:spcBef>
          <a:spcPct val="20000"/>
        </a:spcBef>
        <a:spcAft>
          <a:spcPct val="0"/>
        </a:spcAft>
        <a:buClr>
          <a:schemeClr val="tx1"/>
        </a:buClr>
        <a:buFont typeface="Wingdings" pitchFamily="2" charset="2"/>
        <a:buChar char="§"/>
        <a:defRPr sz="1500">
          <a:solidFill>
            <a:schemeClr val="tx1"/>
          </a:solidFill>
          <a:latin typeface="Calibri" pitchFamily="34" charset="0"/>
        </a:defRPr>
      </a:lvl4pPr>
      <a:lvl5pPr marL="1543012" indent="-171446" algn="l" rtl="0" eaLnBrk="0" fontAlgn="base" hangingPunct="0">
        <a:spcBef>
          <a:spcPct val="20000"/>
        </a:spcBef>
        <a:spcAft>
          <a:spcPct val="0"/>
        </a:spcAft>
        <a:buClr>
          <a:schemeClr val="accent2"/>
        </a:buClr>
        <a:buFont typeface="Wingdings" pitchFamily="2" charset="2"/>
        <a:buChar char="§"/>
        <a:defRPr sz="1500">
          <a:solidFill>
            <a:schemeClr val="tx1"/>
          </a:solidFill>
          <a:latin typeface="Calibri" pitchFamily="34" charset="0"/>
        </a:defRPr>
      </a:lvl5pPr>
      <a:lvl6pPr marL="1885903" indent="-171446" algn="l" rtl="0" fontAlgn="base">
        <a:spcBef>
          <a:spcPct val="20000"/>
        </a:spcBef>
        <a:spcAft>
          <a:spcPct val="0"/>
        </a:spcAft>
        <a:buClr>
          <a:schemeClr val="accent2"/>
        </a:buClr>
        <a:buFont typeface="Wingdings" pitchFamily="2" charset="2"/>
        <a:buChar char="§"/>
        <a:defRPr sz="1500">
          <a:solidFill>
            <a:schemeClr val="tx1"/>
          </a:solidFill>
          <a:latin typeface="+mn-lt"/>
        </a:defRPr>
      </a:lvl6pPr>
      <a:lvl7pPr marL="2228795" indent="-171446" algn="l" rtl="0" fontAlgn="base">
        <a:spcBef>
          <a:spcPct val="20000"/>
        </a:spcBef>
        <a:spcAft>
          <a:spcPct val="0"/>
        </a:spcAft>
        <a:buClr>
          <a:schemeClr val="accent2"/>
        </a:buClr>
        <a:buFont typeface="Wingdings" pitchFamily="2" charset="2"/>
        <a:buChar char="§"/>
        <a:defRPr sz="1500">
          <a:solidFill>
            <a:schemeClr val="tx1"/>
          </a:solidFill>
          <a:latin typeface="+mn-lt"/>
        </a:defRPr>
      </a:lvl7pPr>
      <a:lvl8pPr marL="2571686" indent="-171446" algn="l" rtl="0" fontAlgn="base">
        <a:spcBef>
          <a:spcPct val="20000"/>
        </a:spcBef>
        <a:spcAft>
          <a:spcPct val="0"/>
        </a:spcAft>
        <a:buClr>
          <a:schemeClr val="accent2"/>
        </a:buClr>
        <a:buFont typeface="Wingdings" pitchFamily="2" charset="2"/>
        <a:buChar char="§"/>
        <a:defRPr sz="1500">
          <a:solidFill>
            <a:schemeClr val="tx1"/>
          </a:solidFill>
          <a:latin typeface="+mn-lt"/>
        </a:defRPr>
      </a:lvl8pPr>
      <a:lvl9pPr marL="2914577" indent="-171446" algn="l" rtl="0" fontAlgn="base">
        <a:spcBef>
          <a:spcPct val="20000"/>
        </a:spcBef>
        <a:spcAft>
          <a:spcPct val="0"/>
        </a:spcAft>
        <a:buClr>
          <a:schemeClr val="accent2"/>
        </a:buClr>
        <a:buFont typeface="Wingdings" pitchFamily="2" charset="2"/>
        <a:buChar char="§"/>
        <a:defRPr sz="1500">
          <a:solidFill>
            <a:schemeClr val="tx1"/>
          </a:solidFill>
          <a:latin typeface="+mn-lt"/>
        </a:defRPr>
      </a:lvl9pPr>
    </p:bodyStyle>
    <p:otherStyle>
      <a:defPPr>
        <a:defRPr lang="en-US"/>
      </a:defPPr>
      <a:lvl1pPr marL="0" algn="l" defTabSz="685783" rtl="0" eaLnBrk="1" latinLnBrk="0" hangingPunct="1">
        <a:defRPr sz="1400" kern="1200">
          <a:solidFill>
            <a:schemeClr val="tx1"/>
          </a:solidFill>
          <a:latin typeface="+mn-lt"/>
          <a:ea typeface="+mn-ea"/>
          <a:cs typeface="+mn-cs"/>
        </a:defRPr>
      </a:lvl1pPr>
      <a:lvl2pPr marL="342892" algn="l" defTabSz="685783" rtl="0" eaLnBrk="1" latinLnBrk="0" hangingPunct="1">
        <a:defRPr sz="1400" kern="1200">
          <a:solidFill>
            <a:schemeClr val="tx1"/>
          </a:solidFill>
          <a:latin typeface="+mn-lt"/>
          <a:ea typeface="+mn-ea"/>
          <a:cs typeface="+mn-cs"/>
        </a:defRPr>
      </a:lvl2pPr>
      <a:lvl3pPr marL="685783" algn="l" defTabSz="685783" rtl="0" eaLnBrk="1" latinLnBrk="0" hangingPunct="1">
        <a:defRPr sz="1400" kern="1200">
          <a:solidFill>
            <a:schemeClr val="tx1"/>
          </a:solidFill>
          <a:latin typeface="+mn-lt"/>
          <a:ea typeface="+mn-ea"/>
          <a:cs typeface="+mn-cs"/>
        </a:defRPr>
      </a:lvl3pPr>
      <a:lvl4pPr marL="1028675" algn="l" defTabSz="685783" rtl="0" eaLnBrk="1" latinLnBrk="0" hangingPunct="1">
        <a:defRPr sz="1400" kern="1200">
          <a:solidFill>
            <a:schemeClr val="tx1"/>
          </a:solidFill>
          <a:latin typeface="+mn-lt"/>
          <a:ea typeface="+mn-ea"/>
          <a:cs typeface="+mn-cs"/>
        </a:defRPr>
      </a:lvl4pPr>
      <a:lvl5pPr marL="1371566" algn="l" defTabSz="685783" rtl="0" eaLnBrk="1" latinLnBrk="0" hangingPunct="1">
        <a:defRPr sz="1400" kern="1200">
          <a:solidFill>
            <a:schemeClr val="tx1"/>
          </a:solidFill>
          <a:latin typeface="+mn-lt"/>
          <a:ea typeface="+mn-ea"/>
          <a:cs typeface="+mn-cs"/>
        </a:defRPr>
      </a:lvl5pPr>
      <a:lvl6pPr marL="1714457" algn="l" defTabSz="685783" rtl="0" eaLnBrk="1" latinLnBrk="0" hangingPunct="1">
        <a:defRPr sz="1400" kern="1200">
          <a:solidFill>
            <a:schemeClr val="tx1"/>
          </a:solidFill>
          <a:latin typeface="+mn-lt"/>
          <a:ea typeface="+mn-ea"/>
          <a:cs typeface="+mn-cs"/>
        </a:defRPr>
      </a:lvl6pPr>
      <a:lvl7pPr marL="2057348" algn="l" defTabSz="685783" rtl="0" eaLnBrk="1" latinLnBrk="0" hangingPunct="1">
        <a:defRPr sz="1400" kern="1200">
          <a:solidFill>
            <a:schemeClr val="tx1"/>
          </a:solidFill>
          <a:latin typeface="+mn-lt"/>
          <a:ea typeface="+mn-ea"/>
          <a:cs typeface="+mn-cs"/>
        </a:defRPr>
      </a:lvl7pPr>
      <a:lvl8pPr marL="2400240" algn="l" defTabSz="685783" rtl="0" eaLnBrk="1" latinLnBrk="0" hangingPunct="1">
        <a:defRPr sz="1400" kern="1200">
          <a:solidFill>
            <a:schemeClr val="tx1"/>
          </a:solidFill>
          <a:latin typeface="+mn-lt"/>
          <a:ea typeface="+mn-ea"/>
          <a:cs typeface="+mn-cs"/>
        </a:defRPr>
      </a:lvl8pPr>
      <a:lvl9pPr marL="2743132" algn="l" defTabSz="685783" rtl="0" eaLnBrk="1" latinLnBrk="0" hangingPunct="1">
        <a:defRPr sz="1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E0A0BD-8E0B-039C-FB28-7DE93B8E33C6}"/>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15CF0ED9-CAC2-E83A-68ED-C5161A9F5866}"/>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07547626-C717-A094-D7ED-9CC80A779726}"/>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4B1B422B-D56B-48A6-BE4D-0AAC7D67A4F0}" type="datetimeFigureOut">
              <a:rPr lang="en-PK" smtClean="0"/>
              <a:t>10/15/2025</a:t>
            </a:fld>
            <a:endParaRPr lang="en-PK"/>
          </a:p>
        </p:txBody>
      </p:sp>
      <p:sp>
        <p:nvSpPr>
          <p:cNvPr id="5" name="Footer Placeholder 4">
            <a:extLst>
              <a:ext uri="{FF2B5EF4-FFF2-40B4-BE49-F238E27FC236}">
                <a16:creationId xmlns:a16="http://schemas.microsoft.com/office/drawing/2014/main" id="{27285EE4-DEFC-CF01-936A-8A735E3CB95C}"/>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PK"/>
          </a:p>
        </p:txBody>
      </p:sp>
      <p:sp>
        <p:nvSpPr>
          <p:cNvPr id="6" name="Slide Number Placeholder 5">
            <a:extLst>
              <a:ext uri="{FF2B5EF4-FFF2-40B4-BE49-F238E27FC236}">
                <a16:creationId xmlns:a16="http://schemas.microsoft.com/office/drawing/2014/main" id="{7D368BF9-1FDB-07EF-4625-0F16BAFA2D70}"/>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CC98E9BB-3426-4537-94B3-5BEC3C8DC2C6}" type="slidenum">
              <a:rPr lang="en-PK" smtClean="0"/>
              <a:t>‹#›</a:t>
            </a:fld>
            <a:endParaRPr lang="en-PK"/>
          </a:p>
        </p:txBody>
      </p:sp>
    </p:spTree>
    <p:extLst>
      <p:ext uri="{BB962C8B-B14F-4D97-AF65-F5344CB8AC3E}">
        <p14:creationId xmlns:p14="http://schemas.microsoft.com/office/powerpoint/2010/main" val="4140359775"/>
      </p:ext>
    </p:extLst>
  </p:cSld>
  <p:clrMap bg1="lt1" tx1="dk1" bg2="lt2" tx2="dk2" accent1="accent1" accent2="accent2" accent3="accent3" accent4="accent4" accent5="accent5" accent6="accent6" hlink="hlink" folHlink="folHlink"/>
  <p:sldLayoutIdLst>
    <p:sldLayoutId id="2147483794" r:id="rId1"/>
    <p:sldLayoutId id="2147483795" r:id="rId2"/>
    <p:sldLayoutId id="214748379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PK"/>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hyperlink" Target="mailto:abiba.arshad@uow.edu.pk" TargetMode="External"/><Relationship Id="rId2" Type="http://schemas.openxmlformats.org/officeDocument/2006/relationships/hyperlink" Target="mailto:Habiba.arshad@uow.edu.pk"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6" name="Rectangle 75">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350">
              <a:solidFill>
                <a:prstClr val="white"/>
              </a:solidFill>
              <a:latin typeface="Aptos" panose="02110004020202020204"/>
            </a:endParaRPr>
          </a:p>
        </p:txBody>
      </p:sp>
      <p:sp>
        <p:nvSpPr>
          <p:cNvPr id="78" name="Rectangle 77">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9143999" cy="51435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350">
              <a:solidFill>
                <a:prstClr val="white"/>
              </a:solidFill>
              <a:latin typeface="Aptos" panose="02110004020202020204"/>
            </a:endParaRPr>
          </a:p>
        </p:txBody>
      </p:sp>
      <p:sp>
        <p:nvSpPr>
          <p:cNvPr id="80" name="Rectangle 79">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3"/>
            <a:ext cx="9144000" cy="4801936"/>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350">
              <a:solidFill>
                <a:prstClr val="white"/>
              </a:solidFill>
              <a:latin typeface="Aptos" panose="02110004020202020204"/>
            </a:endParaRPr>
          </a:p>
        </p:txBody>
      </p:sp>
      <p:sp>
        <p:nvSpPr>
          <p:cNvPr id="82" name="Rectangle 81">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97291" y="-1990443"/>
            <a:ext cx="5143501" cy="9124385"/>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350" dirty="0">
              <a:solidFill>
                <a:prstClr val="white"/>
              </a:solidFill>
              <a:latin typeface="Aptos" panose="02110004020202020204"/>
            </a:endParaRPr>
          </a:p>
        </p:txBody>
      </p:sp>
      <p:sp>
        <p:nvSpPr>
          <p:cNvPr id="84" name="Rectangle 83">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571073" y="0"/>
            <a:ext cx="4572001" cy="51435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350" dirty="0">
              <a:solidFill>
                <a:prstClr val="white"/>
              </a:solidFill>
              <a:latin typeface="Aptos" panose="02110004020202020204"/>
            </a:endParaRPr>
          </a:p>
        </p:txBody>
      </p:sp>
      <p:sp>
        <p:nvSpPr>
          <p:cNvPr id="86" name="Rectangle 85">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3"/>
            <a:ext cx="9137153" cy="515394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350" dirty="0">
              <a:solidFill>
                <a:prstClr val="white"/>
              </a:solidFill>
              <a:latin typeface="Aptos" panose="02110004020202020204"/>
            </a:endParaRPr>
          </a:p>
        </p:txBody>
      </p:sp>
      <p:sp>
        <p:nvSpPr>
          <p:cNvPr id="88" name="Freeform: Shape 87">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0785" y="3037"/>
            <a:ext cx="7662432" cy="354678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685800" fontAlgn="auto">
              <a:spcBef>
                <a:spcPts val="0"/>
              </a:spcBef>
              <a:spcAft>
                <a:spcPts val="0"/>
              </a:spcAft>
            </a:pPr>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649733D3-B539-9FDF-841C-7CA34CBED49E}"/>
              </a:ext>
            </a:extLst>
          </p:cNvPr>
          <p:cNvSpPr>
            <a:spLocks noGrp="1"/>
          </p:cNvSpPr>
          <p:nvPr>
            <p:ph type="ctrTitle"/>
          </p:nvPr>
        </p:nvSpPr>
        <p:spPr>
          <a:xfrm>
            <a:off x="1520020" y="772804"/>
            <a:ext cx="6110785" cy="2310932"/>
          </a:xfrm>
        </p:spPr>
        <p:txBody>
          <a:bodyPr anchor="ctr">
            <a:normAutofit/>
          </a:bodyPr>
          <a:lstStyle/>
          <a:p>
            <a:r>
              <a:rPr lang="en-GB" sz="3600" dirty="0">
                <a:solidFill>
                  <a:srgbClr val="FFFFFF"/>
                </a:solidFill>
                <a:latin typeface="Arial" panose="020B0604020202020204" pitchFamily="34" charset="0"/>
                <a:cs typeface="Arial" panose="020B0604020202020204" pitchFamily="34" charset="0"/>
              </a:rPr>
              <a:t>Artificial Intelligence</a:t>
            </a:r>
            <a:endParaRPr lang="en-PK" sz="3600" dirty="0">
              <a:solidFill>
                <a:srgbClr val="FFFFFF"/>
              </a:solidFill>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40CA6085-9456-8389-FD83-03FD37673D7F}"/>
              </a:ext>
            </a:extLst>
          </p:cNvPr>
          <p:cNvSpPr>
            <a:spLocks noGrp="1"/>
          </p:cNvSpPr>
          <p:nvPr>
            <p:ph type="subTitle" idx="1"/>
          </p:nvPr>
        </p:nvSpPr>
        <p:spPr>
          <a:xfrm>
            <a:off x="1082239" y="3549817"/>
            <a:ext cx="6808971" cy="929385"/>
          </a:xfrm>
        </p:spPr>
        <p:txBody>
          <a:bodyPr anchor="ctr">
            <a:normAutofit lnSpcReduction="10000"/>
          </a:bodyPr>
          <a:lstStyle/>
          <a:p>
            <a:r>
              <a:rPr lang="en-US" sz="1650" dirty="0">
                <a:solidFill>
                  <a:srgbClr val="FFFFFF"/>
                </a:solidFill>
                <a:latin typeface="Arial" panose="020B0604020202020204" pitchFamily="34" charset="0"/>
                <a:cs typeface="Arial" panose="020B0604020202020204" pitchFamily="34" charset="0"/>
              </a:rPr>
              <a:t>Course Code: CS-202</a:t>
            </a:r>
          </a:p>
          <a:p>
            <a:r>
              <a:rPr lang="en-US" sz="1650" dirty="0">
                <a:solidFill>
                  <a:srgbClr val="FFFFFF"/>
                </a:solidFill>
                <a:latin typeface="Arial" panose="020B0604020202020204" pitchFamily="34" charset="0"/>
                <a:cs typeface="Arial" panose="020B0604020202020204" pitchFamily="34" charset="0"/>
              </a:rPr>
              <a:t>Introduction to Artificial Intelligence and its History</a:t>
            </a:r>
          </a:p>
          <a:p>
            <a:r>
              <a:rPr lang="en-US" sz="1650" dirty="0">
                <a:solidFill>
                  <a:srgbClr val="FFFFFF"/>
                </a:solidFill>
                <a:latin typeface="Arial" panose="020B0604020202020204" pitchFamily="34" charset="0"/>
                <a:cs typeface="Arial" panose="020B0604020202020204" pitchFamily="34" charset="0"/>
              </a:rPr>
              <a:t>Instructor: Habiba Arshad</a:t>
            </a:r>
            <a:endParaRPr lang="en-PK" sz="1650" dirty="0">
              <a:solidFill>
                <a:srgbClr val="FFFFF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87270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2000"/>
                                  </p:stCondLst>
                                  <p:iterate type="lt">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4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547C6-A942-22F8-2A65-A0C6C14CCF45}"/>
              </a:ext>
            </a:extLst>
          </p:cNvPr>
          <p:cNvSpPr>
            <a:spLocks noGrp="1"/>
          </p:cNvSpPr>
          <p:nvPr>
            <p:ph type="title"/>
          </p:nvPr>
        </p:nvSpPr>
        <p:spPr>
          <a:xfrm>
            <a:off x="857250" y="1257300"/>
            <a:ext cx="2857500" cy="2628900"/>
          </a:xfrm>
        </p:spPr>
        <p:txBody>
          <a:bodyPr anchor="t">
            <a:normAutofit/>
          </a:bodyPr>
          <a:lstStyle/>
          <a:p>
            <a:pPr>
              <a:defRPr/>
            </a:pPr>
            <a:r>
              <a:rPr lang="en-GB" sz="3000"/>
              <a:t>Course administration</a:t>
            </a:r>
            <a:endParaRPr lang="en-US" sz="3000"/>
          </a:p>
        </p:txBody>
      </p:sp>
      <p:sp>
        <p:nvSpPr>
          <p:cNvPr id="3" name="Text Placeholder 2">
            <a:extLst>
              <a:ext uri="{FF2B5EF4-FFF2-40B4-BE49-F238E27FC236}">
                <a16:creationId xmlns:a16="http://schemas.microsoft.com/office/drawing/2014/main" id="{EBA0ADD9-96D8-0A2A-BA86-D534BF0DC03F}"/>
              </a:ext>
            </a:extLst>
          </p:cNvPr>
          <p:cNvSpPr>
            <a:spLocks noGrp="1"/>
          </p:cNvSpPr>
          <p:nvPr>
            <p:ph type="body" idx="1"/>
          </p:nvPr>
        </p:nvSpPr>
        <p:spPr>
          <a:xfrm>
            <a:off x="3886203" y="1257300"/>
            <a:ext cx="4229097" cy="2628900"/>
          </a:xfrm>
        </p:spPr>
        <p:txBody>
          <a:bodyPr>
            <a:normAutofit/>
          </a:bodyPr>
          <a:lstStyle/>
          <a:p>
            <a:pPr>
              <a:defRPr/>
            </a:pPr>
            <a:r>
              <a:rPr lang="en-GB" sz="1800" b="1">
                <a:solidFill>
                  <a:schemeClr val="tx1">
                    <a:alpha val="55000"/>
                  </a:schemeClr>
                </a:solidFill>
              </a:rPr>
              <a:t>Instructor: </a:t>
            </a:r>
            <a:r>
              <a:rPr lang="en-GB" sz="1800">
                <a:solidFill>
                  <a:schemeClr val="tx1">
                    <a:alpha val="55000"/>
                  </a:schemeClr>
                </a:solidFill>
              </a:rPr>
              <a:t>Habiba Arshad (Lecturer, Deptt of Computer Science, University of Wah, Wah Cantt).</a:t>
            </a:r>
          </a:p>
          <a:p>
            <a:pPr marL="82153" indent="0">
              <a:buNone/>
              <a:defRPr/>
            </a:pPr>
            <a:endParaRPr lang="en-GB" sz="1800">
              <a:solidFill>
                <a:schemeClr val="tx1">
                  <a:alpha val="55000"/>
                </a:schemeClr>
              </a:solidFill>
            </a:endParaRPr>
          </a:p>
          <a:p>
            <a:pPr>
              <a:defRPr/>
            </a:pPr>
            <a:r>
              <a:rPr lang="en-GB" sz="1800" b="1">
                <a:solidFill>
                  <a:schemeClr val="tx1">
                    <a:alpha val="55000"/>
                  </a:schemeClr>
                </a:solidFill>
              </a:rPr>
              <a:t>Contact Information: </a:t>
            </a:r>
            <a:r>
              <a:rPr lang="en-GB" sz="1800">
                <a:solidFill>
                  <a:schemeClr val="tx1">
                    <a:alpha val="55000"/>
                  </a:schemeClr>
                </a:solidFill>
                <a:hlinkClick r:id="rId2"/>
              </a:rPr>
              <a:t>h</a:t>
            </a:r>
            <a:r>
              <a:rPr lang="en-GB" sz="1800">
                <a:solidFill>
                  <a:schemeClr val="tx1">
                    <a:alpha val="55000"/>
                  </a:schemeClr>
                </a:solidFill>
                <a:hlinkClick r:id="rId3"/>
              </a:rPr>
              <a:t>abiba.arshad@uow.edu.pk</a:t>
            </a:r>
            <a:endParaRPr lang="en-GB" sz="1800">
              <a:solidFill>
                <a:schemeClr val="tx1">
                  <a:alpha val="55000"/>
                </a:schemeClr>
              </a:solidFill>
            </a:endParaRPr>
          </a:p>
          <a:p>
            <a:pPr>
              <a:defRPr/>
            </a:pPr>
            <a:endParaRPr lang="en-GB" sz="1800">
              <a:solidFill>
                <a:schemeClr val="tx1">
                  <a:alpha val="55000"/>
                </a:schemeClr>
              </a:solidFill>
            </a:endParaRPr>
          </a:p>
          <a:p>
            <a:pPr>
              <a:defRPr/>
            </a:pPr>
            <a:endParaRPr lang="en-US" sz="1800">
              <a:solidFill>
                <a:schemeClr val="tx1">
                  <a:alpha val="55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3">
            <a:extLst>
              <a:ext uri="{FF2B5EF4-FFF2-40B4-BE49-F238E27FC236}">
                <a16:creationId xmlns:a16="http://schemas.microsoft.com/office/drawing/2014/main" id="{381D5D59-1C94-8AA1-C758-9F101FA3F1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642937"/>
            <a:ext cx="6858000" cy="1225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a:extLst>
              <a:ext uri="{FF2B5EF4-FFF2-40B4-BE49-F238E27FC236}">
                <a16:creationId xmlns:a16="http://schemas.microsoft.com/office/drawing/2014/main" id="{43471492-FD67-FC1C-5257-445D7734F321}"/>
              </a:ext>
            </a:extLst>
          </p:cNvPr>
          <p:cNvSpPr>
            <a:spLocks noGrp="1"/>
          </p:cNvSpPr>
          <p:nvPr>
            <p:ph idx="1"/>
          </p:nvPr>
        </p:nvSpPr>
        <p:spPr>
          <a:xfrm>
            <a:off x="1619251" y="2260998"/>
            <a:ext cx="6165056" cy="1029890"/>
          </a:xfrm>
        </p:spPr>
        <p:txBody>
          <a:bodyPr>
            <a:noAutofit/>
          </a:bodyPr>
          <a:lstStyle/>
          <a:p>
            <a:pPr marL="61722" indent="0">
              <a:lnSpc>
                <a:spcPct val="170000"/>
              </a:lnSpc>
              <a:buNone/>
              <a:defRPr/>
            </a:pPr>
            <a:endParaRPr lang="en-US" sz="788" dirty="0"/>
          </a:p>
          <a:p>
            <a:pPr marL="61722" indent="0" algn="ctr">
              <a:lnSpc>
                <a:spcPct val="170000"/>
              </a:lnSpc>
              <a:buNone/>
              <a:defRPr/>
            </a:pPr>
            <a:r>
              <a:rPr lang="en-US" sz="1575" dirty="0"/>
              <a:t>For queries related to course(Assignments/Projects) just leave an email at </a:t>
            </a:r>
            <a:r>
              <a:rPr lang="en-US" sz="1575" b="1" dirty="0"/>
              <a:t>habiba.arshad@uow.edu.pk </a:t>
            </a:r>
          </a:p>
          <a:p>
            <a:pPr marL="61722" indent="0" algn="ctr">
              <a:lnSpc>
                <a:spcPct val="170000"/>
              </a:lnSpc>
              <a:buNone/>
              <a:defRPr/>
            </a:pPr>
            <a:r>
              <a:rPr lang="en-US" sz="1575" dirty="0"/>
              <a:t>during office timings 08:00AM - 04:00 PM</a:t>
            </a:r>
          </a:p>
          <a:p>
            <a:pPr marL="61722" indent="0" algn="ctr">
              <a:lnSpc>
                <a:spcPct val="170000"/>
              </a:lnSpc>
              <a:buNone/>
              <a:defRPr/>
            </a:pPr>
            <a:endParaRPr lang="en-US" sz="788" dirty="0"/>
          </a:p>
          <a:p>
            <a:pPr marL="61722" indent="0" algn="ctr">
              <a:lnSpc>
                <a:spcPct val="170000"/>
              </a:lnSpc>
              <a:buNone/>
              <a:defRPr/>
            </a:pPr>
            <a:r>
              <a:rPr lang="en-US" sz="1800" b="1" dirty="0"/>
              <a:t>   </a:t>
            </a:r>
          </a:p>
          <a:p>
            <a:pPr marL="61722" indent="0">
              <a:lnSpc>
                <a:spcPct val="170000"/>
              </a:lnSpc>
              <a:buNone/>
              <a:defRPr/>
            </a:pPr>
            <a:endParaRPr lang="en-US" sz="788" dirty="0"/>
          </a:p>
          <a:p>
            <a:pPr marL="61722" indent="0">
              <a:lnSpc>
                <a:spcPct val="170000"/>
              </a:lnSpc>
              <a:buNone/>
              <a:defRPr/>
            </a:pPr>
            <a:endParaRPr lang="en-US" sz="788"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A2AB1-B2D6-3DBD-BBED-F03BA0511DBE}"/>
              </a:ext>
            </a:extLst>
          </p:cNvPr>
          <p:cNvSpPr>
            <a:spLocks noGrp="1"/>
          </p:cNvSpPr>
          <p:nvPr>
            <p:ph type="title"/>
          </p:nvPr>
        </p:nvSpPr>
        <p:spPr/>
        <p:txBody>
          <a:bodyPr/>
          <a:lstStyle/>
          <a:p>
            <a:pPr>
              <a:defRPr/>
            </a:pPr>
            <a:r>
              <a:rPr lang="en-US" dirty="0"/>
              <a:t>Evaluation Criteria (2+1 Credit </a:t>
            </a:r>
            <a:r>
              <a:rPr lang="en-US" dirty="0" err="1"/>
              <a:t>hrs</a:t>
            </a:r>
            <a:r>
              <a:rPr lang="en-US" dirty="0"/>
              <a:t>)</a:t>
            </a:r>
          </a:p>
        </p:txBody>
      </p:sp>
      <p:graphicFrame>
        <p:nvGraphicFramePr>
          <p:cNvPr id="4" name="Content Placeholder 3">
            <a:extLst>
              <a:ext uri="{FF2B5EF4-FFF2-40B4-BE49-F238E27FC236}">
                <a16:creationId xmlns:a16="http://schemas.microsoft.com/office/drawing/2014/main" id="{64C541AC-00C1-41FE-6ADF-05BDE0954124}"/>
              </a:ext>
            </a:extLst>
          </p:cNvPr>
          <p:cNvGraphicFramePr>
            <a:graphicFrameLocks noGrp="1"/>
          </p:cNvGraphicFramePr>
          <p:nvPr>
            <p:ph idx="1"/>
            <p:extLst>
              <p:ext uri="{D42A27DB-BD31-4B8C-83A1-F6EECF244321}">
                <p14:modId xmlns:p14="http://schemas.microsoft.com/office/powerpoint/2010/main" val="1804810067"/>
              </p:ext>
            </p:extLst>
          </p:nvPr>
        </p:nvGraphicFramePr>
        <p:xfrm>
          <a:off x="2114550" y="1137469"/>
          <a:ext cx="4914900" cy="3006481"/>
        </p:xfrm>
        <a:graphic>
          <a:graphicData uri="http://schemas.openxmlformats.org/drawingml/2006/table">
            <a:tbl>
              <a:tblPr firstRow="1" firstCol="1" bandRow="1">
                <a:tableStyleId>{C083E6E3-FA7D-4D7B-A595-EF9225AFEA82}</a:tableStyleId>
              </a:tblPr>
              <a:tblGrid>
                <a:gridCol w="2457450">
                  <a:extLst>
                    <a:ext uri="{9D8B030D-6E8A-4147-A177-3AD203B41FA5}">
                      <a16:colId xmlns:a16="http://schemas.microsoft.com/office/drawing/2014/main" val="20000"/>
                    </a:ext>
                  </a:extLst>
                </a:gridCol>
                <a:gridCol w="2457450">
                  <a:extLst>
                    <a:ext uri="{9D8B030D-6E8A-4147-A177-3AD203B41FA5}">
                      <a16:colId xmlns:a16="http://schemas.microsoft.com/office/drawing/2014/main" val="20001"/>
                    </a:ext>
                  </a:extLst>
                </a:gridCol>
              </a:tblGrid>
              <a:tr h="597816">
                <a:tc>
                  <a:txBody>
                    <a:bodyPr/>
                    <a:lstStyle/>
                    <a:p>
                      <a:pPr marL="0" marR="0" algn="ctr">
                        <a:lnSpc>
                          <a:spcPct val="107000"/>
                        </a:lnSpc>
                        <a:spcBef>
                          <a:spcPts val="0"/>
                        </a:spcBef>
                        <a:spcAft>
                          <a:spcPts val="0"/>
                        </a:spcAft>
                      </a:pPr>
                      <a:r>
                        <a:rPr lang="en-US" sz="1500" dirty="0">
                          <a:effectLst/>
                        </a:rPr>
                        <a:t>Assessment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8576" marR="38576" marT="0" marB="0"/>
                </a:tc>
                <a:tc>
                  <a:txBody>
                    <a:bodyPr/>
                    <a:lstStyle/>
                    <a:p>
                      <a:pPr marL="0" marR="0" algn="ctr">
                        <a:lnSpc>
                          <a:spcPct val="107000"/>
                        </a:lnSpc>
                        <a:spcBef>
                          <a:spcPts val="0"/>
                        </a:spcBef>
                        <a:spcAft>
                          <a:spcPts val="0"/>
                        </a:spcAft>
                      </a:pPr>
                      <a:r>
                        <a:rPr lang="en-US" sz="1500">
                          <a:effectLst/>
                        </a:rPr>
                        <a:t>%Age</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8576" marR="38576" marT="0" marB="0"/>
                </a:tc>
                <a:extLst>
                  <a:ext uri="{0D108BD9-81ED-4DB2-BD59-A6C34878D82A}">
                    <a16:rowId xmlns:a16="http://schemas.microsoft.com/office/drawing/2014/main" val="10000"/>
                  </a:ext>
                </a:extLst>
              </a:tr>
              <a:tr h="788778">
                <a:tc>
                  <a:txBody>
                    <a:bodyPr/>
                    <a:lstStyle/>
                    <a:p>
                      <a:pPr marL="0" marR="0" algn="ctr">
                        <a:lnSpc>
                          <a:spcPct val="150000"/>
                        </a:lnSpc>
                        <a:spcBef>
                          <a:spcPts val="0"/>
                        </a:spcBef>
                        <a:spcAft>
                          <a:spcPts val="0"/>
                        </a:spcAft>
                      </a:pPr>
                      <a:r>
                        <a:rPr lang="en-US" sz="1500" dirty="0">
                          <a:effectLst/>
                        </a:rPr>
                        <a:t>Assignments/ Quizzes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8576" marR="38576" marT="0" marB="0" anchor="ctr"/>
                </a:tc>
                <a:tc>
                  <a:txBody>
                    <a:bodyPr/>
                    <a:lstStyle/>
                    <a:p>
                      <a:pPr marL="0" marR="0" algn="ctr">
                        <a:lnSpc>
                          <a:spcPct val="150000"/>
                        </a:lnSpc>
                        <a:spcBef>
                          <a:spcPts val="0"/>
                        </a:spcBef>
                        <a:spcAft>
                          <a:spcPts val="0"/>
                        </a:spcAft>
                      </a:pPr>
                      <a:r>
                        <a:rPr lang="en-US" sz="1500" dirty="0">
                          <a:effectLst/>
                        </a:rPr>
                        <a:t>10% + 15% = 25%</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8576" marR="38576" marT="0" marB="0" anchor="ctr"/>
                </a:tc>
                <a:extLst>
                  <a:ext uri="{0D108BD9-81ED-4DB2-BD59-A6C34878D82A}">
                    <a16:rowId xmlns:a16="http://schemas.microsoft.com/office/drawing/2014/main" val="10001"/>
                  </a:ext>
                </a:extLst>
              </a:tr>
              <a:tr h="492980">
                <a:tc>
                  <a:txBody>
                    <a:bodyPr/>
                    <a:lstStyle/>
                    <a:p>
                      <a:pPr marL="0" marR="0" algn="ctr">
                        <a:lnSpc>
                          <a:spcPct val="150000"/>
                        </a:lnSpc>
                        <a:spcBef>
                          <a:spcPts val="0"/>
                        </a:spcBef>
                        <a:spcAft>
                          <a:spcPts val="0"/>
                        </a:spcAft>
                      </a:pPr>
                      <a:r>
                        <a:rPr lang="en-US" sz="1500" dirty="0">
                          <a:effectLst/>
                        </a:rPr>
                        <a:t>Mid Term Exam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8576" marR="38576" marT="0" marB="0" anchor="ctr"/>
                </a:tc>
                <a:tc>
                  <a:txBody>
                    <a:bodyPr/>
                    <a:lstStyle/>
                    <a:p>
                      <a:pPr marL="0" marR="0" algn="ctr">
                        <a:lnSpc>
                          <a:spcPct val="150000"/>
                        </a:lnSpc>
                        <a:spcBef>
                          <a:spcPts val="0"/>
                        </a:spcBef>
                        <a:spcAft>
                          <a:spcPts val="0"/>
                        </a:spcAft>
                      </a:pPr>
                      <a:r>
                        <a:rPr lang="en-US" sz="1500" dirty="0">
                          <a:effectLst/>
                        </a:rPr>
                        <a:t>30%</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8576" marR="38576" marT="0" marB="0" anchor="ctr"/>
                </a:tc>
                <a:extLst>
                  <a:ext uri="{0D108BD9-81ED-4DB2-BD59-A6C34878D82A}">
                    <a16:rowId xmlns:a16="http://schemas.microsoft.com/office/drawing/2014/main" val="10003"/>
                  </a:ext>
                </a:extLst>
              </a:tr>
              <a:tr h="597816">
                <a:tc>
                  <a:txBody>
                    <a:bodyPr/>
                    <a:lstStyle/>
                    <a:p>
                      <a:pPr marL="0" marR="0" algn="ctr">
                        <a:lnSpc>
                          <a:spcPct val="150000"/>
                        </a:lnSpc>
                        <a:spcBef>
                          <a:spcPts val="0"/>
                        </a:spcBef>
                        <a:spcAft>
                          <a:spcPts val="0"/>
                        </a:spcAft>
                      </a:pPr>
                      <a:r>
                        <a:rPr lang="en-US" sz="1500">
                          <a:effectLst/>
                        </a:rPr>
                        <a:t>Final Term Exam</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8576" marR="38576" marT="0" marB="0" anchor="ctr"/>
                </a:tc>
                <a:tc>
                  <a:txBody>
                    <a:bodyPr/>
                    <a:lstStyle/>
                    <a:p>
                      <a:pPr marL="0" marR="0" algn="ctr">
                        <a:lnSpc>
                          <a:spcPct val="150000"/>
                        </a:lnSpc>
                        <a:spcBef>
                          <a:spcPts val="0"/>
                        </a:spcBef>
                        <a:spcAft>
                          <a:spcPts val="0"/>
                        </a:spcAft>
                      </a:pPr>
                      <a:r>
                        <a:rPr lang="en-US" sz="1500" dirty="0">
                          <a:effectLst/>
                        </a:rPr>
                        <a:t>45%</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8576" marR="38576" marT="0" marB="0" anchor="ctr"/>
                </a:tc>
                <a:extLst>
                  <a:ext uri="{0D108BD9-81ED-4DB2-BD59-A6C34878D82A}">
                    <a16:rowId xmlns:a16="http://schemas.microsoft.com/office/drawing/2014/main" val="10004"/>
                  </a:ext>
                </a:extLst>
              </a:tr>
              <a:tr h="529091">
                <a:tc>
                  <a:txBody>
                    <a:bodyPr/>
                    <a:lstStyle/>
                    <a:p>
                      <a:pPr marL="0" marR="0" algn="ctr">
                        <a:lnSpc>
                          <a:spcPct val="150000"/>
                        </a:lnSpc>
                        <a:spcBef>
                          <a:spcPts val="0"/>
                        </a:spcBef>
                        <a:spcAft>
                          <a:spcPts val="0"/>
                        </a:spcAft>
                      </a:pPr>
                      <a:r>
                        <a:rPr lang="en-US" sz="1500">
                          <a:effectLst/>
                        </a:rPr>
                        <a:t>Total</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txBody>
                  <a:tcPr marL="38576" marR="38576" marT="0" marB="0" anchor="ctr"/>
                </a:tc>
                <a:tc>
                  <a:txBody>
                    <a:bodyPr/>
                    <a:lstStyle/>
                    <a:p>
                      <a:pPr marL="0" marR="0" algn="ctr">
                        <a:lnSpc>
                          <a:spcPct val="150000"/>
                        </a:lnSpc>
                        <a:spcBef>
                          <a:spcPts val="0"/>
                        </a:spcBef>
                        <a:spcAft>
                          <a:spcPts val="0"/>
                        </a:spcAft>
                      </a:pPr>
                      <a:r>
                        <a:rPr lang="en-US" sz="1500" dirty="0">
                          <a:effectLst/>
                        </a:rPr>
                        <a:t> 100</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8576" marR="38576" marT="0" marB="0" anchor="ctr"/>
                </a:tc>
                <a:extLst>
                  <a:ext uri="{0D108BD9-81ED-4DB2-BD59-A6C34878D82A}">
                    <a16:rowId xmlns:a16="http://schemas.microsoft.com/office/drawing/2014/main" val="10005"/>
                  </a:ext>
                </a:extLst>
              </a:tr>
            </a:tbl>
          </a:graphicData>
        </a:graphic>
      </p:graphicFrame>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71EFE365-9C81-2F9D-C488-A50836C60B5A}"/>
              </a:ext>
            </a:extLst>
          </p:cNvPr>
          <p:cNvGraphicFramePr>
            <a:graphicFrameLocks noGrp="1"/>
          </p:cNvGraphicFramePr>
          <p:nvPr>
            <p:extLst>
              <p:ext uri="{D42A27DB-BD31-4B8C-83A1-F6EECF244321}">
                <p14:modId xmlns:p14="http://schemas.microsoft.com/office/powerpoint/2010/main" val="90179335"/>
              </p:ext>
            </p:extLst>
          </p:nvPr>
        </p:nvGraphicFramePr>
        <p:xfrm>
          <a:off x="1329929" y="2670572"/>
          <a:ext cx="6671071" cy="2327672"/>
        </p:xfrm>
        <a:graphic>
          <a:graphicData uri="http://schemas.openxmlformats.org/drawingml/2006/table">
            <a:tbl>
              <a:tblPr firstRow="1" firstCol="1">
                <a:tableStyleId>{5940675A-B579-460E-94D1-54222C63F5DA}</a:tableStyleId>
              </a:tblPr>
              <a:tblGrid>
                <a:gridCol w="6671071">
                  <a:extLst>
                    <a:ext uri="{9D8B030D-6E8A-4147-A177-3AD203B41FA5}">
                      <a16:colId xmlns:a16="http://schemas.microsoft.com/office/drawing/2014/main" val="20000"/>
                    </a:ext>
                  </a:extLst>
                </a:gridCol>
              </a:tblGrid>
              <a:tr h="2327672">
                <a:tc>
                  <a:txBody>
                    <a:bodyPr/>
                    <a:lstStyle/>
                    <a:p>
                      <a:endParaRPr lang="en-US" sz="1100" dirty="0">
                        <a:solidFill>
                          <a:schemeClr val="tx1"/>
                        </a:solidFill>
                      </a:endParaRPr>
                    </a:p>
                  </a:txBody>
                  <a:tcPr marL="51429" marR="51429" marT="25721" marB="25721"/>
                </a:tc>
                <a:extLst>
                  <a:ext uri="{0D108BD9-81ED-4DB2-BD59-A6C34878D82A}">
                    <a16:rowId xmlns:a16="http://schemas.microsoft.com/office/drawing/2014/main" val="10000"/>
                  </a:ext>
                </a:extLst>
              </a:tr>
            </a:tbl>
          </a:graphicData>
        </a:graphic>
      </p:graphicFrame>
      <p:pic>
        <p:nvPicPr>
          <p:cNvPr id="16392" name="Picture 7">
            <a:extLst>
              <a:ext uri="{FF2B5EF4-FFF2-40B4-BE49-F238E27FC236}">
                <a16:creationId xmlns:a16="http://schemas.microsoft.com/office/drawing/2014/main" id="{9AFA3CD3-5E54-10EF-087B-BBCF5F581F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342901"/>
            <a:ext cx="6858000" cy="2327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C4EC5B08-6A19-22A9-2F02-29307E689E0E}"/>
              </a:ext>
            </a:extLst>
          </p:cNvPr>
          <p:cNvSpPr>
            <a:spLocks noGrp="1"/>
          </p:cNvSpPr>
          <p:nvPr>
            <p:ph type="title"/>
          </p:nvPr>
        </p:nvSpPr>
        <p:spPr>
          <a:xfrm>
            <a:off x="4528046" y="2607158"/>
            <a:ext cx="3523594" cy="363399"/>
          </a:xfrm>
        </p:spPr>
        <p:txBody>
          <a:bodyPr/>
          <a:lstStyle/>
          <a:p>
            <a:pPr algn="ctr">
              <a:defRPr/>
            </a:pPr>
            <a:r>
              <a:rPr lang="en-US" sz="1575" dirty="0">
                <a:latin typeface="+mn-lt"/>
              </a:rPr>
              <a:t>Quizzes</a:t>
            </a:r>
          </a:p>
        </p:txBody>
      </p:sp>
      <p:sp>
        <p:nvSpPr>
          <p:cNvPr id="16394" name="Content Placeholder 2">
            <a:extLst>
              <a:ext uri="{FF2B5EF4-FFF2-40B4-BE49-F238E27FC236}">
                <a16:creationId xmlns:a16="http://schemas.microsoft.com/office/drawing/2014/main" id="{4907B407-A18D-6F9F-D15A-B9DA8E50CEB6}"/>
              </a:ext>
            </a:extLst>
          </p:cNvPr>
          <p:cNvSpPr>
            <a:spLocks noGrp="1"/>
          </p:cNvSpPr>
          <p:nvPr>
            <p:ph idx="1"/>
          </p:nvPr>
        </p:nvSpPr>
        <p:spPr>
          <a:xfrm>
            <a:off x="1298972" y="3136107"/>
            <a:ext cx="3361134" cy="1364456"/>
          </a:xfrm>
        </p:spPr>
        <p:txBody>
          <a:bodyPr/>
          <a:lstStyle/>
          <a:p>
            <a:pPr algn="just"/>
            <a:r>
              <a:rPr lang="en-US" altLang="en-US" sz="1400" dirty="0"/>
              <a:t>Assignments will be due at the beginning of the class. Under normal circumstances, late work will not be accepted. </a:t>
            </a:r>
          </a:p>
          <a:p>
            <a:pPr algn="just"/>
            <a:r>
              <a:rPr lang="en-US" altLang="en-US" sz="1400" dirty="0"/>
              <a:t>Students are expected to do their own assignments.</a:t>
            </a:r>
          </a:p>
          <a:p>
            <a:pPr algn="just"/>
            <a:r>
              <a:rPr lang="en-US" altLang="en-US" sz="1400" dirty="0">
                <a:solidFill>
                  <a:srgbClr val="FF0000"/>
                </a:solidFill>
              </a:rPr>
              <a:t>Plagiarism will be observed strictly.</a:t>
            </a:r>
          </a:p>
        </p:txBody>
      </p:sp>
      <p:sp>
        <p:nvSpPr>
          <p:cNvPr id="16395" name="Title 1">
            <a:extLst>
              <a:ext uri="{FF2B5EF4-FFF2-40B4-BE49-F238E27FC236}">
                <a16:creationId xmlns:a16="http://schemas.microsoft.com/office/drawing/2014/main" id="{398F9159-B1D5-DE2E-1D86-1A98106D5E6F}"/>
              </a:ext>
            </a:extLst>
          </p:cNvPr>
          <p:cNvSpPr txBox="1">
            <a:spLocks noChangeArrowheads="1"/>
          </p:cNvSpPr>
          <p:nvPr/>
        </p:nvSpPr>
        <p:spPr bwMode="auto">
          <a:xfrm>
            <a:off x="1834754" y="2607469"/>
            <a:ext cx="2825353" cy="458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1575" b="1">
                <a:latin typeface="Lucida Sans Unicode" panose="020B0602030504020204" pitchFamily="34" charset="0"/>
              </a:rPr>
              <a:t>Assignments</a:t>
            </a:r>
          </a:p>
        </p:txBody>
      </p:sp>
      <p:sp>
        <p:nvSpPr>
          <p:cNvPr id="16396" name="Content Placeholder 2">
            <a:extLst>
              <a:ext uri="{FF2B5EF4-FFF2-40B4-BE49-F238E27FC236}">
                <a16:creationId xmlns:a16="http://schemas.microsoft.com/office/drawing/2014/main" id="{CEB04247-E0E2-287A-118E-7579F6F6109C}"/>
              </a:ext>
            </a:extLst>
          </p:cNvPr>
          <p:cNvSpPr txBox="1">
            <a:spLocks noChangeArrowheads="1"/>
          </p:cNvSpPr>
          <p:nvPr/>
        </p:nvSpPr>
        <p:spPr bwMode="auto">
          <a:xfrm>
            <a:off x="4660106" y="3136106"/>
            <a:ext cx="3058716" cy="667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65125" indent="-255588">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657225" indent="-246063">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922338" indent="-219075">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179513" indent="-200025">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1389063" indent="-182563">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1846263" indent="-182563"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303463" indent="-182563"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2760663" indent="-182563"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217863" indent="-182563"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lgn="just">
              <a:spcBef>
                <a:spcPts val="225"/>
              </a:spcBef>
              <a:buClr>
                <a:srgbClr val="B54A10"/>
              </a:buClr>
              <a:buSzTx/>
              <a:buFont typeface="Georgia" panose="02040502050405020303" pitchFamily="18" charset="0"/>
              <a:buChar char="•"/>
            </a:pPr>
            <a:r>
              <a:rPr lang="en-US" altLang="en-US" sz="1600" dirty="0"/>
              <a:t>Oral quizzes to check the understanding of previous lecture before starting the next.</a:t>
            </a:r>
          </a:p>
          <a:p>
            <a:pPr algn="just">
              <a:spcBef>
                <a:spcPts val="225"/>
              </a:spcBef>
              <a:buClr>
                <a:srgbClr val="B54A10"/>
              </a:buClr>
              <a:buSzTx/>
              <a:buFont typeface="Georgia" panose="02040502050405020303" pitchFamily="18" charset="0"/>
              <a:buChar char="•"/>
            </a:pPr>
            <a:r>
              <a:rPr lang="en-US" altLang="en-US" sz="1600" dirty="0"/>
              <a:t>Announced quizzes to assess the understanding of taught topics.</a:t>
            </a:r>
          </a:p>
        </p:txBody>
      </p:sp>
      <p:cxnSp>
        <p:nvCxnSpPr>
          <p:cNvPr id="9" name="Straight Connector 8">
            <a:extLst>
              <a:ext uri="{FF2B5EF4-FFF2-40B4-BE49-F238E27FC236}">
                <a16:creationId xmlns:a16="http://schemas.microsoft.com/office/drawing/2014/main" id="{60851862-8EF1-35F1-B14E-66A298915477}"/>
              </a:ext>
            </a:extLst>
          </p:cNvPr>
          <p:cNvCxnSpPr>
            <a:cxnSpLocks/>
            <a:endCxn id="5" idx="2"/>
          </p:cNvCxnSpPr>
          <p:nvPr/>
        </p:nvCxnSpPr>
        <p:spPr>
          <a:xfrm>
            <a:off x="4660106" y="2670572"/>
            <a:ext cx="5358" cy="2327672"/>
          </a:xfrm>
          <a:prstGeom prst="line">
            <a:avLst/>
          </a:prstGeom>
        </p:spPr>
        <p:style>
          <a:lnRef idx="2">
            <a:schemeClr val="dk1"/>
          </a:lnRef>
          <a:fillRef idx="0">
            <a:schemeClr val="dk1"/>
          </a:fillRef>
          <a:effectRef idx="1">
            <a:schemeClr val="dk1"/>
          </a:effectRef>
          <a:fontRef idx="minor">
            <a:schemeClr val="tx1"/>
          </a:fontRef>
        </p:style>
      </p:cxnSp>
      <p:cxnSp>
        <p:nvCxnSpPr>
          <p:cNvPr id="11" name="Straight Connector 10">
            <a:extLst>
              <a:ext uri="{FF2B5EF4-FFF2-40B4-BE49-F238E27FC236}">
                <a16:creationId xmlns:a16="http://schemas.microsoft.com/office/drawing/2014/main" id="{E8127B1E-D316-0543-A7AA-4FCF7B9E065A}"/>
              </a:ext>
            </a:extLst>
          </p:cNvPr>
          <p:cNvCxnSpPr/>
          <p:nvPr/>
        </p:nvCxnSpPr>
        <p:spPr>
          <a:xfrm>
            <a:off x="1329929" y="3065860"/>
            <a:ext cx="6588919" cy="0"/>
          </a:xfrm>
          <a:prstGeom prst="line">
            <a:avLst/>
          </a:prstGeom>
        </p:spPr>
        <p:style>
          <a:lnRef idx="3">
            <a:schemeClr val="dk1"/>
          </a:lnRef>
          <a:fillRef idx="0">
            <a:schemeClr val="dk1"/>
          </a:fillRef>
          <a:effectRef idx="2">
            <a:schemeClr val="dk1"/>
          </a:effectRef>
          <a:fontRef idx="minor">
            <a:schemeClr val="tx1"/>
          </a:fontRef>
        </p:style>
      </p:cxn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F85B1-754A-6447-2C00-EB80A347A742}"/>
              </a:ext>
            </a:extLst>
          </p:cNvPr>
          <p:cNvSpPr>
            <a:spLocks noGrp="1"/>
          </p:cNvSpPr>
          <p:nvPr>
            <p:ph type="title"/>
          </p:nvPr>
        </p:nvSpPr>
        <p:spPr>
          <a:xfrm>
            <a:off x="429370" y="178905"/>
            <a:ext cx="8263890" cy="487845"/>
          </a:xfrm>
        </p:spPr>
        <p:txBody>
          <a:bodyPr anchor="b">
            <a:normAutofit fontScale="90000"/>
          </a:bodyPr>
          <a:lstStyle/>
          <a:p>
            <a:pPr>
              <a:defRPr/>
            </a:pPr>
            <a:r>
              <a:rPr lang="en-US" sz="4050" dirty="0"/>
              <a:t>Few Things to Remember</a:t>
            </a:r>
          </a:p>
        </p:txBody>
      </p:sp>
      <p:sp>
        <p:nvSpPr>
          <p:cNvPr id="3" name="Content Placeholder 2">
            <a:extLst>
              <a:ext uri="{FF2B5EF4-FFF2-40B4-BE49-F238E27FC236}">
                <a16:creationId xmlns:a16="http://schemas.microsoft.com/office/drawing/2014/main" id="{4ADBD1F9-07D8-896D-B363-6B244788D546}"/>
              </a:ext>
            </a:extLst>
          </p:cNvPr>
          <p:cNvSpPr>
            <a:spLocks noGrp="1"/>
          </p:cNvSpPr>
          <p:nvPr>
            <p:ph idx="1"/>
          </p:nvPr>
        </p:nvSpPr>
        <p:spPr>
          <a:xfrm>
            <a:off x="429370" y="1047751"/>
            <a:ext cx="5035164" cy="3916844"/>
          </a:xfrm>
        </p:spPr>
        <p:txBody>
          <a:bodyPr anchor="t">
            <a:normAutofit/>
          </a:bodyPr>
          <a:lstStyle/>
          <a:p>
            <a:pPr>
              <a:buFont typeface="Wingdings" panose="05000000000000000000" pitchFamily="2" charset="2"/>
              <a:buChar char="Ø"/>
              <a:defRPr/>
            </a:pPr>
            <a:r>
              <a:rPr lang="en-US" sz="1600" dirty="0"/>
              <a:t>Show sensibility in your conduct.</a:t>
            </a:r>
          </a:p>
          <a:p>
            <a:pPr>
              <a:buFont typeface="Wingdings" panose="05000000000000000000" pitchFamily="2" charset="2"/>
              <a:buChar char="Ø"/>
              <a:defRPr/>
            </a:pPr>
            <a:r>
              <a:rPr lang="en-US" sz="1600" dirty="0"/>
              <a:t>Learning should be your primary objective.</a:t>
            </a:r>
          </a:p>
          <a:p>
            <a:pPr>
              <a:buFont typeface="Wingdings" panose="05000000000000000000" pitchFamily="2" charset="2"/>
              <a:buChar char="Ø"/>
              <a:defRPr/>
            </a:pPr>
            <a:r>
              <a:rPr lang="en-US" sz="1600" dirty="0">
                <a:solidFill>
                  <a:srgbClr val="FF0000"/>
                </a:solidFill>
              </a:rPr>
              <a:t>Attendance will be marked within 10 minutes at the start of the class.</a:t>
            </a:r>
          </a:p>
          <a:p>
            <a:pPr>
              <a:buFont typeface="Wingdings" panose="05000000000000000000" pitchFamily="2" charset="2"/>
              <a:buChar char="Ø"/>
              <a:defRPr/>
            </a:pPr>
            <a:r>
              <a:rPr lang="en-US" sz="1600" dirty="0">
                <a:solidFill>
                  <a:srgbClr val="FF0000"/>
                </a:solidFill>
              </a:rPr>
              <a:t>80% of your attendance is mandatory. </a:t>
            </a:r>
          </a:p>
          <a:p>
            <a:pPr>
              <a:buFont typeface="Wingdings" panose="05000000000000000000" pitchFamily="2" charset="2"/>
              <a:buChar char="Ø"/>
              <a:defRPr/>
            </a:pPr>
            <a:r>
              <a:rPr lang="en-US" sz="1600" b="1" spc="-14" dirty="0"/>
              <a:t>Zero </a:t>
            </a:r>
            <a:r>
              <a:rPr lang="en-US" sz="1600" b="1" spc="-8" dirty="0"/>
              <a:t>tolerance </a:t>
            </a:r>
            <a:r>
              <a:rPr lang="en-US" sz="1600" b="1" spc="-3" dirty="0"/>
              <a:t>policy </a:t>
            </a:r>
            <a:r>
              <a:rPr lang="en-US" sz="1600" spc="-3" dirty="0"/>
              <a:t>on </a:t>
            </a:r>
            <a:r>
              <a:rPr lang="en-US" sz="1600" spc="-8" dirty="0"/>
              <a:t>attendance, </a:t>
            </a:r>
            <a:r>
              <a:rPr lang="en-US" sz="1600" spc="-6" dirty="0"/>
              <a:t>discipline </a:t>
            </a:r>
            <a:r>
              <a:rPr lang="en-US" sz="1600" spc="-3" dirty="0"/>
              <a:t>in class </a:t>
            </a:r>
            <a:r>
              <a:rPr lang="en-US" sz="1600" spc="-6" dirty="0"/>
              <a:t>during  lectures.</a:t>
            </a:r>
            <a:endParaRPr lang="en-US" sz="1600" dirty="0"/>
          </a:p>
          <a:p>
            <a:pPr>
              <a:buFont typeface="Wingdings" panose="05000000000000000000" pitchFamily="2" charset="2"/>
              <a:buChar char="Ø"/>
              <a:defRPr/>
            </a:pPr>
            <a:r>
              <a:rPr lang="en-US" sz="1600" spc="-6" dirty="0"/>
              <a:t>Assignments must </a:t>
            </a:r>
            <a:r>
              <a:rPr lang="en-US" sz="1600" spc="-3" dirty="0"/>
              <a:t>be </a:t>
            </a:r>
            <a:r>
              <a:rPr lang="en-US" sz="1600" spc="-8" dirty="0"/>
              <a:t>submitted </a:t>
            </a:r>
            <a:r>
              <a:rPr lang="en-US" sz="1600" spc="-3" dirty="0"/>
              <a:t>on time, no </a:t>
            </a:r>
            <a:r>
              <a:rPr lang="en-US" sz="1600" spc="-8" dirty="0"/>
              <a:t>late</a:t>
            </a:r>
            <a:r>
              <a:rPr lang="en-US" sz="1600" spc="65" dirty="0"/>
              <a:t> </a:t>
            </a:r>
            <a:r>
              <a:rPr lang="en-US" sz="1600" spc="-3" dirty="0"/>
              <a:t>submissions.</a:t>
            </a:r>
            <a:endParaRPr lang="en-US" sz="1600" dirty="0"/>
          </a:p>
          <a:p>
            <a:pPr>
              <a:buFont typeface="Wingdings" panose="05000000000000000000" pitchFamily="2" charset="2"/>
              <a:buChar char="Ø"/>
              <a:defRPr/>
            </a:pPr>
            <a:r>
              <a:rPr lang="en-US" sz="1600" spc="-3" dirty="0"/>
              <a:t>In </a:t>
            </a:r>
            <a:r>
              <a:rPr lang="en-US" sz="1600" spc="-6" dirty="0"/>
              <a:t>case </a:t>
            </a:r>
            <a:r>
              <a:rPr lang="en-US" sz="1600" spc="-3" dirty="0"/>
              <a:t>of </a:t>
            </a:r>
            <a:r>
              <a:rPr lang="en-US" sz="1600" spc="-8" dirty="0"/>
              <a:t>copied </a:t>
            </a:r>
            <a:r>
              <a:rPr lang="en-US" sz="1600" spc="-6" dirty="0"/>
              <a:t>assignment both parties </a:t>
            </a:r>
            <a:r>
              <a:rPr lang="en-US" sz="1600" spc="-3" dirty="0"/>
              <a:t>will </a:t>
            </a:r>
            <a:r>
              <a:rPr lang="en-US" sz="1600" spc="-6" dirty="0"/>
              <a:t>be given</a:t>
            </a:r>
            <a:r>
              <a:rPr lang="en-US" sz="1600" spc="101" dirty="0"/>
              <a:t> </a:t>
            </a:r>
            <a:r>
              <a:rPr lang="en-US" sz="1600" b="1" spc="-11" dirty="0"/>
              <a:t>zero.</a:t>
            </a:r>
            <a:endParaRPr lang="en-US" sz="1600" dirty="0"/>
          </a:p>
          <a:p>
            <a:pPr>
              <a:buFont typeface="Wingdings" panose="05000000000000000000" pitchFamily="2" charset="2"/>
              <a:buChar char="Ø"/>
              <a:defRPr/>
            </a:pPr>
            <a:r>
              <a:rPr lang="en-US" sz="1600" spc="-3" dirty="0">
                <a:solidFill>
                  <a:srgbClr val="FF0000"/>
                </a:solidFill>
              </a:rPr>
              <a:t>Don’t miss </a:t>
            </a:r>
            <a:r>
              <a:rPr lang="en-US" sz="1600" spc="-6" dirty="0">
                <a:solidFill>
                  <a:srgbClr val="FF0000"/>
                </a:solidFill>
              </a:rPr>
              <a:t>your </a:t>
            </a:r>
            <a:r>
              <a:rPr lang="en-US" sz="1600" spc="-3" dirty="0">
                <a:solidFill>
                  <a:srgbClr val="FF0000"/>
                </a:solidFill>
              </a:rPr>
              <a:t>Classes, </a:t>
            </a:r>
            <a:r>
              <a:rPr lang="en-US" sz="1600" spc="-6" dirty="0">
                <a:solidFill>
                  <a:srgbClr val="FF0000"/>
                </a:solidFill>
              </a:rPr>
              <a:t>Quizzes, Presentations, Assignments </a:t>
            </a:r>
            <a:r>
              <a:rPr lang="en-US" sz="1600" spc="-3" dirty="0">
                <a:solidFill>
                  <a:srgbClr val="FF0000"/>
                </a:solidFill>
              </a:rPr>
              <a:t>and</a:t>
            </a:r>
            <a:r>
              <a:rPr lang="en-US" sz="1600" dirty="0">
                <a:solidFill>
                  <a:srgbClr val="FF0000"/>
                </a:solidFill>
              </a:rPr>
              <a:t> </a:t>
            </a:r>
            <a:r>
              <a:rPr lang="en-US" sz="1600" spc="-6" dirty="0">
                <a:solidFill>
                  <a:srgbClr val="FF0000"/>
                </a:solidFill>
              </a:rPr>
              <a:t>Projects/Presentations.</a:t>
            </a:r>
            <a:endParaRPr lang="en-US" sz="1600" dirty="0">
              <a:solidFill>
                <a:srgbClr val="FF0000"/>
              </a:solidFill>
            </a:endParaRPr>
          </a:p>
          <a:p>
            <a:pPr>
              <a:buFont typeface="Wingdings" panose="05000000000000000000" pitchFamily="2" charset="2"/>
              <a:buChar char="Ø"/>
              <a:defRPr/>
            </a:pPr>
            <a:r>
              <a:rPr lang="en-US" sz="1600" dirty="0"/>
              <a:t>You all need to be a good human being.</a:t>
            </a:r>
          </a:p>
          <a:p>
            <a:pPr>
              <a:defRPr/>
            </a:pPr>
            <a:endParaRPr lang="en-US" sz="1275" dirty="0">
              <a:cs typeface="Calibri" panose="020F0502020204030204" pitchFamily="34" charset="0"/>
            </a:endParaRPr>
          </a:p>
          <a:p>
            <a:pPr>
              <a:defRPr/>
            </a:pPr>
            <a:endParaRPr lang="en-US" sz="1275" dirty="0">
              <a:cs typeface="Calibri" panose="020F0502020204030204" pitchFamily="34" charset="0"/>
            </a:endParaRPr>
          </a:p>
          <a:p>
            <a:pPr>
              <a:defRPr/>
            </a:pPr>
            <a:endParaRPr lang="en-US" sz="1275" dirty="0">
              <a:cs typeface="Calibri" panose="020F0502020204030204" pitchFamily="34" charset="0"/>
            </a:endParaRPr>
          </a:p>
        </p:txBody>
      </p:sp>
      <p:pic>
        <p:nvPicPr>
          <p:cNvPr id="18434" name="Picture 3" descr="A person holding a yellow note&#10;&#10;Description automatically generated">
            <a:extLst>
              <a:ext uri="{FF2B5EF4-FFF2-40B4-BE49-F238E27FC236}">
                <a16:creationId xmlns:a16="http://schemas.microsoft.com/office/drawing/2014/main" id="{1CF3C295-CDE4-50D4-1FBA-DD8E3772B3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075" r="32904" b="-1"/>
          <a:stretch/>
        </p:blipFill>
        <p:spPr bwMode="auto">
          <a:xfrm>
            <a:off x="5756744" y="1570482"/>
            <a:ext cx="2955798" cy="307238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E4AC9-D04A-36DD-D516-01ADB0462E42}"/>
              </a:ext>
            </a:extLst>
          </p:cNvPr>
          <p:cNvSpPr>
            <a:spLocks noGrp="1"/>
          </p:cNvSpPr>
          <p:nvPr>
            <p:ph type="title"/>
          </p:nvPr>
        </p:nvSpPr>
        <p:spPr/>
        <p:txBody>
          <a:bodyPr/>
          <a:lstStyle/>
          <a:p>
            <a:r>
              <a:rPr lang="en-US" dirty="0"/>
              <a:t>Google Classroom</a:t>
            </a:r>
          </a:p>
        </p:txBody>
      </p:sp>
      <p:pic>
        <p:nvPicPr>
          <p:cNvPr id="7" name="Picture 6">
            <a:extLst>
              <a:ext uri="{FF2B5EF4-FFF2-40B4-BE49-F238E27FC236}">
                <a16:creationId xmlns:a16="http://schemas.microsoft.com/office/drawing/2014/main" id="{970BE6BB-6CB5-714C-DEB5-F4ABFE21E735}"/>
              </a:ext>
            </a:extLst>
          </p:cNvPr>
          <p:cNvPicPr>
            <a:picLocks noChangeAspect="1"/>
          </p:cNvPicPr>
          <p:nvPr/>
        </p:nvPicPr>
        <p:blipFill>
          <a:blip r:embed="rId2"/>
          <a:stretch>
            <a:fillRect/>
          </a:stretch>
        </p:blipFill>
        <p:spPr>
          <a:xfrm>
            <a:off x="1037732" y="1566722"/>
            <a:ext cx="7068536" cy="2010056"/>
          </a:xfrm>
          <a:prstGeom prst="rect">
            <a:avLst/>
          </a:prstGeom>
        </p:spPr>
      </p:pic>
    </p:spTree>
    <p:extLst>
      <p:ext uri="{BB962C8B-B14F-4D97-AF65-F5344CB8AC3E}">
        <p14:creationId xmlns:p14="http://schemas.microsoft.com/office/powerpoint/2010/main" val="1086576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350">
              <a:solidFill>
                <a:prstClr val="white"/>
              </a:solidFill>
              <a:latin typeface="Aptos" panose="02110004020202020204"/>
            </a:endParaRPr>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300" cy="35849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685800" fontAlgn="auto">
              <a:spcBef>
                <a:spcPts val="0"/>
              </a:spcBef>
              <a:spcAft>
                <a:spcPts val="0"/>
              </a:spcAft>
            </a:pPr>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2567387F-9469-EFF0-9A2B-C1F5218CDCD4}"/>
              </a:ext>
            </a:extLst>
          </p:cNvPr>
          <p:cNvSpPr>
            <a:spLocks noGrp="1"/>
          </p:cNvSpPr>
          <p:nvPr>
            <p:ph type="title"/>
          </p:nvPr>
        </p:nvSpPr>
        <p:spPr>
          <a:xfrm>
            <a:off x="628650" y="273844"/>
            <a:ext cx="7886700" cy="994172"/>
          </a:xfrm>
        </p:spPr>
        <p:txBody>
          <a:bodyPr>
            <a:normAutofit/>
          </a:bodyPr>
          <a:lstStyle/>
          <a:p>
            <a:r>
              <a:rPr lang="en-GB" b="1" dirty="0">
                <a:latin typeface="Arial" panose="020B0604020202020204" pitchFamily="34" charset="0"/>
                <a:cs typeface="Arial" panose="020B0604020202020204" pitchFamily="34" charset="0"/>
              </a:rPr>
              <a:t>Course Objective</a:t>
            </a:r>
            <a:endParaRPr lang="en-PK" b="1" dirty="0">
              <a:latin typeface="Arial" panose="020B0604020202020204" pitchFamily="34" charset="0"/>
              <a:cs typeface="Arial" panose="020B0604020202020204" pitchFamily="34" charset="0"/>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416783" y="1637418"/>
            <a:ext cx="3062575"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defTabSz="685800" fontAlgn="auto">
              <a:spcBef>
                <a:spcPts val="0"/>
              </a:spcBef>
              <a:spcAft>
                <a:spcPts val="0"/>
              </a:spcAft>
            </a:pPr>
            <a:endParaRPr lang="en-US" sz="1350" dirty="0">
              <a:solidFill>
                <a:prstClr val="black"/>
              </a:solidFill>
              <a:latin typeface="Aptos" panose="02110004020202020204"/>
            </a:endParaRPr>
          </a:p>
        </p:txBody>
      </p:sp>
      <p:sp>
        <p:nvSpPr>
          <p:cNvPr id="3" name="Content Placeholder 2">
            <a:extLst>
              <a:ext uri="{FF2B5EF4-FFF2-40B4-BE49-F238E27FC236}">
                <a16:creationId xmlns:a16="http://schemas.microsoft.com/office/drawing/2014/main" id="{DCD8C7CC-A8F8-7854-51EB-282BF20D8A8C}"/>
              </a:ext>
            </a:extLst>
          </p:cNvPr>
          <p:cNvSpPr>
            <a:spLocks noGrp="1"/>
          </p:cNvSpPr>
          <p:nvPr>
            <p:ph idx="1"/>
          </p:nvPr>
        </p:nvSpPr>
        <p:spPr>
          <a:xfrm>
            <a:off x="628650" y="1369219"/>
            <a:ext cx="7886700" cy="3263504"/>
          </a:xfrm>
        </p:spPr>
        <p:txBody>
          <a:bodyPr>
            <a:normAutofit/>
          </a:bodyPr>
          <a:lstStyle/>
          <a:p>
            <a:pPr marL="0" indent="0" algn="just">
              <a:buNone/>
            </a:pPr>
            <a:r>
              <a:rPr lang="en-GB" dirty="0">
                <a:latin typeface="Arial" panose="020B0604020202020204" pitchFamily="34" charset="0"/>
                <a:cs typeface="Arial" panose="020B0604020202020204" pitchFamily="34" charset="0"/>
              </a:rPr>
              <a:t>The key objectives of this course include:</a:t>
            </a:r>
          </a:p>
          <a:p>
            <a:pPr algn="just"/>
            <a:r>
              <a:rPr lang="en-GB" dirty="0">
                <a:latin typeface="Arial" panose="020B0604020202020204" pitchFamily="34" charset="0"/>
                <a:cs typeface="Arial" panose="020B0604020202020204" pitchFamily="34" charset="0"/>
              </a:rPr>
              <a:t>To comprehend the fundamentals of Artificial Intelligence</a:t>
            </a:r>
          </a:p>
          <a:p>
            <a:pPr algn="just"/>
            <a:r>
              <a:rPr lang="en-GB" dirty="0">
                <a:latin typeface="Arial" panose="020B0604020202020204" pitchFamily="34" charset="0"/>
                <a:cs typeface="Arial" panose="020B0604020202020204" pitchFamily="34" charset="0"/>
              </a:rPr>
              <a:t>To evaluate and implement an appropriate informed or uninformed search algorithm for a problem and characterize its time and space complexity</a:t>
            </a:r>
          </a:p>
          <a:p>
            <a:pPr algn="just"/>
            <a:r>
              <a:rPr lang="en-GB" dirty="0">
                <a:latin typeface="Arial" panose="020B0604020202020204" pitchFamily="34" charset="0"/>
                <a:cs typeface="Arial" panose="020B0604020202020204" pitchFamily="34" charset="0"/>
              </a:rPr>
              <a:t>To translate natural language sentences (e.g., English) into logical statements</a:t>
            </a:r>
          </a:p>
          <a:p>
            <a:pPr algn="just"/>
            <a:r>
              <a:rPr lang="en-GB" dirty="0">
                <a:latin typeface="Arial" panose="020B0604020202020204" pitchFamily="34" charset="0"/>
                <a:cs typeface="Arial" panose="020B0604020202020204" pitchFamily="34" charset="0"/>
              </a:rPr>
              <a:t>To convert logic statements into a clause form and apply resolution to a set of logic statements to answer a query</a:t>
            </a:r>
            <a:endParaRPr lang="en-PK"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45576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350">
              <a:solidFill>
                <a:prstClr val="white"/>
              </a:solidFill>
              <a:latin typeface="Aptos" panose="02110004020202020204"/>
            </a:endParaRPr>
          </a:p>
        </p:txBody>
      </p:sp>
      <p:sp useBgFill="1">
        <p:nvSpPr>
          <p:cNvPr id="22" name="Freeform: Shape 21">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614167" cy="51435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685800" fontAlgn="auto">
              <a:spcBef>
                <a:spcPts val="0"/>
              </a:spcBef>
              <a:spcAft>
                <a:spcPts val="0"/>
              </a:spcAft>
              <a:defRPr/>
            </a:pPr>
            <a:endParaRPr lang="en-US" sz="1350">
              <a:solidFill>
                <a:prstClr val="white"/>
              </a:solidFill>
              <a:latin typeface="Calibri" panose="020F0502020204030204"/>
            </a:endParaRPr>
          </a:p>
        </p:txBody>
      </p:sp>
      <p:sp useBgFill="1">
        <p:nvSpPr>
          <p:cNvPr id="24" name="Freeform: Shape 23">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608608" cy="51435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685800" fontAlgn="auto">
              <a:spcBef>
                <a:spcPts val="0"/>
              </a:spcBef>
              <a:spcAft>
                <a:spcPts val="0"/>
              </a:spcAft>
              <a:defRPr/>
            </a:pPr>
            <a:endParaRPr lang="en-US" sz="1350">
              <a:solidFill>
                <a:prstClr val="white"/>
              </a:solidFill>
              <a:latin typeface="Calibri" panose="020F0502020204030204"/>
            </a:endParaRPr>
          </a:p>
        </p:txBody>
      </p:sp>
      <p:sp>
        <p:nvSpPr>
          <p:cNvPr id="2" name="Title 1">
            <a:extLst>
              <a:ext uri="{FF2B5EF4-FFF2-40B4-BE49-F238E27FC236}">
                <a16:creationId xmlns:a16="http://schemas.microsoft.com/office/drawing/2014/main" id="{FDD539B7-CBF4-17E1-6F77-F971C918C6EB}"/>
              </a:ext>
            </a:extLst>
          </p:cNvPr>
          <p:cNvSpPr>
            <a:spLocks noGrp="1"/>
          </p:cNvSpPr>
          <p:nvPr>
            <p:ph type="title"/>
          </p:nvPr>
        </p:nvSpPr>
        <p:spPr>
          <a:xfrm>
            <a:off x="466344" y="870966"/>
            <a:ext cx="2702052" cy="3394710"/>
          </a:xfrm>
        </p:spPr>
        <p:txBody>
          <a:bodyPr>
            <a:normAutofit/>
          </a:bodyPr>
          <a:lstStyle/>
          <a:p>
            <a:r>
              <a:rPr lang="en-GB" b="1" dirty="0">
                <a:latin typeface="Arial" panose="020B0604020202020204" pitchFamily="34" charset="0"/>
                <a:cs typeface="Arial" panose="020B0604020202020204" pitchFamily="34" charset="0"/>
              </a:rPr>
              <a:t>Objective: Course Learning Outcomes (CLOs)</a:t>
            </a:r>
            <a:endParaRPr lang="en-PK" b="1" dirty="0">
              <a:latin typeface="Arial" panose="020B0604020202020204" pitchFamily="34" charset="0"/>
              <a:cs typeface="Arial" panose="020B0604020202020204" pitchFamily="34" charset="0"/>
            </a:endParaRPr>
          </a:p>
        </p:txBody>
      </p:sp>
      <p:sp>
        <p:nvSpPr>
          <p:cNvPr id="26" name="Rectangle 25">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311146"/>
            <a:ext cx="96012"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350">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85972BF4-81F4-79CC-3117-A56F7F23A7F5}"/>
              </a:ext>
            </a:extLst>
          </p:cNvPr>
          <p:cNvGraphicFramePr>
            <a:graphicFrameLocks noGrp="1"/>
          </p:cNvGraphicFramePr>
          <p:nvPr>
            <p:ph idx="1"/>
            <p:extLst>
              <p:ext uri="{D42A27DB-BD31-4B8C-83A1-F6EECF244321}">
                <p14:modId xmlns:p14="http://schemas.microsoft.com/office/powerpoint/2010/main" val="1714405022"/>
              </p:ext>
            </p:extLst>
          </p:nvPr>
        </p:nvGraphicFramePr>
        <p:xfrm>
          <a:off x="3168396" y="500634"/>
          <a:ext cx="5670804" cy="45857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90683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350">
              <a:solidFill>
                <a:prstClr val="white"/>
              </a:solidFill>
              <a:latin typeface="Aptos" panose="02110004020202020204"/>
            </a:endParaRPr>
          </a:p>
        </p:txBody>
      </p:sp>
      <p:sp>
        <p:nvSpPr>
          <p:cNvPr id="12" name="Freeform: Shape 11">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999" cy="1562630"/>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685800" fontAlgn="auto">
              <a:spcBef>
                <a:spcPts val="0"/>
              </a:spcBef>
              <a:spcAft>
                <a:spcPts val="0"/>
              </a:spcAft>
            </a:pPr>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D0B2A772-FAFA-1886-44F3-F9EC35AA2334}"/>
              </a:ext>
            </a:extLst>
          </p:cNvPr>
          <p:cNvSpPr>
            <a:spLocks noGrp="1"/>
          </p:cNvSpPr>
          <p:nvPr>
            <p:ph type="title"/>
          </p:nvPr>
        </p:nvSpPr>
        <p:spPr>
          <a:xfrm>
            <a:off x="621506" y="370811"/>
            <a:ext cx="7900988" cy="613052"/>
          </a:xfrm>
        </p:spPr>
        <p:txBody>
          <a:bodyPr vert="horz" lIns="68580" tIns="34290" rIns="68580" bIns="34290" rtlCol="0" anchor="b">
            <a:normAutofit/>
          </a:bodyPr>
          <a:lstStyle/>
          <a:p>
            <a:pPr algn="ctr"/>
            <a:r>
              <a:rPr lang="en-US" kern="1200" dirty="0">
                <a:solidFill>
                  <a:schemeClr val="tx1"/>
                </a:solidFill>
                <a:latin typeface="Arial" panose="020B0604020202020204" pitchFamily="34" charset="0"/>
                <a:cs typeface="Arial" panose="020B0604020202020204" pitchFamily="34" charset="0"/>
              </a:rPr>
              <a:t>Graduate Attributes</a:t>
            </a:r>
          </a:p>
        </p:txBody>
      </p:sp>
      <p:pic>
        <p:nvPicPr>
          <p:cNvPr id="5" name="Content Placeholder 4">
            <a:extLst>
              <a:ext uri="{FF2B5EF4-FFF2-40B4-BE49-F238E27FC236}">
                <a16:creationId xmlns:a16="http://schemas.microsoft.com/office/drawing/2014/main" id="{E05E96AB-968E-BB04-E8CC-8B51E44CAE82}"/>
              </a:ext>
            </a:extLst>
          </p:cNvPr>
          <p:cNvPicPr>
            <a:picLocks noGrp="1" noChangeAspect="1"/>
          </p:cNvPicPr>
          <p:nvPr>
            <p:ph idx="1"/>
          </p:nvPr>
        </p:nvPicPr>
        <p:blipFill>
          <a:blip r:embed="rId2"/>
          <a:stretch>
            <a:fillRect/>
          </a:stretch>
        </p:blipFill>
        <p:spPr>
          <a:xfrm>
            <a:off x="542925" y="1795744"/>
            <a:ext cx="8058150" cy="2900933"/>
          </a:xfrm>
          <a:prstGeom prst="rect">
            <a:avLst/>
          </a:prstGeom>
        </p:spPr>
      </p:pic>
    </p:spTree>
    <p:extLst>
      <p:ext uri="{BB962C8B-B14F-4D97-AF65-F5344CB8AC3E}">
        <p14:creationId xmlns:p14="http://schemas.microsoft.com/office/powerpoint/2010/main" val="20511182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9"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fontAlgn="auto">
              <a:spcBef>
                <a:spcPts val="0"/>
              </a:spcBef>
              <a:spcAft>
                <a:spcPts val="0"/>
              </a:spcAft>
            </a:pPr>
            <a:endParaRPr lang="en-US" sz="1350">
              <a:solidFill>
                <a:prstClr val="white"/>
              </a:solidFill>
              <a:latin typeface="Aptos" panose="02110004020202020204"/>
            </a:endParaRPr>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6391835" cy="17144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5AB23CC9-4155-C20A-4CA8-C04A02811FCD}"/>
              </a:ext>
            </a:extLst>
          </p:cNvPr>
          <p:cNvSpPr>
            <a:spLocks noGrp="1"/>
          </p:cNvSpPr>
          <p:nvPr>
            <p:ph type="title"/>
          </p:nvPr>
        </p:nvSpPr>
        <p:spPr>
          <a:xfrm>
            <a:off x="347240" y="262647"/>
            <a:ext cx="3709290" cy="1218390"/>
          </a:xfrm>
        </p:spPr>
        <p:txBody>
          <a:bodyPr anchor="ctr">
            <a:normAutofit/>
          </a:bodyPr>
          <a:lstStyle/>
          <a:p>
            <a:r>
              <a:rPr lang="en-GB" sz="3000" b="1" dirty="0">
                <a:latin typeface="Arial" panose="020B0604020202020204" pitchFamily="34" charset="0"/>
                <a:cs typeface="Arial" panose="020B0604020202020204" pitchFamily="34" charset="0"/>
              </a:rPr>
              <a:t>Course Information</a:t>
            </a:r>
            <a:endParaRPr lang="en-PK" sz="3000"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F6778669-1257-DCF6-1648-F9D5C36DEA21}"/>
              </a:ext>
            </a:extLst>
          </p:cNvPr>
          <p:cNvSpPr>
            <a:spLocks noGrp="1"/>
          </p:cNvSpPr>
          <p:nvPr>
            <p:ph idx="1"/>
          </p:nvPr>
        </p:nvSpPr>
        <p:spPr>
          <a:xfrm>
            <a:off x="459295" y="1737573"/>
            <a:ext cx="3485179" cy="3086100"/>
          </a:xfrm>
        </p:spPr>
        <p:txBody>
          <a:bodyPr anchor="ctr">
            <a:normAutofit lnSpcReduction="10000"/>
          </a:bodyPr>
          <a:lstStyle/>
          <a:p>
            <a:pPr marL="0" indent="0">
              <a:buNone/>
            </a:pPr>
            <a:r>
              <a:rPr lang="it-IT" sz="1500" b="1" dirty="0">
                <a:latin typeface="Arial" panose="020B0604020202020204" pitchFamily="34" charset="0"/>
                <a:cs typeface="Arial" panose="020B0604020202020204" pitchFamily="34" charset="0"/>
              </a:rPr>
              <a:t>Text Books</a:t>
            </a:r>
          </a:p>
          <a:p>
            <a:r>
              <a:rPr lang="it-IT" sz="1500" dirty="0">
                <a:latin typeface="Arial" panose="020B0604020202020204" pitchFamily="34" charset="0"/>
                <a:cs typeface="Arial" panose="020B0604020202020204" pitchFamily="34" charset="0"/>
              </a:rPr>
              <a:t>Artificial Intelligence A Modern Approach by Stuart Russell and Peter Norvig, 4th edition, 2020</a:t>
            </a:r>
          </a:p>
          <a:p>
            <a:pPr marL="0" indent="0">
              <a:buNone/>
            </a:pPr>
            <a:r>
              <a:rPr lang="it-IT" sz="1500" b="1" dirty="0">
                <a:latin typeface="Arial" panose="020B0604020202020204" pitchFamily="34" charset="0"/>
                <a:cs typeface="Arial" panose="020B0604020202020204" pitchFamily="34" charset="0"/>
              </a:rPr>
              <a:t>Reference Book</a:t>
            </a:r>
          </a:p>
          <a:p>
            <a:r>
              <a:rPr lang="it-IT" sz="1500" dirty="0">
                <a:latin typeface="Arial" panose="020B0604020202020204" pitchFamily="34" charset="0"/>
                <a:cs typeface="Arial" panose="020B0604020202020204" pitchFamily="34" charset="0"/>
              </a:rPr>
              <a:t>Paradigms of Artificial Intelligence Programming: Case studies in Common Lisp”, by Norvig, P.,original edition, 1992.</a:t>
            </a:r>
          </a:p>
          <a:p>
            <a:r>
              <a:rPr lang="it-IT" sz="1500" dirty="0">
                <a:latin typeface="Arial" panose="020B0604020202020204" pitchFamily="34" charset="0"/>
                <a:cs typeface="Arial" panose="020B0604020202020204" pitchFamily="34" charset="0"/>
              </a:rPr>
              <a:t>AI algorithms, data structures, and idioms in Prolog, Lisp, and Java by Luger, G.F. and Stubblefield, W.A., 6 th Edition, 2009.</a:t>
            </a:r>
            <a:endParaRPr lang="en-PK" sz="1500" dirty="0">
              <a:latin typeface="Arial" panose="020B0604020202020204" pitchFamily="34" charset="0"/>
              <a:cs typeface="Arial" panose="020B0604020202020204" pitchFamily="34" charset="0"/>
            </a:endParaRPr>
          </a:p>
        </p:txBody>
      </p:sp>
      <p:pic>
        <p:nvPicPr>
          <p:cNvPr id="5" name="Picture 4" descr="Open book">
            <a:extLst>
              <a:ext uri="{FF2B5EF4-FFF2-40B4-BE49-F238E27FC236}">
                <a16:creationId xmlns:a16="http://schemas.microsoft.com/office/drawing/2014/main" id="{BAB426EB-8B08-E09F-2D35-D29DCC8E5CC7}"/>
              </a:ext>
            </a:extLst>
          </p:cNvPr>
          <p:cNvPicPr>
            <a:picLocks noChangeAspect="1"/>
          </p:cNvPicPr>
          <p:nvPr/>
        </p:nvPicPr>
        <p:blipFill>
          <a:blip r:embed="rId2"/>
          <a:srcRect l="19647" r="20952" b="-2"/>
          <a:stretch/>
        </p:blipFill>
        <p:spPr>
          <a:xfrm>
            <a:off x="4572000" y="1"/>
            <a:ext cx="4577119" cy="5143500"/>
          </a:xfrm>
          <a:prstGeom prst="rect">
            <a:avLst/>
          </a:prstGeom>
        </p:spPr>
      </p:pic>
    </p:spTree>
    <p:extLst>
      <p:ext uri="{BB962C8B-B14F-4D97-AF65-F5344CB8AC3E}">
        <p14:creationId xmlns:p14="http://schemas.microsoft.com/office/powerpoint/2010/main" val="9791227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33205-8CEE-29E5-EAA8-078194A9E398}"/>
              </a:ext>
            </a:extLst>
          </p:cNvPr>
          <p:cNvSpPr>
            <a:spLocks noGrp="1"/>
          </p:cNvSpPr>
          <p:nvPr>
            <p:ph type="title"/>
          </p:nvPr>
        </p:nvSpPr>
        <p:spPr/>
        <p:txBody>
          <a:bodyPr/>
          <a:lstStyle/>
          <a:p>
            <a:r>
              <a:rPr lang="en-US" dirty="0"/>
              <a:t>Course Overview</a:t>
            </a:r>
          </a:p>
        </p:txBody>
      </p:sp>
      <p:sp>
        <p:nvSpPr>
          <p:cNvPr id="3" name="Content Placeholder 2">
            <a:extLst>
              <a:ext uri="{FF2B5EF4-FFF2-40B4-BE49-F238E27FC236}">
                <a16:creationId xmlns:a16="http://schemas.microsoft.com/office/drawing/2014/main" id="{15590D40-EDF7-CD7D-4C4E-53970D2C082F}"/>
              </a:ext>
            </a:extLst>
          </p:cNvPr>
          <p:cNvSpPr>
            <a:spLocks noGrp="1"/>
          </p:cNvSpPr>
          <p:nvPr>
            <p:ph idx="1"/>
          </p:nvPr>
        </p:nvSpPr>
        <p:spPr/>
        <p:txBody>
          <a:bodyPr/>
          <a:lstStyle/>
          <a:p>
            <a:pPr algn="l"/>
            <a:r>
              <a:rPr lang="en-US" sz="1800" b="0" i="0" u="none" strike="noStrike" baseline="0" dirty="0">
                <a:solidFill>
                  <a:schemeClr val="accent4"/>
                </a:solidFill>
                <a:latin typeface="CIDFont+F2"/>
              </a:rPr>
              <a:t>An Introduction to Artificial Intelligence and its Applications towards Knowledge-Based Systems</a:t>
            </a:r>
          </a:p>
          <a:p>
            <a:pPr algn="l"/>
            <a:r>
              <a:rPr lang="en-US" sz="1800" dirty="0">
                <a:solidFill>
                  <a:schemeClr val="accent4"/>
                </a:solidFill>
                <a:latin typeface="CIDFont+F2"/>
              </a:rPr>
              <a:t>Intelligent Agents and Problem solving Agents</a:t>
            </a:r>
            <a:endParaRPr lang="en-US" sz="1800" b="0" i="0" u="none" strike="noStrike" baseline="0" dirty="0">
              <a:solidFill>
                <a:schemeClr val="accent4"/>
              </a:solidFill>
              <a:latin typeface="CIDFont+F2"/>
            </a:endParaRPr>
          </a:p>
          <a:p>
            <a:pPr algn="l"/>
            <a:r>
              <a:rPr lang="en-US" sz="1800" dirty="0">
                <a:solidFill>
                  <a:schemeClr val="accent4"/>
                </a:solidFill>
                <a:latin typeface="CIDFont+F2"/>
              </a:rPr>
              <a:t>Basic algorithms for </a:t>
            </a:r>
            <a:r>
              <a:rPr lang="en-US" sz="1800" b="0" i="0" u="none" strike="noStrike" baseline="0" dirty="0">
                <a:solidFill>
                  <a:schemeClr val="accent4"/>
                </a:solidFill>
                <a:latin typeface="CIDFont+F2"/>
              </a:rPr>
              <a:t>Problem Solving by Searching </a:t>
            </a:r>
          </a:p>
          <a:p>
            <a:pPr algn="l"/>
            <a:r>
              <a:rPr lang="en-US" sz="1800" b="0" i="0" u="none" strike="noStrike" baseline="0" dirty="0">
                <a:solidFill>
                  <a:schemeClr val="accent4"/>
                </a:solidFill>
                <a:latin typeface="CIDFont+F2"/>
              </a:rPr>
              <a:t>Game-playing and Adversarial Search Case Studies</a:t>
            </a:r>
          </a:p>
          <a:p>
            <a:pPr algn="l"/>
            <a:r>
              <a:rPr lang="en-US" sz="1800" dirty="0">
                <a:solidFill>
                  <a:schemeClr val="accent4"/>
                </a:solidFill>
                <a:latin typeface="CIDFont+F2"/>
              </a:rPr>
              <a:t>Expert Systems</a:t>
            </a:r>
          </a:p>
          <a:p>
            <a:pPr algn="l"/>
            <a:r>
              <a:rPr lang="en-US" sz="1800" dirty="0">
                <a:solidFill>
                  <a:schemeClr val="accent4"/>
                </a:solidFill>
                <a:latin typeface="CIDFont+F2"/>
              </a:rPr>
              <a:t>Logic and Reasoning</a:t>
            </a:r>
          </a:p>
          <a:p>
            <a:pPr algn="l"/>
            <a:r>
              <a:rPr lang="en-US" sz="1800" dirty="0">
                <a:solidFill>
                  <a:schemeClr val="accent4"/>
                </a:solidFill>
                <a:latin typeface="CIDFont+F2"/>
              </a:rPr>
              <a:t>Knowledge Representation</a:t>
            </a:r>
          </a:p>
          <a:p>
            <a:pPr algn="l"/>
            <a:r>
              <a:rPr lang="en-US" sz="1800" b="0" i="0" u="none" strike="noStrike" baseline="0" dirty="0">
                <a:solidFill>
                  <a:schemeClr val="accent4"/>
                </a:solidFill>
                <a:latin typeface="CIDFont+F2"/>
              </a:rPr>
              <a:t>Learning from examples;</a:t>
            </a:r>
          </a:p>
          <a:p>
            <a:pPr algn="l"/>
            <a:r>
              <a:rPr lang="en-US" sz="1800" b="0" i="0" u="none" strike="noStrike" baseline="0" dirty="0">
                <a:solidFill>
                  <a:schemeClr val="accent4"/>
                </a:solidFill>
                <a:latin typeface="CIDFont+F2"/>
              </a:rPr>
              <a:t>Natural Language Processing</a:t>
            </a:r>
          </a:p>
          <a:p>
            <a:pPr algn="l"/>
            <a:r>
              <a:rPr lang="en-US" sz="1800" dirty="0">
                <a:solidFill>
                  <a:schemeClr val="accent4"/>
                </a:solidFill>
                <a:latin typeface="CIDFont+F2"/>
              </a:rPr>
              <a:t>Fuzzy logics and Machine Learning</a:t>
            </a:r>
            <a:endParaRPr lang="en-US" dirty="0">
              <a:solidFill>
                <a:schemeClr val="accent4"/>
              </a:solidFill>
            </a:endParaRPr>
          </a:p>
        </p:txBody>
      </p:sp>
    </p:spTree>
    <p:extLst>
      <p:ext uri="{BB962C8B-B14F-4D97-AF65-F5344CB8AC3E}">
        <p14:creationId xmlns:p14="http://schemas.microsoft.com/office/powerpoint/2010/main" val="23964075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Outcome Based Education OBE - what is it all about? | Creatrix Campu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9129208" cy="531495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4400550" y="2857500"/>
            <a:ext cx="4572000" cy="200025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19DA7759-44E0-5C18-52D3-1C749A0B8CE3}"/>
              </a:ext>
            </a:extLst>
          </p:cNvPr>
          <p:cNvSpPr>
            <a:spLocks noGrp="1"/>
          </p:cNvSpPr>
          <p:nvPr>
            <p:ph type="title"/>
          </p:nvPr>
        </p:nvSpPr>
        <p:spPr>
          <a:xfrm>
            <a:off x="4384962" y="3143250"/>
            <a:ext cx="4572002" cy="857250"/>
          </a:xfrm>
        </p:spPr>
        <p:txBody>
          <a:bodyPr anchor="t">
            <a:normAutofit/>
          </a:bodyPr>
          <a:lstStyle/>
          <a:p>
            <a:pPr algn="ctr"/>
            <a:r>
              <a:rPr lang="en-US" sz="3000" dirty="0"/>
              <a:t>CLO Covered in this Lecture:</a:t>
            </a:r>
          </a:p>
        </p:txBody>
      </p:sp>
      <p:sp>
        <p:nvSpPr>
          <p:cNvPr id="2" name="Content Placeholder 1">
            <a:extLst>
              <a:ext uri="{FF2B5EF4-FFF2-40B4-BE49-F238E27FC236}">
                <a16:creationId xmlns:a16="http://schemas.microsoft.com/office/drawing/2014/main" id="{2E0AE5C9-637F-1E37-53EE-AED1B0DD86EE}"/>
              </a:ext>
            </a:extLst>
          </p:cNvPr>
          <p:cNvSpPr>
            <a:spLocks noGrp="1"/>
          </p:cNvSpPr>
          <p:nvPr>
            <p:ph idx="1"/>
          </p:nvPr>
        </p:nvSpPr>
        <p:spPr>
          <a:xfrm>
            <a:off x="4384962" y="3829050"/>
            <a:ext cx="4572002" cy="1257300"/>
          </a:xfrm>
        </p:spPr>
        <p:txBody>
          <a:bodyPr>
            <a:normAutofit/>
          </a:bodyPr>
          <a:lstStyle/>
          <a:p>
            <a:pPr marL="82153" indent="0" algn="ctr">
              <a:buNone/>
            </a:pPr>
            <a:r>
              <a:rPr lang="en-US" sz="1800" dirty="0">
                <a:solidFill>
                  <a:schemeClr val="tx1">
                    <a:alpha val="55000"/>
                  </a:schemeClr>
                </a:solidFill>
              </a:rPr>
              <a:t>CLO1: </a:t>
            </a:r>
            <a:r>
              <a:rPr lang="en-GB" sz="1800" b="1" dirty="0">
                <a:solidFill>
                  <a:schemeClr val="tx1">
                    <a:alpha val="55000"/>
                  </a:schemeClr>
                </a:solidFill>
              </a:rPr>
              <a:t>Discuss </a:t>
            </a:r>
            <a:r>
              <a:rPr lang="en-GB" sz="1800" dirty="0">
                <a:solidFill>
                  <a:schemeClr val="tx1">
                    <a:alpha val="55000"/>
                  </a:schemeClr>
                </a:solidFill>
              </a:rPr>
              <a:t>the key concepts in the field of artificial intelligence</a:t>
            </a:r>
            <a:endParaRPr lang="en-US" sz="1800" dirty="0">
              <a:solidFill>
                <a:schemeClr val="tx1">
                  <a:alpha val="55000"/>
                </a:schemeClr>
              </a:solidFill>
            </a:endParaRPr>
          </a:p>
        </p:txBody>
      </p:sp>
    </p:spTree>
    <p:extLst>
      <p:ext uri="{BB962C8B-B14F-4D97-AF65-F5344CB8AC3E}">
        <p14:creationId xmlns:p14="http://schemas.microsoft.com/office/powerpoint/2010/main" val="27693908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69CD2F-A5D8-3347-C23C-1861A46DD9D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2B575-1739-380D-4678-5F03609695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fontAlgn="auto">
              <a:spcBef>
                <a:spcPts val="0"/>
              </a:spcBef>
              <a:spcAft>
                <a:spcPts val="0"/>
              </a:spcAft>
            </a:pPr>
            <a:endParaRPr lang="en-US" sz="1350">
              <a:solidFill>
                <a:prstClr val="white"/>
              </a:solidFill>
              <a:latin typeface="Aptos" panose="02110004020202020204"/>
            </a:endParaRPr>
          </a:p>
        </p:txBody>
      </p:sp>
      <p:sp>
        <p:nvSpPr>
          <p:cNvPr id="10" name="Freeform: Shape 9">
            <a:extLst>
              <a:ext uri="{FF2B5EF4-FFF2-40B4-BE49-F238E27FC236}">
                <a16:creationId xmlns:a16="http://schemas.microsoft.com/office/drawing/2014/main" id="{8DB3F209-BB20-FA8E-4156-B9C2654B5E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300" cy="35849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685800" fontAlgn="auto">
              <a:spcBef>
                <a:spcPts val="0"/>
              </a:spcBef>
              <a:spcAft>
                <a:spcPts val="0"/>
              </a:spcAft>
            </a:pPr>
            <a:endParaRPr lang="en-US" sz="1350">
              <a:solidFill>
                <a:prstClr val="white"/>
              </a:solidFill>
              <a:latin typeface="Aptos" panose="02110004020202020204"/>
            </a:endParaRPr>
          </a:p>
        </p:txBody>
      </p:sp>
      <p:sp>
        <p:nvSpPr>
          <p:cNvPr id="2" name="Title 1">
            <a:extLst>
              <a:ext uri="{FF2B5EF4-FFF2-40B4-BE49-F238E27FC236}">
                <a16:creationId xmlns:a16="http://schemas.microsoft.com/office/drawing/2014/main" id="{FE85EC2C-02F3-656A-9085-65410FA14A5B}"/>
              </a:ext>
            </a:extLst>
          </p:cNvPr>
          <p:cNvSpPr>
            <a:spLocks noGrp="1"/>
          </p:cNvSpPr>
          <p:nvPr>
            <p:ph type="title"/>
          </p:nvPr>
        </p:nvSpPr>
        <p:spPr>
          <a:xfrm>
            <a:off x="628650" y="273844"/>
            <a:ext cx="7886700" cy="994172"/>
          </a:xfrm>
        </p:spPr>
        <p:txBody>
          <a:bodyPr>
            <a:normAutofit/>
          </a:bodyPr>
          <a:lstStyle/>
          <a:p>
            <a:r>
              <a:rPr lang="en-GB" b="1" dirty="0">
                <a:latin typeface="Arial" panose="020B0604020202020204" pitchFamily="34" charset="0"/>
                <a:cs typeface="Arial" panose="020B0604020202020204" pitchFamily="34" charset="0"/>
              </a:rPr>
              <a:t>Why Study AI?</a:t>
            </a:r>
            <a:endParaRPr lang="en-PK" b="1" dirty="0">
              <a:latin typeface="Arial" panose="020B0604020202020204" pitchFamily="34" charset="0"/>
              <a:cs typeface="Arial" panose="020B0604020202020204" pitchFamily="34" charset="0"/>
            </a:endParaRPr>
          </a:p>
        </p:txBody>
      </p:sp>
      <p:sp>
        <p:nvSpPr>
          <p:cNvPr id="12" name="Arc 11">
            <a:extLst>
              <a:ext uri="{FF2B5EF4-FFF2-40B4-BE49-F238E27FC236}">
                <a16:creationId xmlns:a16="http://schemas.microsoft.com/office/drawing/2014/main" id="{998FB0D9-639A-5E49-543C-FCF483F356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416783" y="1637418"/>
            <a:ext cx="3062575"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defTabSz="685800" fontAlgn="auto">
              <a:spcBef>
                <a:spcPts val="0"/>
              </a:spcBef>
              <a:spcAft>
                <a:spcPts val="0"/>
              </a:spcAft>
            </a:pPr>
            <a:endParaRPr lang="en-US" sz="1350" dirty="0">
              <a:solidFill>
                <a:prstClr val="black"/>
              </a:solidFill>
              <a:latin typeface="Aptos" panose="02110004020202020204"/>
            </a:endParaRPr>
          </a:p>
        </p:txBody>
      </p:sp>
      <p:sp>
        <p:nvSpPr>
          <p:cNvPr id="3" name="Content Placeholder 2">
            <a:extLst>
              <a:ext uri="{FF2B5EF4-FFF2-40B4-BE49-F238E27FC236}">
                <a16:creationId xmlns:a16="http://schemas.microsoft.com/office/drawing/2014/main" id="{40AD5901-D772-3933-6A05-B23A0BA5D4E8}"/>
              </a:ext>
            </a:extLst>
          </p:cNvPr>
          <p:cNvSpPr>
            <a:spLocks noGrp="1"/>
          </p:cNvSpPr>
          <p:nvPr>
            <p:ph idx="1"/>
          </p:nvPr>
        </p:nvSpPr>
        <p:spPr>
          <a:xfrm>
            <a:off x="628650" y="1369219"/>
            <a:ext cx="7886700" cy="3263504"/>
          </a:xfrm>
        </p:spPr>
        <p:txBody>
          <a:bodyPr>
            <a:normAutofit fontScale="92500" lnSpcReduction="10000"/>
          </a:bodyPr>
          <a:lstStyle/>
          <a:p>
            <a:r>
              <a:rPr lang="en-US" dirty="0"/>
              <a:t>Studying Artificial Intelligence (AI) is important because it helps us design machines and systems that can think, learn, and make decisions like humans. </a:t>
            </a:r>
          </a:p>
          <a:p>
            <a:r>
              <a:rPr lang="en-US" dirty="0"/>
              <a:t>AI is used in many areas such as healthcare, education, business, robotics, and everyday applications like voice assistants and recommendation systems. </a:t>
            </a:r>
          </a:p>
          <a:p>
            <a:r>
              <a:rPr lang="en-US" dirty="0"/>
              <a:t>It improves efficiency, automates tasks, and solves complex real-world problems. </a:t>
            </a:r>
          </a:p>
          <a:p>
            <a:r>
              <a:rPr lang="en-US" dirty="0"/>
              <a:t>Learning AI also opens doors to exciting career opportunities and helps us understand both technology and human intelligence better, while encouraging us to use it responsibly for the benefit of society.</a:t>
            </a:r>
          </a:p>
        </p:txBody>
      </p:sp>
    </p:spTree>
    <p:extLst>
      <p:ext uri="{BB962C8B-B14F-4D97-AF65-F5344CB8AC3E}">
        <p14:creationId xmlns:p14="http://schemas.microsoft.com/office/powerpoint/2010/main" val="17995542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7AA3513-2BA2-E7E9-71FE-C1B90C36CD03}"/>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961D3B-F20E-A930-D807-86ED2CA49592}"/>
              </a:ext>
            </a:extLst>
          </p:cNvPr>
          <p:cNvSpPr>
            <a:spLocks noGrp="1"/>
          </p:cNvSpPr>
          <p:nvPr>
            <p:ph type="title"/>
          </p:nvPr>
        </p:nvSpPr>
        <p:spPr>
          <a:xfrm>
            <a:off x="3973321" y="480060"/>
            <a:ext cx="4688333" cy="2674620"/>
          </a:xfrm>
        </p:spPr>
        <p:txBody>
          <a:bodyPr vert="horz" lIns="91440" tIns="45720" rIns="91440" bIns="45720" rtlCol="0" anchor="b">
            <a:normAutofit/>
          </a:bodyPr>
          <a:lstStyle/>
          <a:p>
            <a:pPr defTabSz="914400"/>
            <a:r>
              <a:rPr lang="en-US" sz="4100"/>
              <a:t>What is Artificial Intelligence?</a:t>
            </a:r>
            <a:endParaRPr lang="en-US" sz="4100" b="1"/>
          </a:p>
        </p:txBody>
      </p:sp>
      <p:pic>
        <p:nvPicPr>
          <p:cNvPr id="14" name="Picture 13" descr="Angle view of circuit shaped like a brain">
            <a:extLst>
              <a:ext uri="{FF2B5EF4-FFF2-40B4-BE49-F238E27FC236}">
                <a16:creationId xmlns:a16="http://schemas.microsoft.com/office/drawing/2014/main" id="{B750C90E-D768-970D-A0A1-3E3E15B8B846}"/>
              </a:ext>
            </a:extLst>
          </p:cNvPr>
          <p:cNvPicPr>
            <a:picLocks noChangeAspect="1"/>
          </p:cNvPicPr>
          <p:nvPr/>
        </p:nvPicPr>
        <p:blipFill>
          <a:blip r:embed="rId2"/>
          <a:srcRect l="26390" r="26241" b="-2"/>
          <a:stretch>
            <a:fillRect/>
          </a:stretch>
        </p:blipFill>
        <p:spPr>
          <a:xfrm>
            <a:off x="20" y="10"/>
            <a:ext cx="3492988" cy="51434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20"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9646" y="3306950"/>
            <a:ext cx="3182692" cy="13716"/>
          </a:xfrm>
          <a:custGeom>
            <a:avLst/>
            <a:gdLst>
              <a:gd name="connsiteX0" fmla="*/ 0 w 3182692"/>
              <a:gd name="connsiteY0" fmla="*/ 0 h 13716"/>
              <a:gd name="connsiteX1" fmla="*/ 604711 w 3182692"/>
              <a:gd name="connsiteY1" fmla="*/ 0 h 13716"/>
              <a:gd name="connsiteX2" fmla="*/ 1241250 w 3182692"/>
              <a:gd name="connsiteY2" fmla="*/ 0 h 13716"/>
              <a:gd name="connsiteX3" fmla="*/ 1909615 w 3182692"/>
              <a:gd name="connsiteY3" fmla="*/ 0 h 13716"/>
              <a:gd name="connsiteX4" fmla="*/ 2577981 w 3182692"/>
              <a:gd name="connsiteY4" fmla="*/ 0 h 13716"/>
              <a:gd name="connsiteX5" fmla="*/ 3182692 w 3182692"/>
              <a:gd name="connsiteY5" fmla="*/ 0 h 13716"/>
              <a:gd name="connsiteX6" fmla="*/ 3182692 w 3182692"/>
              <a:gd name="connsiteY6" fmla="*/ 13716 h 13716"/>
              <a:gd name="connsiteX7" fmla="*/ 2482500 w 3182692"/>
              <a:gd name="connsiteY7" fmla="*/ 13716 h 13716"/>
              <a:gd name="connsiteX8" fmla="*/ 1782308 w 3182692"/>
              <a:gd name="connsiteY8" fmla="*/ 13716 h 13716"/>
              <a:gd name="connsiteX9" fmla="*/ 1145769 w 3182692"/>
              <a:gd name="connsiteY9" fmla="*/ 13716 h 13716"/>
              <a:gd name="connsiteX10" fmla="*/ 0 w 3182692"/>
              <a:gd name="connsiteY10" fmla="*/ 13716 h 13716"/>
              <a:gd name="connsiteX11" fmla="*/ 0 w 3182692"/>
              <a:gd name="connsiteY11"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2692" h="13716" fill="none" extrusionOk="0">
                <a:moveTo>
                  <a:pt x="0" y="0"/>
                </a:moveTo>
                <a:cubicBezTo>
                  <a:pt x="126686" y="-21366"/>
                  <a:pt x="467788" y="9025"/>
                  <a:pt x="604711" y="0"/>
                </a:cubicBezTo>
                <a:cubicBezTo>
                  <a:pt x="741634" y="-9025"/>
                  <a:pt x="1061620" y="6814"/>
                  <a:pt x="1241250" y="0"/>
                </a:cubicBezTo>
                <a:cubicBezTo>
                  <a:pt x="1420880" y="-6814"/>
                  <a:pt x="1713773" y="13383"/>
                  <a:pt x="1909615" y="0"/>
                </a:cubicBezTo>
                <a:cubicBezTo>
                  <a:pt x="2105457" y="-13383"/>
                  <a:pt x="2257256" y="13567"/>
                  <a:pt x="2577981" y="0"/>
                </a:cubicBezTo>
                <a:cubicBezTo>
                  <a:pt x="2898706" y="-13567"/>
                  <a:pt x="3026063" y="6328"/>
                  <a:pt x="3182692" y="0"/>
                </a:cubicBezTo>
                <a:cubicBezTo>
                  <a:pt x="3182212" y="2989"/>
                  <a:pt x="3182051" y="10166"/>
                  <a:pt x="3182692" y="13716"/>
                </a:cubicBezTo>
                <a:cubicBezTo>
                  <a:pt x="2998421" y="17170"/>
                  <a:pt x="2675038" y="14442"/>
                  <a:pt x="2482500" y="13716"/>
                </a:cubicBezTo>
                <a:cubicBezTo>
                  <a:pt x="2289962" y="12990"/>
                  <a:pt x="1930644" y="2262"/>
                  <a:pt x="1782308" y="13716"/>
                </a:cubicBezTo>
                <a:cubicBezTo>
                  <a:pt x="1633972" y="25170"/>
                  <a:pt x="1287388" y="-6564"/>
                  <a:pt x="1145769" y="13716"/>
                </a:cubicBezTo>
                <a:cubicBezTo>
                  <a:pt x="1004150" y="33996"/>
                  <a:pt x="256377" y="-42010"/>
                  <a:pt x="0" y="13716"/>
                </a:cubicBezTo>
                <a:cubicBezTo>
                  <a:pt x="182" y="9317"/>
                  <a:pt x="482" y="5285"/>
                  <a:pt x="0" y="0"/>
                </a:cubicBezTo>
                <a:close/>
              </a:path>
              <a:path w="3182692" h="13716" stroke="0" extrusionOk="0">
                <a:moveTo>
                  <a:pt x="0" y="0"/>
                </a:moveTo>
                <a:cubicBezTo>
                  <a:pt x="283446" y="18201"/>
                  <a:pt x="432812" y="7290"/>
                  <a:pt x="604711" y="0"/>
                </a:cubicBezTo>
                <a:cubicBezTo>
                  <a:pt x="776610" y="-7290"/>
                  <a:pt x="982253" y="15478"/>
                  <a:pt x="1145769" y="0"/>
                </a:cubicBezTo>
                <a:cubicBezTo>
                  <a:pt x="1309285" y="-15478"/>
                  <a:pt x="1514247" y="-25520"/>
                  <a:pt x="1845961" y="0"/>
                </a:cubicBezTo>
                <a:cubicBezTo>
                  <a:pt x="2177675" y="25520"/>
                  <a:pt x="2297588" y="16646"/>
                  <a:pt x="2450673" y="0"/>
                </a:cubicBezTo>
                <a:cubicBezTo>
                  <a:pt x="2603758" y="-16646"/>
                  <a:pt x="3023048" y="-21196"/>
                  <a:pt x="3182692" y="0"/>
                </a:cubicBezTo>
                <a:cubicBezTo>
                  <a:pt x="3182200" y="2764"/>
                  <a:pt x="3182390" y="8747"/>
                  <a:pt x="3182692" y="13716"/>
                </a:cubicBezTo>
                <a:cubicBezTo>
                  <a:pt x="3039109" y="-17273"/>
                  <a:pt x="2823860" y="9276"/>
                  <a:pt x="2546154" y="13716"/>
                </a:cubicBezTo>
                <a:cubicBezTo>
                  <a:pt x="2268448" y="18156"/>
                  <a:pt x="2098674" y="719"/>
                  <a:pt x="1845961" y="13716"/>
                </a:cubicBezTo>
                <a:cubicBezTo>
                  <a:pt x="1593248" y="26713"/>
                  <a:pt x="1456743" y="22988"/>
                  <a:pt x="1304904" y="13716"/>
                </a:cubicBezTo>
                <a:cubicBezTo>
                  <a:pt x="1153065" y="4444"/>
                  <a:pt x="947204" y="6554"/>
                  <a:pt x="668365" y="13716"/>
                </a:cubicBezTo>
                <a:cubicBezTo>
                  <a:pt x="389526" y="20878"/>
                  <a:pt x="288244" y="-9200"/>
                  <a:pt x="0" y="13716"/>
                </a:cubicBezTo>
                <a:cubicBezTo>
                  <a:pt x="614" y="9981"/>
                  <a:pt x="600" y="5402"/>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84260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835FFE0-758D-E052-2252-E0440BDAC0C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93A99E-5464-9BAE-EA8E-04CD052E2B8C}"/>
              </a:ext>
            </a:extLst>
          </p:cNvPr>
          <p:cNvSpPr>
            <a:spLocks noGrp="1"/>
          </p:cNvSpPr>
          <p:nvPr>
            <p:ph type="title"/>
          </p:nvPr>
        </p:nvSpPr>
        <p:spPr>
          <a:xfrm>
            <a:off x="628650" y="273844"/>
            <a:ext cx="7886700" cy="994172"/>
          </a:xfrm>
        </p:spPr>
        <p:txBody>
          <a:bodyPr>
            <a:normAutofit/>
          </a:bodyPr>
          <a:lstStyle/>
          <a:p>
            <a:r>
              <a:rPr lang="en-GB" sz="4100" b="1">
                <a:latin typeface="Arial" panose="020B0604020202020204" pitchFamily="34" charset="0"/>
                <a:cs typeface="Arial" panose="020B0604020202020204" pitchFamily="34" charset="0"/>
              </a:rPr>
              <a:t>Artificial Intelligence</a:t>
            </a:r>
            <a:endParaRPr lang="en-PK" sz="4100" b="1">
              <a:latin typeface="Arial" panose="020B0604020202020204" pitchFamily="34" charset="0"/>
              <a:cs typeface="Arial" panose="020B0604020202020204" pitchFamily="34" charset="0"/>
            </a:endParaRP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258029"/>
            <a:ext cx="8140446" cy="13716"/>
          </a:xfrm>
          <a:custGeom>
            <a:avLst/>
            <a:gdLst>
              <a:gd name="connsiteX0" fmla="*/ 0 w 8140446"/>
              <a:gd name="connsiteY0" fmla="*/ 0 h 13716"/>
              <a:gd name="connsiteX1" fmla="*/ 434157 w 8140446"/>
              <a:gd name="connsiteY1" fmla="*/ 0 h 13716"/>
              <a:gd name="connsiteX2" fmla="*/ 1193932 w 8140446"/>
              <a:gd name="connsiteY2" fmla="*/ 0 h 13716"/>
              <a:gd name="connsiteX3" fmla="*/ 1628089 w 8140446"/>
              <a:gd name="connsiteY3" fmla="*/ 0 h 13716"/>
              <a:gd name="connsiteX4" fmla="*/ 2225055 w 8140446"/>
              <a:gd name="connsiteY4" fmla="*/ 0 h 13716"/>
              <a:gd name="connsiteX5" fmla="*/ 3066235 w 8140446"/>
              <a:gd name="connsiteY5" fmla="*/ 0 h 13716"/>
              <a:gd name="connsiteX6" fmla="*/ 3744605 w 8140446"/>
              <a:gd name="connsiteY6" fmla="*/ 0 h 13716"/>
              <a:gd name="connsiteX7" fmla="*/ 4504380 w 8140446"/>
              <a:gd name="connsiteY7" fmla="*/ 0 h 13716"/>
              <a:gd name="connsiteX8" fmla="*/ 5101346 w 8140446"/>
              <a:gd name="connsiteY8" fmla="*/ 0 h 13716"/>
              <a:gd name="connsiteX9" fmla="*/ 5779717 w 8140446"/>
              <a:gd name="connsiteY9" fmla="*/ 0 h 13716"/>
              <a:gd name="connsiteX10" fmla="*/ 6620896 w 8140446"/>
              <a:gd name="connsiteY10" fmla="*/ 0 h 13716"/>
              <a:gd name="connsiteX11" fmla="*/ 7136458 w 8140446"/>
              <a:gd name="connsiteY11" fmla="*/ 0 h 13716"/>
              <a:gd name="connsiteX12" fmla="*/ 8140446 w 8140446"/>
              <a:gd name="connsiteY12" fmla="*/ 0 h 13716"/>
              <a:gd name="connsiteX13" fmla="*/ 8140446 w 8140446"/>
              <a:gd name="connsiteY13" fmla="*/ 13716 h 13716"/>
              <a:gd name="connsiteX14" fmla="*/ 7543480 w 8140446"/>
              <a:gd name="connsiteY14" fmla="*/ 13716 h 13716"/>
              <a:gd name="connsiteX15" fmla="*/ 7109323 w 8140446"/>
              <a:gd name="connsiteY15" fmla="*/ 13716 h 13716"/>
              <a:gd name="connsiteX16" fmla="*/ 6430952 w 8140446"/>
              <a:gd name="connsiteY16" fmla="*/ 13716 h 13716"/>
              <a:gd name="connsiteX17" fmla="*/ 5915391 w 8140446"/>
              <a:gd name="connsiteY17" fmla="*/ 13716 h 13716"/>
              <a:gd name="connsiteX18" fmla="*/ 5237020 w 8140446"/>
              <a:gd name="connsiteY18" fmla="*/ 13716 h 13716"/>
              <a:gd name="connsiteX19" fmla="*/ 4558650 w 8140446"/>
              <a:gd name="connsiteY19" fmla="*/ 13716 h 13716"/>
              <a:gd name="connsiteX20" fmla="*/ 3880279 w 8140446"/>
              <a:gd name="connsiteY20" fmla="*/ 13716 h 13716"/>
              <a:gd name="connsiteX21" fmla="*/ 3201909 w 8140446"/>
              <a:gd name="connsiteY21" fmla="*/ 13716 h 13716"/>
              <a:gd name="connsiteX22" fmla="*/ 2604943 w 8140446"/>
              <a:gd name="connsiteY22" fmla="*/ 13716 h 13716"/>
              <a:gd name="connsiteX23" fmla="*/ 1845168 w 8140446"/>
              <a:gd name="connsiteY23" fmla="*/ 13716 h 13716"/>
              <a:gd name="connsiteX24" fmla="*/ 1166797 w 8140446"/>
              <a:gd name="connsiteY24" fmla="*/ 13716 h 13716"/>
              <a:gd name="connsiteX25" fmla="*/ 0 w 8140446"/>
              <a:gd name="connsiteY25" fmla="*/ 13716 h 13716"/>
              <a:gd name="connsiteX26" fmla="*/ 0 w 8140446"/>
              <a:gd name="connsiteY26"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3716"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543" y="2784"/>
                  <a:pt x="8140462" y="9558"/>
                  <a:pt x="8140446" y="13716"/>
                </a:cubicBezTo>
                <a:cubicBezTo>
                  <a:pt x="7906329" y="-7615"/>
                  <a:pt x="7681180" y="22893"/>
                  <a:pt x="7543480" y="13716"/>
                </a:cubicBezTo>
                <a:cubicBezTo>
                  <a:pt x="7405780" y="4539"/>
                  <a:pt x="7216607" y="-912"/>
                  <a:pt x="7109323" y="13716"/>
                </a:cubicBezTo>
                <a:cubicBezTo>
                  <a:pt x="7002039" y="28344"/>
                  <a:pt x="6576231" y="38120"/>
                  <a:pt x="6430952" y="13716"/>
                </a:cubicBezTo>
                <a:cubicBezTo>
                  <a:pt x="6285673" y="-10688"/>
                  <a:pt x="6138840" y="29949"/>
                  <a:pt x="5915391" y="13716"/>
                </a:cubicBezTo>
                <a:cubicBezTo>
                  <a:pt x="5691942" y="-2517"/>
                  <a:pt x="5459460" y="47094"/>
                  <a:pt x="5237020" y="13716"/>
                </a:cubicBezTo>
                <a:cubicBezTo>
                  <a:pt x="5014580" y="-19662"/>
                  <a:pt x="4747677" y="35877"/>
                  <a:pt x="4558650" y="13716"/>
                </a:cubicBezTo>
                <a:cubicBezTo>
                  <a:pt x="4369623" y="-8445"/>
                  <a:pt x="4146061" y="7996"/>
                  <a:pt x="3880279" y="13716"/>
                </a:cubicBezTo>
                <a:cubicBezTo>
                  <a:pt x="3614497" y="19436"/>
                  <a:pt x="3473808" y="-17480"/>
                  <a:pt x="3201909" y="13716"/>
                </a:cubicBezTo>
                <a:cubicBezTo>
                  <a:pt x="2930010" y="44912"/>
                  <a:pt x="2728175" y="-8002"/>
                  <a:pt x="2604943" y="13716"/>
                </a:cubicBezTo>
                <a:cubicBezTo>
                  <a:pt x="2481711" y="35434"/>
                  <a:pt x="2004334" y="22380"/>
                  <a:pt x="1845168" y="13716"/>
                </a:cubicBezTo>
                <a:cubicBezTo>
                  <a:pt x="1686003" y="5052"/>
                  <a:pt x="1375070" y="33008"/>
                  <a:pt x="1166797" y="13716"/>
                </a:cubicBezTo>
                <a:cubicBezTo>
                  <a:pt x="958524" y="-5576"/>
                  <a:pt x="342846" y="4308"/>
                  <a:pt x="0" y="13716"/>
                </a:cubicBezTo>
                <a:cubicBezTo>
                  <a:pt x="-100" y="9589"/>
                  <a:pt x="468" y="2983"/>
                  <a:pt x="0" y="0"/>
                </a:cubicBezTo>
                <a:close/>
              </a:path>
              <a:path w="8140446" h="13716"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39772" y="5682"/>
                  <a:pt x="8139843" y="9439"/>
                  <a:pt x="8140446" y="13716"/>
                </a:cubicBezTo>
                <a:cubicBezTo>
                  <a:pt x="7959314" y="-1227"/>
                  <a:pt x="7870113" y="5865"/>
                  <a:pt x="7706289" y="13716"/>
                </a:cubicBezTo>
                <a:cubicBezTo>
                  <a:pt x="7542465" y="21567"/>
                  <a:pt x="7157940" y="12910"/>
                  <a:pt x="6865109" y="13716"/>
                </a:cubicBezTo>
                <a:cubicBezTo>
                  <a:pt x="6572278" y="14522"/>
                  <a:pt x="6524256" y="33479"/>
                  <a:pt x="6349548" y="13716"/>
                </a:cubicBezTo>
                <a:cubicBezTo>
                  <a:pt x="6174840" y="-6047"/>
                  <a:pt x="5951624" y="-4398"/>
                  <a:pt x="5671177" y="13716"/>
                </a:cubicBezTo>
                <a:cubicBezTo>
                  <a:pt x="5390730" y="31830"/>
                  <a:pt x="5222992" y="55486"/>
                  <a:pt x="4829998" y="13716"/>
                </a:cubicBezTo>
                <a:cubicBezTo>
                  <a:pt x="4437004" y="-28054"/>
                  <a:pt x="4344181" y="34515"/>
                  <a:pt x="4151627" y="13716"/>
                </a:cubicBezTo>
                <a:cubicBezTo>
                  <a:pt x="3959073" y="-7083"/>
                  <a:pt x="3886970" y="28303"/>
                  <a:pt x="3717470" y="13716"/>
                </a:cubicBezTo>
                <a:cubicBezTo>
                  <a:pt x="3547970" y="-871"/>
                  <a:pt x="3451521" y="27300"/>
                  <a:pt x="3201909" y="13716"/>
                </a:cubicBezTo>
                <a:cubicBezTo>
                  <a:pt x="2952297" y="132"/>
                  <a:pt x="2543413" y="1457"/>
                  <a:pt x="2360729" y="13716"/>
                </a:cubicBezTo>
                <a:cubicBezTo>
                  <a:pt x="2178045" y="25975"/>
                  <a:pt x="1906056" y="21275"/>
                  <a:pt x="1682359" y="13716"/>
                </a:cubicBezTo>
                <a:cubicBezTo>
                  <a:pt x="1458662" y="6158"/>
                  <a:pt x="1330405" y="3474"/>
                  <a:pt x="1166797" y="13716"/>
                </a:cubicBezTo>
                <a:cubicBezTo>
                  <a:pt x="1003189" y="23958"/>
                  <a:pt x="278098" y="14961"/>
                  <a:pt x="0" y="13716"/>
                </a:cubicBezTo>
                <a:cubicBezTo>
                  <a:pt x="303" y="7982"/>
                  <a:pt x="182" y="5202"/>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15E6B5A-A152-C7AF-D1E9-F9F98F736B30}"/>
              </a:ext>
            </a:extLst>
          </p:cNvPr>
          <p:cNvSpPr>
            <a:spLocks noGrp="1"/>
          </p:cNvSpPr>
          <p:nvPr>
            <p:ph idx="1"/>
          </p:nvPr>
        </p:nvSpPr>
        <p:spPr>
          <a:xfrm>
            <a:off x="628650" y="1447038"/>
            <a:ext cx="7886700" cy="3188970"/>
          </a:xfrm>
        </p:spPr>
        <p:txBody>
          <a:bodyPr>
            <a:normAutofit lnSpcReduction="10000"/>
          </a:bodyPr>
          <a:lstStyle/>
          <a:p>
            <a:r>
              <a:rPr lang="en-US" sz="1800" b="1" dirty="0"/>
              <a:t>Artificial Intelligence (AI)</a:t>
            </a:r>
            <a:r>
              <a:rPr lang="en-US" sz="1800" dirty="0"/>
              <a:t> is a branch of computer science focused on creating systems capable of performing tasks that normally require </a:t>
            </a:r>
            <a:r>
              <a:rPr lang="en-US" sz="1800" b="1" dirty="0"/>
              <a:t>human intelligence</a:t>
            </a:r>
            <a:r>
              <a:rPr lang="en-US" sz="1800" dirty="0"/>
              <a:t>.</a:t>
            </a:r>
          </a:p>
          <a:p>
            <a:r>
              <a:rPr lang="en-US" sz="1800" dirty="0"/>
              <a:t>These tasks include:</a:t>
            </a:r>
          </a:p>
          <a:p>
            <a:pPr lvl="1"/>
            <a:r>
              <a:rPr lang="en-US" dirty="0"/>
              <a:t>Understanding natural language</a:t>
            </a:r>
          </a:p>
          <a:p>
            <a:pPr lvl="1"/>
            <a:r>
              <a:rPr lang="en-US" dirty="0"/>
              <a:t>Recognizing patterns</a:t>
            </a:r>
          </a:p>
          <a:p>
            <a:pPr lvl="1"/>
            <a:r>
              <a:rPr lang="en-US" dirty="0"/>
              <a:t>Making decisions</a:t>
            </a:r>
          </a:p>
          <a:p>
            <a:pPr lvl="1"/>
            <a:r>
              <a:rPr lang="en-US" dirty="0"/>
              <a:t>Learning from experience</a:t>
            </a:r>
          </a:p>
          <a:p>
            <a:r>
              <a:rPr lang="en-US" sz="1800" dirty="0"/>
              <a:t>AI combines ideas, methods, and knowledge from multiple academic disciplines to solve complex problems and create intelligent behavior in machines.</a:t>
            </a:r>
          </a:p>
        </p:txBody>
      </p:sp>
    </p:spTree>
    <p:extLst>
      <p:ext uri="{BB962C8B-B14F-4D97-AF65-F5344CB8AC3E}">
        <p14:creationId xmlns:p14="http://schemas.microsoft.com/office/powerpoint/2010/main" val="8269042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77D6B2E-37A3-429E-A37C-F30ED6487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8792" y="0"/>
            <a:ext cx="9169464" cy="5151052"/>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31469" y="-2"/>
            <a:ext cx="8829202" cy="5151055"/>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400" y="0"/>
            <a:ext cx="2717530" cy="5151054"/>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064D5D5-227B-4F66-9AEA-46F570E793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906" y="-2"/>
            <a:ext cx="9175185" cy="515105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46B67A4-D328-4747-A82B-65E84FA46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363251" y="-646368"/>
            <a:ext cx="5146448" cy="6448394"/>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890229" y="816787"/>
            <a:ext cx="3725650" cy="3741293"/>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B0CCA57-E708-0ECE-480B-4F26D90BEF6B}"/>
              </a:ext>
            </a:extLst>
          </p:cNvPr>
          <p:cNvSpPr>
            <a:spLocks noGrp="1"/>
          </p:cNvSpPr>
          <p:nvPr>
            <p:ph type="title"/>
          </p:nvPr>
        </p:nvSpPr>
        <p:spPr>
          <a:xfrm>
            <a:off x="3121925" y="614238"/>
            <a:ext cx="5036024" cy="2384016"/>
          </a:xfrm>
        </p:spPr>
        <p:txBody>
          <a:bodyPr vert="horz" lIns="91440" tIns="45720" rIns="91440" bIns="45720" rtlCol="0" anchor="b">
            <a:normAutofit/>
          </a:bodyPr>
          <a:lstStyle/>
          <a:p>
            <a:pPr defTabSz="914400"/>
            <a:r>
              <a:rPr lang="en-US" sz="3600" kern="1200">
                <a:solidFill>
                  <a:srgbClr val="FFFFFF"/>
                </a:solidFill>
                <a:latin typeface="+mj-lt"/>
                <a:ea typeface="+mj-ea"/>
                <a:cs typeface="+mj-cs"/>
              </a:rPr>
              <a:t>History and Evolution of Artificial Intelligence</a:t>
            </a:r>
          </a:p>
        </p:txBody>
      </p:sp>
      <p:sp>
        <p:nvSpPr>
          <p:cNvPr id="22" name="Rectangle 21">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3367582"/>
            <a:ext cx="9163282" cy="178347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90E603B-BFD2-D1EF-805C-BBB226B46869}"/>
              </a:ext>
            </a:extLst>
          </p:cNvPr>
          <p:cNvSpPr>
            <a:spLocks noGrp="1"/>
          </p:cNvSpPr>
          <p:nvPr>
            <p:ph idx="1"/>
          </p:nvPr>
        </p:nvSpPr>
        <p:spPr>
          <a:xfrm>
            <a:off x="3214047" y="3720720"/>
            <a:ext cx="5291920" cy="808541"/>
          </a:xfrm>
        </p:spPr>
        <p:txBody>
          <a:bodyPr vert="horz" lIns="91440" tIns="45720" rIns="91440" bIns="45720" rtlCol="0">
            <a:normAutofit/>
          </a:bodyPr>
          <a:lstStyle/>
          <a:p>
            <a:pPr marL="0" indent="0" defTabSz="914400">
              <a:spcBef>
                <a:spcPts val="1000"/>
              </a:spcBef>
              <a:buNone/>
            </a:pPr>
            <a:r>
              <a:rPr lang="en-US" sz="1700" kern="1200">
                <a:solidFill>
                  <a:srgbClr val="FFFFFF"/>
                </a:solidFill>
                <a:latin typeface="+mn-lt"/>
                <a:ea typeface="+mn-ea"/>
                <a:cs typeface="+mn-cs"/>
              </a:rPr>
              <a:t>The concept of </a:t>
            </a:r>
            <a:r>
              <a:rPr lang="en-US" sz="1700" b="1" kern="1200">
                <a:solidFill>
                  <a:srgbClr val="FFFFFF"/>
                </a:solidFill>
                <a:latin typeface="+mn-lt"/>
                <a:ea typeface="+mn-ea"/>
                <a:cs typeface="+mn-cs"/>
              </a:rPr>
              <a:t>Artificial Intelligence</a:t>
            </a:r>
            <a:r>
              <a:rPr lang="en-US" sz="1700" kern="1200">
                <a:solidFill>
                  <a:srgbClr val="FFFFFF"/>
                </a:solidFill>
                <a:latin typeface="+mn-lt"/>
                <a:ea typeface="+mn-ea"/>
                <a:cs typeface="+mn-cs"/>
              </a:rPr>
              <a:t> actually goes back to </a:t>
            </a:r>
            <a:r>
              <a:rPr lang="en-US" sz="1700" b="1" kern="1200">
                <a:solidFill>
                  <a:srgbClr val="FFFFFF"/>
                </a:solidFill>
                <a:latin typeface="+mn-lt"/>
                <a:ea typeface="+mn-ea"/>
                <a:cs typeface="+mn-cs"/>
              </a:rPr>
              <a:t>ancient times</a:t>
            </a:r>
            <a:r>
              <a:rPr lang="en-US" sz="1700" kern="1200">
                <a:solidFill>
                  <a:srgbClr val="FFFFFF"/>
                </a:solidFill>
                <a:latin typeface="+mn-lt"/>
                <a:ea typeface="+mn-ea"/>
                <a:cs typeface="+mn-cs"/>
              </a:rPr>
              <a:t>.</a:t>
            </a:r>
            <a:br>
              <a:rPr lang="en-US" sz="1700" kern="1200">
                <a:solidFill>
                  <a:srgbClr val="FFFFFF"/>
                </a:solidFill>
                <a:latin typeface="+mn-lt"/>
                <a:ea typeface="+mn-ea"/>
                <a:cs typeface="+mn-cs"/>
              </a:rPr>
            </a:br>
            <a:endParaRPr lang="en-US" sz="1700" kern="1200">
              <a:solidFill>
                <a:srgbClr val="FFFFFF"/>
              </a:solidFill>
              <a:latin typeface="+mn-lt"/>
              <a:ea typeface="+mn-ea"/>
              <a:cs typeface="+mn-cs"/>
            </a:endParaRPr>
          </a:p>
        </p:txBody>
      </p:sp>
    </p:spTree>
    <p:extLst>
      <p:ext uri="{BB962C8B-B14F-4D97-AF65-F5344CB8AC3E}">
        <p14:creationId xmlns:p14="http://schemas.microsoft.com/office/powerpoint/2010/main" val="26737893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686C555-9B43-2100-DCDD-88317F139AC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99E5DE-F09B-46E8-DDDB-700920964435}"/>
              </a:ext>
            </a:extLst>
          </p:cNvPr>
          <p:cNvSpPr>
            <a:spLocks noGrp="1"/>
          </p:cNvSpPr>
          <p:nvPr>
            <p:ph type="title"/>
          </p:nvPr>
        </p:nvSpPr>
        <p:spPr>
          <a:xfrm>
            <a:off x="473202" y="377190"/>
            <a:ext cx="2564892" cy="1097280"/>
          </a:xfrm>
        </p:spPr>
        <p:txBody>
          <a:bodyPr anchor="ctr">
            <a:normAutofit/>
          </a:bodyPr>
          <a:lstStyle/>
          <a:p>
            <a:r>
              <a:rPr lang="en-US" sz="2000"/>
              <a:t>History and Evolution of Artificial Intelligence</a:t>
            </a:r>
          </a:p>
        </p:txBody>
      </p:sp>
      <p:sp>
        <p:nvSpPr>
          <p:cNvPr id="12"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674619" y="918972"/>
            <a:ext cx="1165860" cy="13716"/>
          </a:xfrm>
          <a:custGeom>
            <a:avLst/>
            <a:gdLst>
              <a:gd name="connsiteX0" fmla="*/ 0 w 1165860"/>
              <a:gd name="connsiteY0" fmla="*/ 0 h 13716"/>
              <a:gd name="connsiteX1" fmla="*/ 606247 w 1165860"/>
              <a:gd name="connsiteY1" fmla="*/ 0 h 13716"/>
              <a:gd name="connsiteX2" fmla="*/ 1165860 w 1165860"/>
              <a:gd name="connsiteY2" fmla="*/ 0 h 13716"/>
              <a:gd name="connsiteX3" fmla="*/ 1165860 w 1165860"/>
              <a:gd name="connsiteY3" fmla="*/ 13716 h 13716"/>
              <a:gd name="connsiteX4" fmla="*/ 594589 w 1165860"/>
              <a:gd name="connsiteY4" fmla="*/ 13716 h 13716"/>
              <a:gd name="connsiteX5" fmla="*/ 0 w 1165860"/>
              <a:gd name="connsiteY5" fmla="*/ 13716 h 13716"/>
              <a:gd name="connsiteX6" fmla="*/ 0 w 1165860"/>
              <a:gd name="connsiteY6"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5860" h="13716" fill="none" extrusionOk="0">
                <a:moveTo>
                  <a:pt x="0" y="0"/>
                </a:moveTo>
                <a:cubicBezTo>
                  <a:pt x="164196" y="4475"/>
                  <a:pt x="311417" y="-11483"/>
                  <a:pt x="606247" y="0"/>
                </a:cubicBezTo>
                <a:cubicBezTo>
                  <a:pt x="901077" y="11483"/>
                  <a:pt x="1028750" y="-4041"/>
                  <a:pt x="1165860" y="0"/>
                </a:cubicBezTo>
                <a:cubicBezTo>
                  <a:pt x="1165578" y="4434"/>
                  <a:pt x="1165988" y="8423"/>
                  <a:pt x="1165860" y="13716"/>
                </a:cubicBezTo>
                <a:cubicBezTo>
                  <a:pt x="940964" y="3888"/>
                  <a:pt x="745886" y="20893"/>
                  <a:pt x="594589" y="13716"/>
                </a:cubicBezTo>
                <a:cubicBezTo>
                  <a:pt x="443292" y="6539"/>
                  <a:pt x="119306" y="21776"/>
                  <a:pt x="0" y="13716"/>
                </a:cubicBezTo>
                <a:cubicBezTo>
                  <a:pt x="103" y="7543"/>
                  <a:pt x="-154" y="4446"/>
                  <a:pt x="0" y="0"/>
                </a:cubicBezTo>
                <a:close/>
              </a:path>
              <a:path w="1165860" h="13716" stroke="0" extrusionOk="0">
                <a:moveTo>
                  <a:pt x="0" y="0"/>
                </a:moveTo>
                <a:cubicBezTo>
                  <a:pt x="199755" y="-8614"/>
                  <a:pt x="439971" y="-19466"/>
                  <a:pt x="571271" y="0"/>
                </a:cubicBezTo>
                <a:cubicBezTo>
                  <a:pt x="702571" y="19466"/>
                  <a:pt x="922660" y="-18418"/>
                  <a:pt x="1165860" y="0"/>
                </a:cubicBezTo>
                <a:cubicBezTo>
                  <a:pt x="1165756" y="6849"/>
                  <a:pt x="1166068" y="9414"/>
                  <a:pt x="1165860" y="13716"/>
                </a:cubicBezTo>
                <a:cubicBezTo>
                  <a:pt x="981594" y="16996"/>
                  <a:pt x="788922" y="30312"/>
                  <a:pt x="582930" y="13716"/>
                </a:cubicBezTo>
                <a:cubicBezTo>
                  <a:pt x="376938" y="-2880"/>
                  <a:pt x="227474" y="40246"/>
                  <a:pt x="0" y="13716"/>
                </a:cubicBezTo>
                <a:cubicBezTo>
                  <a:pt x="469" y="7851"/>
                  <a:pt x="200" y="577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4C17421-0DF7-D88A-0D57-6D2EFD51CA06}"/>
              </a:ext>
            </a:extLst>
          </p:cNvPr>
          <p:cNvSpPr>
            <a:spLocks noGrp="1"/>
          </p:cNvSpPr>
          <p:nvPr>
            <p:ph idx="1"/>
          </p:nvPr>
        </p:nvSpPr>
        <p:spPr>
          <a:xfrm>
            <a:off x="3490721" y="209550"/>
            <a:ext cx="5170932" cy="1828800"/>
          </a:xfrm>
        </p:spPr>
        <p:txBody>
          <a:bodyPr anchor="ctr">
            <a:normAutofit/>
          </a:bodyPr>
          <a:lstStyle/>
          <a:p>
            <a:pPr marL="0" indent="0">
              <a:buNone/>
            </a:pPr>
            <a:r>
              <a:rPr lang="en-US" sz="1600" b="1" dirty="0"/>
              <a:t>Greek mythology-Talos</a:t>
            </a:r>
            <a:endParaRPr lang="en-US" sz="1600" dirty="0"/>
          </a:p>
          <a:p>
            <a:pPr marL="0" indent="0">
              <a:buNone/>
            </a:pPr>
            <a:r>
              <a:rPr lang="en-US" sz="1600" b="1" dirty="0"/>
              <a:t>Talos </a:t>
            </a:r>
            <a:r>
              <a:rPr lang="en-US" sz="1600" dirty="0"/>
              <a:t>was a giant animated bronze warrior programmed to guard the island of </a:t>
            </a:r>
            <a:r>
              <a:rPr lang="en-US" sz="1600" b="1" dirty="0"/>
              <a:t>Crete, </a:t>
            </a:r>
            <a:r>
              <a:rPr lang="en-US" sz="1600" dirty="0"/>
              <a:t>created by Hephaestus. </a:t>
            </a:r>
          </a:p>
          <a:p>
            <a:pPr marL="0" indent="0">
              <a:buNone/>
            </a:pPr>
            <a:r>
              <a:rPr lang="en-US" sz="1600" dirty="0"/>
              <a:t>Talos was considered an </a:t>
            </a:r>
            <a:r>
              <a:rPr lang="en-US" sz="1600" i="1" dirty="0"/>
              <a:t>automaton</a:t>
            </a:r>
            <a:r>
              <a:rPr lang="en-US" sz="1600" dirty="0"/>
              <a:t> — an early vision of what we now call a robot — programmed to follow commands and defend the island.</a:t>
            </a:r>
          </a:p>
          <a:p>
            <a:endParaRPr lang="en-US" sz="1100" dirty="0"/>
          </a:p>
        </p:txBody>
      </p:sp>
      <p:pic>
        <p:nvPicPr>
          <p:cNvPr id="5" name="Picture 4">
            <a:extLst>
              <a:ext uri="{FF2B5EF4-FFF2-40B4-BE49-F238E27FC236}">
                <a16:creationId xmlns:a16="http://schemas.microsoft.com/office/drawing/2014/main" id="{ABC44FBE-F62E-71DD-CBC3-FA92ADDEDEEC}"/>
              </a:ext>
            </a:extLst>
          </p:cNvPr>
          <p:cNvPicPr>
            <a:picLocks noChangeAspect="1"/>
          </p:cNvPicPr>
          <p:nvPr/>
        </p:nvPicPr>
        <p:blipFill>
          <a:blip r:embed="rId3"/>
          <a:stretch>
            <a:fillRect/>
          </a:stretch>
        </p:blipFill>
        <p:spPr>
          <a:xfrm>
            <a:off x="473202" y="2169167"/>
            <a:ext cx="8188452" cy="2067583"/>
          </a:xfrm>
          <a:prstGeom prst="rect">
            <a:avLst/>
          </a:prstGeom>
        </p:spPr>
      </p:pic>
    </p:spTree>
    <p:extLst>
      <p:ext uri="{BB962C8B-B14F-4D97-AF65-F5344CB8AC3E}">
        <p14:creationId xmlns:p14="http://schemas.microsoft.com/office/powerpoint/2010/main" val="23763241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E3801D-CCAE-B1F8-42EE-C5F97B0E7E3C}"/>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B3C69D-15F5-F4E0-6EC4-C627E78FFB73}"/>
              </a:ext>
            </a:extLst>
          </p:cNvPr>
          <p:cNvSpPr>
            <a:spLocks noGrp="1"/>
          </p:cNvSpPr>
          <p:nvPr>
            <p:ph type="title"/>
          </p:nvPr>
        </p:nvSpPr>
        <p:spPr>
          <a:xfrm>
            <a:off x="473202" y="377190"/>
            <a:ext cx="2564892" cy="1097280"/>
          </a:xfrm>
        </p:spPr>
        <p:txBody>
          <a:bodyPr anchor="ctr">
            <a:normAutofit/>
          </a:bodyPr>
          <a:lstStyle/>
          <a:p>
            <a:r>
              <a:rPr lang="en-US" sz="2000"/>
              <a:t>History and Evolution of Artificial Intelligence</a:t>
            </a:r>
          </a:p>
        </p:txBody>
      </p:sp>
      <p:sp>
        <p:nvSpPr>
          <p:cNvPr id="13"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674619" y="918972"/>
            <a:ext cx="1165860" cy="13716"/>
          </a:xfrm>
          <a:custGeom>
            <a:avLst/>
            <a:gdLst>
              <a:gd name="connsiteX0" fmla="*/ 0 w 1165860"/>
              <a:gd name="connsiteY0" fmla="*/ 0 h 13716"/>
              <a:gd name="connsiteX1" fmla="*/ 606247 w 1165860"/>
              <a:gd name="connsiteY1" fmla="*/ 0 h 13716"/>
              <a:gd name="connsiteX2" fmla="*/ 1165860 w 1165860"/>
              <a:gd name="connsiteY2" fmla="*/ 0 h 13716"/>
              <a:gd name="connsiteX3" fmla="*/ 1165860 w 1165860"/>
              <a:gd name="connsiteY3" fmla="*/ 13716 h 13716"/>
              <a:gd name="connsiteX4" fmla="*/ 594589 w 1165860"/>
              <a:gd name="connsiteY4" fmla="*/ 13716 h 13716"/>
              <a:gd name="connsiteX5" fmla="*/ 0 w 1165860"/>
              <a:gd name="connsiteY5" fmla="*/ 13716 h 13716"/>
              <a:gd name="connsiteX6" fmla="*/ 0 w 1165860"/>
              <a:gd name="connsiteY6"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5860" h="13716" fill="none" extrusionOk="0">
                <a:moveTo>
                  <a:pt x="0" y="0"/>
                </a:moveTo>
                <a:cubicBezTo>
                  <a:pt x="164196" y="4475"/>
                  <a:pt x="311417" y="-11483"/>
                  <a:pt x="606247" y="0"/>
                </a:cubicBezTo>
                <a:cubicBezTo>
                  <a:pt x="901077" y="11483"/>
                  <a:pt x="1028750" y="-4041"/>
                  <a:pt x="1165860" y="0"/>
                </a:cubicBezTo>
                <a:cubicBezTo>
                  <a:pt x="1165578" y="4434"/>
                  <a:pt x="1165988" y="8423"/>
                  <a:pt x="1165860" y="13716"/>
                </a:cubicBezTo>
                <a:cubicBezTo>
                  <a:pt x="940964" y="3888"/>
                  <a:pt x="745886" y="20893"/>
                  <a:pt x="594589" y="13716"/>
                </a:cubicBezTo>
                <a:cubicBezTo>
                  <a:pt x="443292" y="6539"/>
                  <a:pt x="119306" y="21776"/>
                  <a:pt x="0" y="13716"/>
                </a:cubicBezTo>
                <a:cubicBezTo>
                  <a:pt x="103" y="7543"/>
                  <a:pt x="-154" y="4446"/>
                  <a:pt x="0" y="0"/>
                </a:cubicBezTo>
                <a:close/>
              </a:path>
              <a:path w="1165860" h="13716" stroke="0" extrusionOk="0">
                <a:moveTo>
                  <a:pt x="0" y="0"/>
                </a:moveTo>
                <a:cubicBezTo>
                  <a:pt x="199755" y="-8614"/>
                  <a:pt x="439971" y="-19466"/>
                  <a:pt x="571271" y="0"/>
                </a:cubicBezTo>
                <a:cubicBezTo>
                  <a:pt x="702571" y="19466"/>
                  <a:pt x="922660" y="-18418"/>
                  <a:pt x="1165860" y="0"/>
                </a:cubicBezTo>
                <a:cubicBezTo>
                  <a:pt x="1165756" y="6849"/>
                  <a:pt x="1166068" y="9414"/>
                  <a:pt x="1165860" y="13716"/>
                </a:cubicBezTo>
                <a:cubicBezTo>
                  <a:pt x="981594" y="16996"/>
                  <a:pt x="788922" y="30312"/>
                  <a:pt x="582930" y="13716"/>
                </a:cubicBezTo>
                <a:cubicBezTo>
                  <a:pt x="376938" y="-2880"/>
                  <a:pt x="227474" y="40246"/>
                  <a:pt x="0" y="13716"/>
                </a:cubicBezTo>
                <a:cubicBezTo>
                  <a:pt x="469" y="7851"/>
                  <a:pt x="200" y="577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2243F3A-89D6-DDA1-B038-F43470CD2061}"/>
              </a:ext>
            </a:extLst>
          </p:cNvPr>
          <p:cNvSpPr>
            <a:spLocks noGrp="1"/>
          </p:cNvSpPr>
          <p:nvPr>
            <p:ph idx="1"/>
          </p:nvPr>
        </p:nvSpPr>
        <p:spPr>
          <a:xfrm>
            <a:off x="3344140" y="57150"/>
            <a:ext cx="5790715" cy="1889760"/>
          </a:xfrm>
        </p:spPr>
        <p:txBody>
          <a:bodyPr anchor="ctr">
            <a:normAutofit/>
          </a:bodyPr>
          <a:lstStyle/>
          <a:p>
            <a:pPr marL="0" indent="0">
              <a:buNone/>
            </a:pPr>
            <a:r>
              <a:rPr lang="en-US" sz="1600" b="1" dirty="0"/>
              <a:t>1950-Alan Turing</a:t>
            </a:r>
            <a:endParaRPr lang="en-US" sz="1600" dirty="0"/>
          </a:p>
          <a:p>
            <a:pPr marL="0" indent="0">
              <a:buNone/>
            </a:pPr>
            <a:r>
              <a:rPr lang="en-US" sz="1600" i="1" dirty="0"/>
              <a:t>Alan Turing</a:t>
            </a:r>
            <a:r>
              <a:rPr lang="en-US" sz="1600" dirty="0"/>
              <a:t> proposed the </a:t>
            </a:r>
            <a:r>
              <a:rPr lang="en-US" sz="1600" b="1" dirty="0"/>
              <a:t>Turing Test</a:t>
            </a:r>
            <a:r>
              <a:rPr lang="en-US" sz="1600" dirty="0"/>
              <a:t>, a method to determine whether a machine can think and respond like a human.</a:t>
            </a:r>
            <a:br>
              <a:rPr lang="en-US" sz="1600" dirty="0"/>
            </a:br>
            <a:r>
              <a:rPr lang="en-US" sz="1600" dirty="0"/>
              <a:t>The Turing Test was the </a:t>
            </a:r>
            <a:r>
              <a:rPr lang="en-US" sz="1600" b="1" dirty="0"/>
              <a:t>first serious framework</a:t>
            </a:r>
            <a:r>
              <a:rPr lang="en-US" sz="1600" dirty="0"/>
              <a:t> in the </a:t>
            </a:r>
            <a:r>
              <a:rPr lang="en-US" sz="1600" i="1" dirty="0"/>
              <a:t>philosophy of Artificial Intelligence</a:t>
            </a:r>
            <a:r>
              <a:rPr lang="en-US" sz="1600" dirty="0"/>
              <a:t> and remains a foundational concept in AI research.</a:t>
            </a:r>
          </a:p>
        </p:txBody>
      </p:sp>
      <p:pic>
        <p:nvPicPr>
          <p:cNvPr id="6" name="Picture 5">
            <a:extLst>
              <a:ext uri="{FF2B5EF4-FFF2-40B4-BE49-F238E27FC236}">
                <a16:creationId xmlns:a16="http://schemas.microsoft.com/office/drawing/2014/main" id="{AA08C0B1-5C26-75BE-075A-E76C67F009CD}"/>
              </a:ext>
            </a:extLst>
          </p:cNvPr>
          <p:cNvPicPr>
            <a:picLocks noChangeAspect="1"/>
          </p:cNvPicPr>
          <p:nvPr/>
        </p:nvPicPr>
        <p:blipFill>
          <a:blip r:embed="rId3"/>
          <a:stretch>
            <a:fillRect/>
          </a:stretch>
        </p:blipFill>
        <p:spPr>
          <a:xfrm>
            <a:off x="1011124" y="1718202"/>
            <a:ext cx="7112608" cy="2969514"/>
          </a:xfrm>
          <a:prstGeom prst="rect">
            <a:avLst/>
          </a:prstGeom>
        </p:spPr>
      </p:pic>
    </p:spTree>
    <p:extLst>
      <p:ext uri="{BB962C8B-B14F-4D97-AF65-F5344CB8AC3E}">
        <p14:creationId xmlns:p14="http://schemas.microsoft.com/office/powerpoint/2010/main" val="2595079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5B2DB0C-E4EB-CCFF-5C41-0137C2247C0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4CA87E-17E1-B6C1-5178-DD2C17D94C96}"/>
              </a:ext>
            </a:extLst>
          </p:cNvPr>
          <p:cNvSpPr>
            <a:spLocks noGrp="1"/>
          </p:cNvSpPr>
          <p:nvPr>
            <p:ph type="title"/>
          </p:nvPr>
        </p:nvSpPr>
        <p:spPr>
          <a:xfrm>
            <a:off x="473202" y="377190"/>
            <a:ext cx="2564892" cy="1097280"/>
          </a:xfrm>
        </p:spPr>
        <p:txBody>
          <a:bodyPr anchor="ctr">
            <a:normAutofit/>
          </a:bodyPr>
          <a:lstStyle/>
          <a:p>
            <a:r>
              <a:rPr lang="en-US" sz="2000"/>
              <a:t>History and Evolution of Artificial Intelligence</a:t>
            </a:r>
          </a:p>
        </p:txBody>
      </p:sp>
      <p:sp>
        <p:nvSpPr>
          <p:cNvPr id="12"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674619" y="918972"/>
            <a:ext cx="1165860" cy="13716"/>
          </a:xfrm>
          <a:custGeom>
            <a:avLst/>
            <a:gdLst>
              <a:gd name="connsiteX0" fmla="*/ 0 w 1165860"/>
              <a:gd name="connsiteY0" fmla="*/ 0 h 13716"/>
              <a:gd name="connsiteX1" fmla="*/ 606247 w 1165860"/>
              <a:gd name="connsiteY1" fmla="*/ 0 h 13716"/>
              <a:gd name="connsiteX2" fmla="*/ 1165860 w 1165860"/>
              <a:gd name="connsiteY2" fmla="*/ 0 h 13716"/>
              <a:gd name="connsiteX3" fmla="*/ 1165860 w 1165860"/>
              <a:gd name="connsiteY3" fmla="*/ 13716 h 13716"/>
              <a:gd name="connsiteX4" fmla="*/ 594589 w 1165860"/>
              <a:gd name="connsiteY4" fmla="*/ 13716 h 13716"/>
              <a:gd name="connsiteX5" fmla="*/ 0 w 1165860"/>
              <a:gd name="connsiteY5" fmla="*/ 13716 h 13716"/>
              <a:gd name="connsiteX6" fmla="*/ 0 w 1165860"/>
              <a:gd name="connsiteY6"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5860" h="13716" fill="none" extrusionOk="0">
                <a:moveTo>
                  <a:pt x="0" y="0"/>
                </a:moveTo>
                <a:cubicBezTo>
                  <a:pt x="164196" y="4475"/>
                  <a:pt x="311417" y="-11483"/>
                  <a:pt x="606247" y="0"/>
                </a:cubicBezTo>
                <a:cubicBezTo>
                  <a:pt x="901077" y="11483"/>
                  <a:pt x="1028750" y="-4041"/>
                  <a:pt x="1165860" y="0"/>
                </a:cubicBezTo>
                <a:cubicBezTo>
                  <a:pt x="1165578" y="4434"/>
                  <a:pt x="1165988" y="8423"/>
                  <a:pt x="1165860" y="13716"/>
                </a:cubicBezTo>
                <a:cubicBezTo>
                  <a:pt x="940964" y="3888"/>
                  <a:pt x="745886" y="20893"/>
                  <a:pt x="594589" y="13716"/>
                </a:cubicBezTo>
                <a:cubicBezTo>
                  <a:pt x="443292" y="6539"/>
                  <a:pt x="119306" y="21776"/>
                  <a:pt x="0" y="13716"/>
                </a:cubicBezTo>
                <a:cubicBezTo>
                  <a:pt x="103" y="7543"/>
                  <a:pt x="-154" y="4446"/>
                  <a:pt x="0" y="0"/>
                </a:cubicBezTo>
                <a:close/>
              </a:path>
              <a:path w="1165860" h="13716" stroke="0" extrusionOk="0">
                <a:moveTo>
                  <a:pt x="0" y="0"/>
                </a:moveTo>
                <a:cubicBezTo>
                  <a:pt x="199755" y="-8614"/>
                  <a:pt x="439971" y="-19466"/>
                  <a:pt x="571271" y="0"/>
                </a:cubicBezTo>
                <a:cubicBezTo>
                  <a:pt x="702571" y="19466"/>
                  <a:pt x="922660" y="-18418"/>
                  <a:pt x="1165860" y="0"/>
                </a:cubicBezTo>
                <a:cubicBezTo>
                  <a:pt x="1165756" y="6849"/>
                  <a:pt x="1166068" y="9414"/>
                  <a:pt x="1165860" y="13716"/>
                </a:cubicBezTo>
                <a:cubicBezTo>
                  <a:pt x="981594" y="16996"/>
                  <a:pt x="788922" y="30312"/>
                  <a:pt x="582930" y="13716"/>
                </a:cubicBezTo>
                <a:cubicBezTo>
                  <a:pt x="376938" y="-2880"/>
                  <a:pt x="227474" y="40246"/>
                  <a:pt x="0" y="13716"/>
                </a:cubicBezTo>
                <a:cubicBezTo>
                  <a:pt x="469" y="7851"/>
                  <a:pt x="200" y="577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184608C-F8C8-99FE-BE94-75E9BE11252E}"/>
              </a:ext>
            </a:extLst>
          </p:cNvPr>
          <p:cNvSpPr>
            <a:spLocks noGrp="1"/>
          </p:cNvSpPr>
          <p:nvPr>
            <p:ph idx="1"/>
          </p:nvPr>
        </p:nvSpPr>
        <p:spPr>
          <a:xfrm>
            <a:off x="3291839" y="0"/>
            <a:ext cx="5843016" cy="1718202"/>
          </a:xfrm>
        </p:spPr>
        <p:txBody>
          <a:bodyPr anchor="ctr">
            <a:normAutofit fontScale="92500" lnSpcReduction="10000"/>
          </a:bodyPr>
          <a:lstStyle/>
          <a:p>
            <a:pPr marL="0" indent="0">
              <a:buNone/>
            </a:pPr>
            <a:r>
              <a:rPr lang="en-US" sz="1800" b="1" dirty="0"/>
              <a:t>1951</a:t>
            </a:r>
            <a:r>
              <a:rPr lang="en-US" sz="1800" dirty="0"/>
              <a:t> – This era marked the beginning of </a:t>
            </a:r>
            <a:r>
              <a:rPr lang="en-US" sz="1800" b="1" dirty="0"/>
              <a:t>Game AI</a:t>
            </a:r>
            <a:r>
              <a:rPr lang="en-US" sz="1800" dirty="0"/>
              <a:t>, when computer scientists developed programs for </a:t>
            </a:r>
            <a:r>
              <a:rPr lang="en-US" sz="1800" b="1" dirty="0"/>
              <a:t>checkers</a:t>
            </a:r>
            <a:r>
              <a:rPr lang="en-US" sz="1800" dirty="0"/>
              <a:t> and </a:t>
            </a:r>
            <a:r>
              <a:rPr lang="en-US" sz="1800" b="1" dirty="0"/>
              <a:t>chess</a:t>
            </a:r>
            <a:r>
              <a:rPr lang="en-US" sz="1800" dirty="0"/>
              <a:t>.</a:t>
            </a:r>
          </a:p>
          <a:p>
            <a:pPr marL="0" indent="0">
              <a:buNone/>
            </a:pPr>
            <a:r>
              <a:rPr lang="en-US" sz="1800" dirty="0"/>
              <a:t>Christopher Strachey wrote a checkers program, and Dietrich Prinz wrote for chess program.</a:t>
            </a:r>
            <a:br>
              <a:rPr lang="en-US" sz="1800" dirty="0"/>
            </a:br>
            <a:r>
              <a:rPr lang="en-US" sz="1800" dirty="0"/>
              <a:t>These early programs laid the groundwork for modern AI in games and decision-making systems.</a:t>
            </a:r>
          </a:p>
        </p:txBody>
      </p:sp>
      <p:pic>
        <p:nvPicPr>
          <p:cNvPr id="5" name="Picture 4">
            <a:extLst>
              <a:ext uri="{FF2B5EF4-FFF2-40B4-BE49-F238E27FC236}">
                <a16:creationId xmlns:a16="http://schemas.microsoft.com/office/drawing/2014/main" id="{068BFA9B-81A4-8A29-F53C-C5E527872093}"/>
              </a:ext>
            </a:extLst>
          </p:cNvPr>
          <p:cNvPicPr>
            <a:picLocks noChangeAspect="1"/>
          </p:cNvPicPr>
          <p:nvPr/>
        </p:nvPicPr>
        <p:blipFill>
          <a:blip r:embed="rId3"/>
          <a:stretch>
            <a:fillRect/>
          </a:stretch>
        </p:blipFill>
        <p:spPr>
          <a:xfrm>
            <a:off x="1173698" y="1718202"/>
            <a:ext cx="6787459" cy="2969514"/>
          </a:xfrm>
          <a:prstGeom prst="rect">
            <a:avLst/>
          </a:prstGeom>
        </p:spPr>
      </p:pic>
    </p:spTree>
    <p:extLst>
      <p:ext uri="{BB962C8B-B14F-4D97-AF65-F5344CB8AC3E}">
        <p14:creationId xmlns:p14="http://schemas.microsoft.com/office/powerpoint/2010/main" val="35717958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E93A254-32D0-9577-64C3-3FBCC81A75F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AA21ED-6F7D-FB87-D152-A281AD7AFF69}"/>
              </a:ext>
            </a:extLst>
          </p:cNvPr>
          <p:cNvSpPr>
            <a:spLocks noGrp="1"/>
          </p:cNvSpPr>
          <p:nvPr>
            <p:ph type="title"/>
          </p:nvPr>
        </p:nvSpPr>
        <p:spPr>
          <a:xfrm>
            <a:off x="473202" y="377190"/>
            <a:ext cx="2564892" cy="1097280"/>
          </a:xfrm>
        </p:spPr>
        <p:txBody>
          <a:bodyPr anchor="ctr">
            <a:normAutofit/>
          </a:bodyPr>
          <a:lstStyle/>
          <a:p>
            <a:r>
              <a:rPr lang="en-US" sz="2000"/>
              <a:t>History and Evolution of Artificial Intelligence</a:t>
            </a:r>
          </a:p>
        </p:txBody>
      </p:sp>
      <p:sp>
        <p:nvSpPr>
          <p:cNvPr id="12"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674619" y="918972"/>
            <a:ext cx="1165860" cy="13716"/>
          </a:xfrm>
          <a:custGeom>
            <a:avLst/>
            <a:gdLst>
              <a:gd name="connsiteX0" fmla="*/ 0 w 1165860"/>
              <a:gd name="connsiteY0" fmla="*/ 0 h 13716"/>
              <a:gd name="connsiteX1" fmla="*/ 606247 w 1165860"/>
              <a:gd name="connsiteY1" fmla="*/ 0 h 13716"/>
              <a:gd name="connsiteX2" fmla="*/ 1165860 w 1165860"/>
              <a:gd name="connsiteY2" fmla="*/ 0 h 13716"/>
              <a:gd name="connsiteX3" fmla="*/ 1165860 w 1165860"/>
              <a:gd name="connsiteY3" fmla="*/ 13716 h 13716"/>
              <a:gd name="connsiteX4" fmla="*/ 594589 w 1165860"/>
              <a:gd name="connsiteY4" fmla="*/ 13716 h 13716"/>
              <a:gd name="connsiteX5" fmla="*/ 0 w 1165860"/>
              <a:gd name="connsiteY5" fmla="*/ 13716 h 13716"/>
              <a:gd name="connsiteX6" fmla="*/ 0 w 1165860"/>
              <a:gd name="connsiteY6"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5860" h="13716" fill="none" extrusionOk="0">
                <a:moveTo>
                  <a:pt x="0" y="0"/>
                </a:moveTo>
                <a:cubicBezTo>
                  <a:pt x="164196" y="4475"/>
                  <a:pt x="311417" y="-11483"/>
                  <a:pt x="606247" y="0"/>
                </a:cubicBezTo>
                <a:cubicBezTo>
                  <a:pt x="901077" y="11483"/>
                  <a:pt x="1028750" y="-4041"/>
                  <a:pt x="1165860" y="0"/>
                </a:cubicBezTo>
                <a:cubicBezTo>
                  <a:pt x="1165578" y="4434"/>
                  <a:pt x="1165988" y="8423"/>
                  <a:pt x="1165860" y="13716"/>
                </a:cubicBezTo>
                <a:cubicBezTo>
                  <a:pt x="940964" y="3888"/>
                  <a:pt x="745886" y="20893"/>
                  <a:pt x="594589" y="13716"/>
                </a:cubicBezTo>
                <a:cubicBezTo>
                  <a:pt x="443292" y="6539"/>
                  <a:pt x="119306" y="21776"/>
                  <a:pt x="0" y="13716"/>
                </a:cubicBezTo>
                <a:cubicBezTo>
                  <a:pt x="103" y="7543"/>
                  <a:pt x="-154" y="4446"/>
                  <a:pt x="0" y="0"/>
                </a:cubicBezTo>
                <a:close/>
              </a:path>
              <a:path w="1165860" h="13716" stroke="0" extrusionOk="0">
                <a:moveTo>
                  <a:pt x="0" y="0"/>
                </a:moveTo>
                <a:cubicBezTo>
                  <a:pt x="199755" y="-8614"/>
                  <a:pt x="439971" y="-19466"/>
                  <a:pt x="571271" y="0"/>
                </a:cubicBezTo>
                <a:cubicBezTo>
                  <a:pt x="702571" y="19466"/>
                  <a:pt x="922660" y="-18418"/>
                  <a:pt x="1165860" y="0"/>
                </a:cubicBezTo>
                <a:cubicBezTo>
                  <a:pt x="1165756" y="6849"/>
                  <a:pt x="1166068" y="9414"/>
                  <a:pt x="1165860" y="13716"/>
                </a:cubicBezTo>
                <a:cubicBezTo>
                  <a:pt x="981594" y="16996"/>
                  <a:pt x="788922" y="30312"/>
                  <a:pt x="582930" y="13716"/>
                </a:cubicBezTo>
                <a:cubicBezTo>
                  <a:pt x="376938" y="-2880"/>
                  <a:pt x="227474" y="40246"/>
                  <a:pt x="0" y="13716"/>
                </a:cubicBezTo>
                <a:cubicBezTo>
                  <a:pt x="469" y="7851"/>
                  <a:pt x="200" y="577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AEE3379-97A7-3634-954E-F54D2718EBE5}"/>
              </a:ext>
            </a:extLst>
          </p:cNvPr>
          <p:cNvSpPr>
            <a:spLocks noGrp="1"/>
          </p:cNvSpPr>
          <p:nvPr>
            <p:ph idx="1"/>
          </p:nvPr>
        </p:nvSpPr>
        <p:spPr>
          <a:xfrm>
            <a:off x="3490721" y="377190"/>
            <a:ext cx="5170932" cy="1097280"/>
          </a:xfrm>
        </p:spPr>
        <p:txBody>
          <a:bodyPr anchor="ctr">
            <a:normAutofit/>
          </a:bodyPr>
          <a:lstStyle/>
          <a:p>
            <a:pPr marL="0" indent="0">
              <a:buNone/>
            </a:pPr>
            <a:r>
              <a:rPr lang="en-US" sz="1600" b="1"/>
              <a:t>1956</a:t>
            </a:r>
            <a:r>
              <a:rPr lang="en-US" sz="1600"/>
              <a:t> – A historic year for AI!</a:t>
            </a:r>
            <a:br>
              <a:rPr lang="en-US" sz="1600"/>
            </a:br>
            <a:r>
              <a:rPr lang="en-US" sz="1600" b="1"/>
              <a:t>John McCarthy</a:t>
            </a:r>
            <a:r>
              <a:rPr lang="en-US" sz="1600"/>
              <a:t> coined the term </a:t>
            </a:r>
            <a:r>
              <a:rPr lang="en-US" sz="1600" b="1"/>
              <a:t>“Artificial Intelligence”</a:t>
            </a:r>
            <a:r>
              <a:rPr lang="en-US" sz="1600"/>
              <a:t> during the </a:t>
            </a:r>
            <a:r>
              <a:rPr lang="en-US" sz="1600" b="1"/>
              <a:t>Dartmouth Conference</a:t>
            </a:r>
            <a:r>
              <a:rPr lang="en-US" sz="1600"/>
              <a:t>, which is considered the </a:t>
            </a:r>
            <a:r>
              <a:rPr lang="en-US" sz="1600" b="1"/>
              <a:t>birth of AI as a field of study</a:t>
            </a:r>
            <a:r>
              <a:rPr lang="en-US" sz="1600"/>
              <a:t>.</a:t>
            </a:r>
          </a:p>
        </p:txBody>
      </p:sp>
      <p:pic>
        <p:nvPicPr>
          <p:cNvPr id="5" name="Picture 4">
            <a:extLst>
              <a:ext uri="{FF2B5EF4-FFF2-40B4-BE49-F238E27FC236}">
                <a16:creationId xmlns:a16="http://schemas.microsoft.com/office/drawing/2014/main" id="{499C8722-897C-E9E6-D955-B665BBA45AF1}"/>
              </a:ext>
            </a:extLst>
          </p:cNvPr>
          <p:cNvPicPr>
            <a:picLocks noChangeAspect="1"/>
          </p:cNvPicPr>
          <p:nvPr/>
        </p:nvPicPr>
        <p:blipFill>
          <a:blip r:embed="rId3"/>
          <a:stretch>
            <a:fillRect/>
          </a:stretch>
        </p:blipFill>
        <p:spPr>
          <a:xfrm>
            <a:off x="1173698" y="1718202"/>
            <a:ext cx="6787459" cy="2969514"/>
          </a:xfrm>
          <a:prstGeom prst="rect">
            <a:avLst/>
          </a:prstGeom>
        </p:spPr>
      </p:pic>
    </p:spTree>
    <p:extLst>
      <p:ext uri="{BB962C8B-B14F-4D97-AF65-F5344CB8AC3E}">
        <p14:creationId xmlns:p14="http://schemas.microsoft.com/office/powerpoint/2010/main" val="41942886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6CF209B-B849-8D2E-1F92-8F11F36EAE0B}"/>
            </a:ext>
          </a:extLst>
        </p:cNvPr>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290951-75DA-CDA6-54F3-775629B9B3FE}"/>
              </a:ext>
            </a:extLst>
          </p:cNvPr>
          <p:cNvSpPr>
            <a:spLocks noGrp="1"/>
          </p:cNvSpPr>
          <p:nvPr>
            <p:ph type="title"/>
          </p:nvPr>
        </p:nvSpPr>
        <p:spPr>
          <a:xfrm>
            <a:off x="473202" y="377190"/>
            <a:ext cx="2564892" cy="1097280"/>
          </a:xfrm>
        </p:spPr>
        <p:txBody>
          <a:bodyPr anchor="ctr">
            <a:normAutofit/>
          </a:bodyPr>
          <a:lstStyle/>
          <a:p>
            <a:r>
              <a:rPr lang="en-US" sz="2000"/>
              <a:t>History and Evolution of Artificial Intelligence</a:t>
            </a:r>
          </a:p>
        </p:txBody>
      </p:sp>
      <p:sp>
        <p:nvSpPr>
          <p:cNvPr id="35"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674619" y="918972"/>
            <a:ext cx="1165860" cy="13716"/>
          </a:xfrm>
          <a:custGeom>
            <a:avLst/>
            <a:gdLst>
              <a:gd name="connsiteX0" fmla="*/ 0 w 1165860"/>
              <a:gd name="connsiteY0" fmla="*/ 0 h 13716"/>
              <a:gd name="connsiteX1" fmla="*/ 606247 w 1165860"/>
              <a:gd name="connsiteY1" fmla="*/ 0 h 13716"/>
              <a:gd name="connsiteX2" fmla="*/ 1165860 w 1165860"/>
              <a:gd name="connsiteY2" fmla="*/ 0 h 13716"/>
              <a:gd name="connsiteX3" fmla="*/ 1165860 w 1165860"/>
              <a:gd name="connsiteY3" fmla="*/ 13716 h 13716"/>
              <a:gd name="connsiteX4" fmla="*/ 594589 w 1165860"/>
              <a:gd name="connsiteY4" fmla="*/ 13716 h 13716"/>
              <a:gd name="connsiteX5" fmla="*/ 0 w 1165860"/>
              <a:gd name="connsiteY5" fmla="*/ 13716 h 13716"/>
              <a:gd name="connsiteX6" fmla="*/ 0 w 1165860"/>
              <a:gd name="connsiteY6"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5860" h="13716" fill="none" extrusionOk="0">
                <a:moveTo>
                  <a:pt x="0" y="0"/>
                </a:moveTo>
                <a:cubicBezTo>
                  <a:pt x="164196" y="4475"/>
                  <a:pt x="311417" y="-11483"/>
                  <a:pt x="606247" y="0"/>
                </a:cubicBezTo>
                <a:cubicBezTo>
                  <a:pt x="901077" y="11483"/>
                  <a:pt x="1028750" y="-4041"/>
                  <a:pt x="1165860" y="0"/>
                </a:cubicBezTo>
                <a:cubicBezTo>
                  <a:pt x="1165578" y="4434"/>
                  <a:pt x="1165988" y="8423"/>
                  <a:pt x="1165860" y="13716"/>
                </a:cubicBezTo>
                <a:cubicBezTo>
                  <a:pt x="940964" y="3888"/>
                  <a:pt x="745886" y="20893"/>
                  <a:pt x="594589" y="13716"/>
                </a:cubicBezTo>
                <a:cubicBezTo>
                  <a:pt x="443292" y="6539"/>
                  <a:pt x="119306" y="21776"/>
                  <a:pt x="0" y="13716"/>
                </a:cubicBezTo>
                <a:cubicBezTo>
                  <a:pt x="103" y="7543"/>
                  <a:pt x="-154" y="4446"/>
                  <a:pt x="0" y="0"/>
                </a:cubicBezTo>
                <a:close/>
              </a:path>
              <a:path w="1165860" h="13716" stroke="0" extrusionOk="0">
                <a:moveTo>
                  <a:pt x="0" y="0"/>
                </a:moveTo>
                <a:cubicBezTo>
                  <a:pt x="199755" y="-8614"/>
                  <a:pt x="439971" y="-19466"/>
                  <a:pt x="571271" y="0"/>
                </a:cubicBezTo>
                <a:cubicBezTo>
                  <a:pt x="702571" y="19466"/>
                  <a:pt x="922660" y="-18418"/>
                  <a:pt x="1165860" y="0"/>
                </a:cubicBezTo>
                <a:cubicBezTo>
                  <a:pt x="1165756" y="6849"/>
                  <a:pt x="1166068" y="9414"/>
                  <a:pt x="1165860" y="13716"/>
                </a:cubicBezTo>
                <a:cubicBezTo>
                  <a:pt x="981594" y="16996"/>
                  <a:pt x="788922" y="30312"/>
                  <a:pt x="582930" y="13716"/>
                </a:cubicBezTo>
                <a:cubicBezTo>
                  <a:pt x="376938" y="-2880"/>
                  <a:pt x="227474" y="40246"/>
                  <a:pt x="0" y="13716"/>
                </a:cubicBezTo>
                <a:cubicBezTo>
                  <a:pt x="469" y="7851"/>
                  <a:pt x="200" y="577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6A008FF-1909-9114-79B0-822EEDEA2580}"/>
              </a:ext>
            </a:extLst>
          </p:cNvPr>
          <p:cNvSpPr>
            <a:spLocks noGrp="1"/>
          </p:cNvSpPr>
          <p:nvPr>
            <p:ph idx="1"/>
          </p:nvPr>
        </p:nvSpPr>
        <p:spPr>
          <a:xfrm>
            <a:off x="3490721" y="377190"/>
            <a:ext cx="5170932" cy="1097280"/>
          </a:xfrm>
        </p:spPr>
        <p:txBody>
          <a:bodyPr anchor="ctr">
            <a:normAutofit/>
          </a:bodyPr>
          <a:lstStyle/>
          <a:p>
            <a:pPr marL="0" indent="0">
              <a:buNone/>
            </a:pPr>
            <a:r>
              <a:rPr lang="en-US" sz="1700" b="1"/>
              <a:t>1959</a:t>
            </a:r>
            <a:r>
              <a:rPr lang="en-US" sz="1700"/>
              <a:t> – The first </a:t>
            </a:r>
            <a:r>
              <a:rPr lang="en-US" sz="1700" b="1"/>
              <a:t>AI Laboratory</a:t>
            </a:r>
            <a:r>
              <a:rPr lang="en-US" sz="1700"/>
              <a:t> was established at </a:t>
            </a:r>
            <a:r>
              <a:rPr lang="en-US" sz="1700" b="1"/>
              <a:t>MIT</a:t>
            </a:r>
            <a:r>
              <a:rPr lang="en-US" sz="1700"/>
              <a:t>.</a:t>
            </a:r>
            <a:br>
              <a:rPr lang="en-US" sz="1700"/>
            </a:br>
            <a:r>
              <a:rPr lang="en-US" sz="1700"/>
              <a:t>The </a:t>
            </a:r>
            <a:r>
              <a:rPr lang="en-US" sz="1700" b="1"/>
              <a:t>MIT AI Lab</a:t>
            </a:r>
            <a:r>
              <a:rPr lang="en-US" sz="1700"/>
              <a:t> became a major center for AI research and innovation.</a:t>
            </a:r>
          </a:p>
        </p:txBody>
      </p:sp>
      <p:pic>
        <p:nvPicPr>
          <p:cNvPr id="17" name="Picture 16" descr="A screenshot of a timeline&#10;&#10;AI-generated content may be incorrect.">
            <a:extLst>
              <a:ext uri="{FF2B5EF4-FFF2-40B4-BE49-F238E27FC236}">
                <a16:creationId xmlns:a16="http://schemas.microsoft.com/office/drawing/2014/main" id="{A0201E89-EADC-5AA6-7973-C3DB47D76F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4193" y="1718202"/>
            <a:ext cx="6826470" cy="2969514"/>
          </a:xfrm>
          <a:prstGeom prst="rect">
            <a:avLst/>
          </a:prstGeom>
        </p:spPr>
      </p:pic>
    </p:spTree>
    <p:extLst>
      <p:ext uri="{BB962C8B-B14F-4D97-AF65-F5344CB8AC3E}">
        <p14:creationId xmlns:p14="http://schemas.microsoft.com/office/powerpoint/2010/main" val="17099688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5FA5BEB-884C-8667-902E-4B3FEA6637B0}"/>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47890E-55A6-15DA-8A3E-7DC7A0102F64}"/>
              </a:ext>
            </a:extLst>
          </p:cNvPr>
          <p:cNvSpPr>
            <a:spLocks noGrp="1"/>
          </p:cNvSpPr>
          <p:nvPr>
            <p:ph type="title"/>
          </p:nvPr>
        </p:nvSpPr>
        <p:spPr>
          <a:xfrm>
            <a:off x="473202" y="377190"/>
            <a:ext cx="2564892" cy="1097280"/>
          </a:xfrm>
        </p:spPr>
        <p:txBody>
          <a:bodyPr anchor="ctr">
            <a:normAutofit/>
          </a:bodyPr>
          <a:lstStyle/>
          <a:p>
            <a:r>
              <a:rPr lang="en-US" sz="2000"/>
              <a:t>History and Evolution of Artificial Intelligence</a:t>
            </a:r>
          </a:p>
        </p:txBody>
      </p:sp>
      <p:sp>
        <p:nvSpPr>
          <p:cNvPr id="14"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674619" y="918972"/>
            <a:ext cx="1165860" cy="13716"/>
          </a:xfrm>
          <a:custGeom>
            <a:avLst/>
            <a:gdLst>
              <a:gd name="connsiteX0" fmla="*/ 0 w 1165860"/>
              <a:gd name="connsiteY0" fmla="*/ 0 h 13716"/>
              <a:gd name="connsiteX1" fmla="*/ 606247 w 1165860"/>
              <a:gd name="connsiteY1" fmla="*/ 0 h 13716"/>
              <a:gd name="connsiteX2" fmla="*/ 1165860 w 1165860"/>
              <a:gd name="connsiteY2" fmla="*/ 0 h 13716"/>
              <a:gd name="connsiteX3" fmla="*/ 1165860 w 1165860"/>
              <a:gd name="connsiteY3" fmla="*/ 13716 h 13716"/>
              <a:gd name="connsiteX4" fmla="*/ 594589 w 1165860"/>
              <a:gd name="connsiteY4" fmla="*/ 13716 h 13716"/>
              <a:gd name="connsiteX5" fmla="*/ 0 w 1165860"/>
              <a:gd name="connsiteY5" fmla="*/ 13716 h 13716"/>
              <a:gd name="connsiteX6" fmla="*/ 0 w 1165860"/>
              <a:gd name="connsiteY6"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5860" h="13716" fill="none" extrusionOk="0">
                <a:moveTo>
                  <a:pt x="0" y="0"/>
                </a:moveTo>
                <a:cubicBezTo>
                  <a:pt x="164196" y="4475"/>
                  <a:pt x="311417" y="-11483"/>
                  <a:pt x="606247" y="0"/>
                </a:cubicBezTo>
                <a:cubicBezTo>
                  <a:pt x="901077" y="11483"/>
                  <a:pt x="1028750" y="-4041"/>
                  <a:pt x="1165860" y="0"/>
                </a:cubicBezTo>
                <a:cubicBezTo>
                  <a:pt x="1165578" y="4434"/>
                  <a:pt x="1165988" y="8423"/>
                  <a:pt x="1165860" y="13716"/>
                </a:cubicBezTo>
                <a:cubicBezTo>
                  <a:pt x="940964" y="3888"/>
                  <a:pt x="745886" y="20893"/>
                  <a:pt x="594589" y="13716"/>
                </a:cubicBezTo>
                <a:cubicBezTo>
                  <a:pt x="443292" y="6539"/>
                  <a:pt x="119306" y="21776"/>
                  <a:pt x="0" y="13716"/>
                </a:cubicBezTo>
                <a:cubicBezTo>
                  <a:pt x="103" y="7543"/>
                  <a:pt x="-154" y="4446"/>
                  <a:pt x="0" y="0"/>
                </a:cubicBezTo>
                <a:close/>
              </a:path>
              <a:path w="1165860" h="13716" stroke="0" extrusionOk="0">
                <a:moveTo>
                  <a:pt x="0" y="0"/>
                </a:moveTo>
                <a:cubicBezTo>
                  <a:pt x="199755" y="-8614"/>
                  <a:pt x="439971" y="-19466"/>
                  <a:pt x="571271" y="0"/>
                </a:cubicBezTo>
                <a:cubicBezTo>
                  <a:pt x="702571" y="19466"/>
                  <a:pt x="922660" y="-18418"/>
                  <a:pt x="1165860" y="0"/>
                </a:cubicBezTo>
                <a:cubicBezTo>
                  <a:pt x="1165756" y="6849"/>
                  <a:pt x="1166068" y="9414"/>
                  <a:pt x="1165860" y="13716"/>
                </a:cubicBezTo>
                <a:cubicBezTo>
                  <a:pt x="981594" y="16996"/>
                  <a:pt x="788922" y="30312"/>
                  <a:pt x="582930" y="13716"/>
                </a:cubicBezTo>
                <a:cubicBezTo>
                  <a:pt x="376938" y="-2880"/>
                  <a:pt x="227474" y="40246"/>
                  <a:pt x="0" y="13716"/>
                </a:cubicBezTo>
                <a:cubicBezTo>
                  <a:pt x="469" y="7851"/>
                  <a:pt x="200" y="577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20DA072-2082-21BC-B3E6-711D1F2FD511}"/>
              </a:ext>
            </a:extLst>
          </p:cNvPr>
          <p:cNvSpPr>
            <a:spLocks noGrp="1"/>
          </p:cNvSpPr>
          <p:nvPr>
            <p:ph idx="1"/>
          </p:nvPr>
        </p:nvSpPr>
        <p:spPr>
          <a:xfrm>
            <a:off x="3490721" y="377190"/>
            <a:ext cx="5170932" cy="1097280"/>
          </a:xfrm>
        </p:spPr>
        <p:txBody>
          <a:bodyPr anchor="ctr">
            <a:normAutofit/>
          </a:bodyPr>
          <a:lstStyle/>
          <a:p>
            <a:pPr marL="0" indent="0">
              <a:buNone/>
            </a:pPr>
            <a:r>
              <a:rPr lang="en-US" sz="1700" b="1"/>
              <a:t>1960</a:t>
            </a:r>
            <a:r>
              <a:rPr lang="en-US" sz="1700"/>
              <a:t> – The first </a:t>
            </a:r>
            <a:r>
              <a:rPr lang="en-US" sz="1700" b="1"/>
              <a:t>industrial robot</a:t>
            </a:r>
            <a:r>
              <a:rPr lang="en-US" sz="1700"/>
              <a:t> was introduced to the </a:t>
            </a:r>
            <a:r>
              <a:rPr lang="en-US" sz="1700" b="1"/>
              <a:t>General Motors assembly line</a:t>
            </a:r>
            <a:r>
              <a:rPr lang="en-US" sz="1700"/>
              <a:t>, marking the start of automation in manufacturing.</a:t>
            </a:r>
          </a:p>
        </p:txBody>
      </p:sp>
      <p:pic>
        <p:nvPicPr>
          <p:cNvPr id="7" name="Picture 6" descr="A diagram of a timeline&#10;&#10;AI-generated content may be incorrect.">
            <a:extLst>
              <a:ext uri="{FF2B5EF4-FFF2-40B4-BE49-F238E27FC236}">
                <a16:creationId xmlns:a16="http://schemas.microsoft.com/office/drawing/2014/main" id="{849C3C08-EFF9-C3FC-78B1-439DD87C08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4193" y="1718202"/>
            <a:ext cx="6826470" cy="2969514"/>
          </a:xfrm>
          <a:prstGeom prst="rect">
            <a:avLst/>
          </a:prstGeom>
        </p:spPr>
      </p:pic>
    </p:spTree>
    <p:extLst>
      <p:ext uri="{BB962C8B-B14F-4D97-AF65-F5344CB8AC3E}">
        <p14:creationId xmlns:p14="http://schemas.microsoft.com/office/powerpoint/2010/main" val="6055377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6027A57-52A3-16C5-E0F3-13DF07A0BABA}"/>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01EF90-95F8-D2D7-2CE4-2261DAF885C1}"/>
              </a:ext>
            </a:extLst>
          </p:cNvPr>
          <p:cNvSpPr>
            <a:spLocks noGrp="1"/>
          </p:cNvSpPr>
          <p:nvPr>
            <p:ph type="title"/>
          </p:nvPr>
        </p:nvSpPr>
        <p:spPr>
          <a:xfrm>
            <a:off x="473202" y="377190"/>
            <a:ext cx="2564892" cy="1097280"/>
          </a:xfrm>
        </p:spPr>
        <p:txBody>
          <a:bodyPr anchor="ctr">
            <a:normAutofit/>
          </a:bodyPr>
          <a:lstStyle/>
          <a:p>
            <a:r>
              <a:rPr lang="en-US" sz="2000"/>
              <a:t>History and Evolution of Artificial Intelligence</a:t>
            </a:r>
          </a:p>
        </p:txBody>
      </p:sp>
      <p:sp>
        <p:nvSpPr>
          <p:cNvPr id="14"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674619" y="918972"/>
            <a:ext cx="1165860" cy="13716"/>
          </a:xfrm>
          <a:custGeom>
            <a:avLst/>
            <a:gdLst>
              <a:gd name="connsiteX0" fmla="*/ 0 w 1165860"/>
              <a:gd name="connsiteY0" fmla="*/ 0 h 13716"/>
              <a:gd name="connsiteX1" fmla="*/ 606247 w 1165860"/>
              <a:gd name="connsiteY1" fmla="*/ 0 h 13716"/>
              <a:gd name="connsiteX2" fmla="*/ 1165860 w 1165860"/>
              <a:gd name="connsiteY2" fmla="*/ 0 h 13716"/>
              <a:gd name="connsiteX3" fmla="*/ 1165860 w 1165860"/>
              <a:gd name="connsiteY3" fmla="*/ 13716 h 13716"/>
              <a:gd name="connsiteX4" fmla="*/ 594589 w 1165860"/>
              <a:gd name="connsiteY4" fmla="*/ 13716 h 13716"/>
              <a:gd name="connsiteX5" fmla="*/ 0 w 1165860"/>
              <a:gd name="connsiteY5" fmla="*/ 13716 h 13716"/>
              <a:gd name="connsiteX6" fmla="*/ 0 w 1165860"/>
              <a:gd name="connsiteY6"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5860" h="13716" fill="none" extrusionOk="0">
                <a:moveTo>
                  <a:pt x="0" y="0"/>
                </a:moveTo>
                <a:cubicBezTo>
                  <a:pt x="164196" y="4475"/>
                  <a:pt x="311417" y="-11483"/>
                  <a:pt x="606247" y="0"/>
                </a:cubicBezTo>
                <a:cubicBezTo>
                  <a:pt x="901077" y="11483"/>
                  <a:pt x="1028750" y="-4041"/>
                  <a:pt x="1165860" y="0"/>
                </a:cubicBezTo>
                <a:cubicBezTo>
                  <a:pt x="1165578" y="4434"/>
                  <a:pt x="1165988" y="8423"/>
                  <a:pt x="1165860" y="13716"/>
                </a:cubicBezTo>
                <a:cubicBezTo>
                  <a:pt x="940964" y="3888"/>
                  <a:pt x="745886" y="20893"/>
                  <a:pt x="594589" y="13716"/>
                </a:cubicBezTo>
                <a:cubicBezTo>
                  <a:pt x="443292" y="6539"/>
                  <a:pt x="119306" y="21776"/>
                  <a:pt x="0" y="13716"/>
                </a:cubicBezTo>
                <a:cubicBezTo>
                  <a:pt x="103" y="7543"/>
                  <a:pt x="-154" y="4446"/>
                  <a:pt x="0" y="0"/>
                </a:cubicBezTo>
                <a:close/>
              </a:path>
              <a:path w="1165860" h="13716" stroke="0" extrusionOk="0">
                <a:moveTo>
                  <a:pt x="0" y="0"/>
                </a:moveTo>
                <a:cubicBezTo>
                  <a:pt x="199755" y="-8614"/>
                  <a:pt x="439971" y="-19466"/>
                  <a:pt x="571271" y="0"/>
                </a:cubicBezTo>
                <a:cubicBezTo>
                  <a:pt x="702571" y="19466"/>
                  <a:pt x="922660" y="-18418"/>
                  <a:pt x="1165860" y="0"/>
                </a:cubicBezTo>
                <a:cubicBezTo>
                  <a:pt x="1165756" y="6849"/>
                  <a:pt x="1166068" y="9414"/>
                  <a:pt x="1165860" y="13716"/>
                </a:cubicBezTo>
                <a:cubicBezTo>
                  <a:pt x="981594" y="16996"/>
                  <a:pt x="788922" y="30312"/>
                  <a:pt x="582930" y="13716"/>
                </a:cubicBezTo>
                <a:cubicBezTo>
                  <a:pt x="376938" y="-2880"/>
                  <a:pt x="227474" y="40246"/>
                  <a:pt x="0" y="13716"/>
                </a:cubicBezTo>
                <a:cubicBezTo>
                  <a:pt x="469" y="7851"/>
                  <a:pt x="200" y="577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B6EC55A-A4DE-38A7-C1D9-9B7872B57C7D}"/>
              </a:ext>
            </a:extLst>
          </p:cNvPr>
          <p:cNvSpPr>
            <a:spLocks noGrp="1"/>
          </p:cNvSpPr>
          <p:nvPr>
            <p:ph idx="1"/>
          </p:nvPr>
        </p:nvSpPr>
        <p:spPr>
          <a:xfrm>
            <a:off x="3490721" y="377190"/>
            <a:ext cx="5170932" cy="1097280"/>
          </a:xfrm>
        </p:spPr>
        <p:txBody>
          <a:bodyPr anchor="ctr">
            <a:normAutofit/>
          </a:bodyPr>
          <a:lstStyle/>
          <a:p>
            <a:pPr marL="0" indent="0">
              <a:buNone/>
            </a:pPr>
            <a:r>
              <a:rPr lang="en-US" sz="1700" b="1"/>
              <a:t>1961</a:t>
            </a:r>
            <a:r>
              <a:rPr lang="en-US" sz="1700"/>
              <a:t> – The first </a:t>
            </a:r>
            <a:r>
              <a:rPr lang="en-US" sz="1700" b="1"/>
              <a:t>AI chatbot</a:t>
            </a:r>
            <a:r>
              <a:rPr lang="en-US" sz="1700"/>
              <a:t>, named </a:t>
            </a:r>
            <a:r>
              <a:rPr lang="en-US" sz="1700" b="1"/>
              <a:t>ELIZA</a:t>
            </a:r>
            <a:r>
              <a:rPr lang="en-US" sz="1700"/>
              <a:t>, was created by Joseph Weizenbaum.</a:t>
            </a:r>
            <a:br>
              <a:rPr lang="en-US" sz="1700"/>
            </a:br>
            <a:r>
              <a:rPr lang="en-US" sz="1700"/>
              <a:t>ELIZA could simulate a conversation with a human — an early example of natural language processing.</a:t>
            </a:r>
          </a:p>
        </p:txBody>
      </p:sp>
      <p:pic>
        <p:nvPicPr>
          <p:cNvPr id="7" name="Picture 6" descr="A timeline of timeline with icons and numbers&#10;&#10;AI-generated content may be incorrect.">
            <a:extLst>
              <a:ext uri="{FF2B5EF4-FFF2-40B4-BE49-F238E27FC236}">
                <a16:creationId xmlns:a16="http://schemas.microsoft.com/office/drawing/2014/main" id="{5DCF3914-5D90-0469-DEAD-8CCA263133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4193" y="1718202"/>
            <a:ext cx="6826470" cy="2969514"/>
          </a:xfrm>
          <a:prstGeom prst="rect">
            <a:avLst/>
          </a:prstGeom>
        </p:spPr>
      </p:pic>
    </p:spTree>
    <p:extLst>
      <p:ext uri="{BB962C8B-B14F-4D97-AF65-F5344CB8AC3E}">
        <p14:creationId xmlns:p14="http://schemas.microsoft.com/office/powerpoint/2010/main" val="26546119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3145339-6895-315F-D04D-C684CD9FD9E0}"/>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B5179A-98B7-5ABD-442B-292968ACAC86}"/>
              </a:ext>
            </a:extLst>
          </p:cNvPr>
          <p:cNvSpPr>
            <a:spLocks noGrp="1"/>
          </p:cNvSpPr>
          <p:nvPr>
            <p:ph type="title"/>
          </p:nvPr>
        </p:nvSpPr>
        <p:spPr>
          <a:xfrm>
            <a:off x="473202" y="377190"/>
            <a:ext cx="2564892" cy="1097280"/>
          </a:xfrm>
        </p:spPr>
        <p:txBody>
          <a:bodyPr anchor="ctr">
            <a:normAutofit/>
          </a:bodyPr>
          <a:lstStyle/>
          <a:p>
            <a:r>
              <a:rPr lang="en-US" sz="2000"/>
              <a:t>History and Evolution of Artificial Intelligence</a:t>
            </a:r>
          </a:p>
        </p:txBody>
      </p:sp>
      <p:sp>
        <p:nvSpPr>
          <p:cNvPr id="14"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674619" y="918972"/>
            <a:ext cx="1165860" cy="13716"/>
          </a:xfrm>
          <a:custGeom>
            <a:avLst/>
            <a:gdLst>
              <a:gd name="connsiteX0" fmla="*/ 0 w 1165860"/>
              <a:gd name="connsiteY0" fmla="*/ 0 h 13716"/>
              <a:gd name="connsiteX1" fmla="*/ 606247 w 1165860"/>
              <a:gd name="connsiteY1" fmla="*/ 0 h 13716"/>
              <a:gd name="connsiteX2" fmla="*/ 1165860 w 1165860"/>
              <a:gd name="connsiteY2" fmla="*/ 0 h 13716"/>
              <a:gd name="connsiteX3" fmla="*/ 1165860 w 1165860"/>
              <a:gd name="connsiteY3" fmla="*/ 13716 h 13716"/>
              <a:gd name="connsiteX4" fmla="*/ 594589 w 1165860"/>
              <a:gd name="connsiteY4" fmla="*/ 13716 h 13716"/>
              <a:gd name="connsiteX5" fmla="*/ 0 w 1165860"/>
              <a:gd name="connsiteY5" fmla="*/ 13716 h 13716"/>
              <a:gd name="connsiteX6" fmla="*/ 0 w 1165860"/>
              <a:gd name="connsiteY6"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5860" h="13716" fill="none" extrusionOk="0">
                <a:moveTo>
                  <a:pt x="0" y="0"/>
                </a:moveTo>
                <a:cubicBezTo>
                  <a:pt x="164196" y="4475"/>
                  <a:pt x="311417" y="-11483"/>
                  <a:pt x="606247" y="0"/>
                </a:cubicBezTo>
                <a:cubicBezTo>
                  <a:pt x="901077" y="11483"/>
                  <a:pt x="1028750" y="-4041"/>
                  <a:pt x="1165860" y="0"/>
                </a:cubicBezTo>
                <a:cubicBezTo>
                  <a:pt x="1165578" y="4434"/>
                  <a:pt x="1165988" y="8423"/>
                  <a:pt x="1165860" y="13716"/>
                </a:cubicBezTo>
                <a:cubicBezTo>
                  <a:pt x="940964" y="3888"/>
                  <a:pt x="745886" y="20893"/>
                  <a:pt x="594589" y="13716"/>
                </a:cubicBezTo>
                <a:cubicBezTo>
                  <a:pt x="443292" y="6539"/>
                  <a:pt x="119306" y="21776"/>
                  <a:pt x="0" y="13716"/>
                </a:cubicBezTo>
                <a:cubicBezTo>
                  <a:pt x="103" y="7543"/>
                  <a:pt x="-154" y="4446"/>
                  <a:pt x="0" y="0"/>
                </a:cubicBezTo>
                <a:close/>
              </a:path>
              <a:path w="1165860" h="13716" stroke="0" extrusionOk="0">
                <a:moveTo>
                  <a:pt x="0" y="0"/>
                </a:moveTo>
                <a:cubicBezTo>
                  <a:pt x="199755" y="-8614"/>
                  <a:pt x="439971" y="-19466"/>
                  <a:pt x="571271" y="0"/>
                </a:cubicBezTo>
                <a:cubicBezTo>
                  <a:pt x="702571" y="19466"/>
                  <a:pt x="922660" y="-18418"/>
                  <a:pt x="1165860" y="0"/>
                </a:cubicBezTo>
                <a:cubicBezTo>
                  <a:pt x="1165756" y="6849"/>
                  <a:pt x="1166068" y="9414"/>
                  <a:pt x="1165860" y="13716"/>
                </a:cubicBezTo>
                <a:cubicBezTo>
                  <a:pt x="981594" y="16996"/>
                  <a:pt x="788922" y="30312"/>
                  <a:pt x="582930" y="13716"/>
                </a:cubicBezTo>
                <a:cubicBezTo>
                  <a:pt x="376938" y="-2880"/>
                  <a:pt x="227474" y="40246"/>
                  <a:pt x="0" y="13716"/>
                </a:cubicBezTo>
                <a:cubicBezTo>
                  <a:pt x="469" y="7851"/>
                  <a:pt x="200" y="577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D3C6CF1-A48D-7375-DC0B-0FA543AA8872}"/>
              </a:ext>
            </a:extLst>
          </p:cNvPr>
          <p:cNvSpPr>
            <a:spLocks noGrp="1"/>
          </p:cNvSpPr>
          <p:nvPr>
            <p:ph idx="1"/>
          </p:nvPr>
        </p:nvSpPr>
        <p:spPr>
          <a:xfrm>
            <a:off x="3490721" y="377190"/>
            <a:ext cx="5170932" cy="1097280"/>
          </a:xfrm>
        </p:spPr>
        <p:txBody>
          <a:bodyPr anchor="ctr">
            <a:normAutofit/>
          </a:bodyPr>
          <a:lstStyle/>
          <a:p>
            <a:pPr marL="0" indent="0">
              <a:buNone/>
            </a:pPr>
            <a:r>
              <a:rPr lang="en-US" sz="1700" b="1"/>
              <a:t>1997</a:t>
            </a:r>
            <a:r>
              <a:rPr lang="en-US" sz="1700"/>
              <a:t> – </a:t>
            </a:r>
            <a:r>
              <a:rPr lang="en-US" sz="1700" b="1"/>
              <a:t>IBM’s Deep Blue</a:t>
            </a:r>
            <a:r>
              <a:rPr lang="en-US" sz="1700"/>
              <a:t> made history by defeating world chess champion </a:t>
            </a:r>
            <a:r>
              <a:rPr lang="en-US" sz="1700" b="1"/>
              <a:t>Garry Kasparov</a:t>
            </a:r>
            <a:r>
              <a:rPr lang="en-US" sz="1700"/>
              <a:t>, showcasing AI’s ability to outperform humans in complex strategy games.</a:t>
            </a:r>
          </a:p>
        </p:txBody>
      </p:sp>
      <p:pic>
        <p:nvPicPr>
          <p:cNvPr id="7" name="Picture 6" descr="A timeline of timeline with icons and numbers&#10;&#10;AI-generated content may be incorrect.">
            <a:extLst>
              <a:ext uri="{FF2B5EF4-FFF2-40B4-BE49-F238E27FC236}">
                <a16:creationId xmlns:a16="http://schemas.microsoft.com/office/drawing/2014/main" id="{E665B9A4-5642-B5F0-39A3-0437FADD9B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4464" y="1718202"/>
            <a:ext cx="6865928" cy="2969514"/>
          </a:xfrm>
          <a:prstGeom prst="rect">
            <a:avLst/>
          </a:prstGeom>
        </p:spPr>
      </p:pic>
    </p:spTree>
    <p:extLst>
      <p:ext uri="{BB962C8B-B14F-4D97-AF65-F5344CB8AC3E}">
        <p14:creationId xmlns:p14="http://schemas.microsoft.com/office/powerpoint/2010/main" val="25226512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DBB421A-5985-3685-3634-3372DC84D64F}"/>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12B828-D06A-C4F5-FFF4-A2778B705EF7}"/>
              </a:ext>
            </a:extLst>
          </p:cNvPr>
          <p:cNvSpPr>
            <a:spLocks noGrp="1"/>
          </p:cNvSpPr>
          <p:nvPr>
            <p:ph type="title"/>
          </p:nvPr>
        </p:nvSpPr>
        <p:spPr>
          <a:xfrm>
            <a:off x="473202" y="377190"/>
            <a:ext cx="2564892" cy="1097280"/>
          </a:xfrm>
        </p:spPr>
        <p:txBody>
          <a:bodyPr anchor="ctr">
            <a:normAutofit/>
          </a:bodyPr>
          <a:lstStyle/>
          <a:p>
            <a:r>
              <a:rPr lang="en-US" sz="2000"/>
              <a:t>History and Evolution of Artificial Intelligence</a:t>
            </a:r>
          </a:p>
        </p:txBody>
      </p:sp>
      <p:sp>
        <p:nvSpPr>
          <p:cNvPr id="12"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674619" y="918972"/>
            <a:ext cx="1165860" cy="13716"/>
          </a:xfrm>
          <a:custGeom>
            <a:avLst/>
            <a:gdLst>
              <a:gd name="connsiteX0" fmla="*/ 0 w 1165860"/>
              <a:gd name="connsiteY0" fmla="*/ 0 h 13716"/>
              <a:gd name="connsiteX1" fmla="*/ 606247 w 1165860"/>
              <a:gd name="connsiteY1" fmla="*/ 0 h 13716"/>
              <a:gd name="connsiteX2" fmla="*/ 1165860 w 1165860"/>
              <a:gd name="connsiteY2" fmla="*/ 0 h 13716"/>
              <a:gd name="connsiteX3" fmla="*/ 1165860 w 1165860"/>
              <a:gd name="connsiteY3" fmla="*/ 13716 h 13716"/>
              <a:gd name="connsiteX4" fmla="*/ 594589 w 1165860"/>
              <a:gd name="connsiteY4" fmla="*/ 13716 h 13716"/>
              <a:gd name="connsiteX5" fmla="*/ 0 w 1165860"/>
              <a:gd name="connsiteY5" fmla="*/ 13716 h 13716"/>
              <a:gd name="connsiteX6" fmla="*/ 0 w 1165860"/>
              <a:gd name="connsiteY6"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5860" h="13716" fill="none" extrusionOk="0">
                <a:moveTo>
                  <a:pt x="0" y="0"/>
                </a:moveTo>
                <a:cubicBezTo>
                  <a:pt x="164196" y="4475"/>
                  <a:pt x="311417" y="-11483"/>
                  <a:pt x="606247" y="0"/>
                </a:cubicBezTo>
                <a:cubicBezTo>
                  <a:pt x="901077" y="11483"/>
                  <a:pt x="1028750" y="-4041"/>
                  <a:pt x="1165860" y="0"/>
                </a:cubicBezTo>
                <a:cubicBezTo>
                  <a:pt x="1165578" y="4434"/>
                  <a:pt x="1165988" y="8423"/>
                  <a:pt x="1165860" y="13716"/>
                </a:cubicBezTo>
                <a:cubicBezTo>
                  <a:pt x="940964" y="3888"/>
                  <a:pt x="745886" y="20893"/>
                  <a:pt x="594589" y="13716"/>
                </a:cubicBezTo>
                <a:cubicBezTo>
                  <a:pt x="443292" y="6539"/>
                  <a:pt x="119306" y="21776"/>
                  <a:pt x="0" y="13716"/>
                </a:cubicBezTo>
                <a:cubicBezTo>
                  <a:pt x="103" y="7543"/>
                  <a:pt x="-154" y="4446"/>
                  <a:pt x="0" y="0"/>
                </a:cubicBezTo>
                <a:close/>
              </a:path>
              <a:path w="1165860" h="13716" stroke="0" extrusionOk="0">
                <a:moveTo>
                  <a:pt x="0" y="0"/>
                </a:moveTo>
                <a:cubicBezTo>
                  <a:pt x="199755" y="-8614"/>
                  <a:pt x="439971" y="-19466"/>
                  <a:pt x="571271" y="0"/>
                </a:cubicBezTo>
                <a:cubicBezTo>
                  <a:pt x="702571" y="19466"/>
                  <a:pt x="922660" y="-18418"/>
                  <a:pt x="1165860" y="0"/>
                </a:cubicBezTo>
                <a:cubicBezTo>
                  <a:pt x="1165756" y="6849"/>
                  <a:pt x="1166068" y="9414"/>
                  <a:pt x="1165860" y="13716"/>
                </a:cubicBezTo>
                <a:cubicBezTo>
                  <a:pt x="981594" y="16996"/>
                  <a:pt x="788922" y="30312"/>
                  <a:pt x="582930" y="13716"/>
                </a:cubicBezTo>
                <a:cubicBezTo>
                  <a:pt x="376938" y="-2880"/>
                  <a:pt x="227474" y="40246"/>
                  <a:pt x="0" y="13716"/>
                </a:cubicBezTo>
                <a:cubicBezTo>
                  <a:pt x="469" y="7851"/>
                  <a:pt x="200" y="577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A4B6CC8-9474-A944-61CC-6CDB83F16272}"/>
              </a:ext>
            </a:extLst>
          </p:cNvPr>
          <p:cNvSpPr>
            <a:spLocks noGrp="1"/>
          </p:cNvSpPr>
          <p:nvPr>
            <p:ph idx="1"/>
          </p:nvPr>
        </p:nvSpPr>
        <p:spPr>
          <a:xfrm>
            <a:off x="3490721" y="377190"/>
            <a:ext cx="5170932" cy="1097280"/>
          </a:xfrm>
        </p:spPr>
        <p:txBody>
          <a:bodyPr anchor="ctr">
            <a:normAutofit/>
          </a:bodyPr>
          <a:lstStyle/>
          <a:p>
            <a:pPr marL="0" indent="0">
              <a:buNone/>
            </a:pPr>
            <a:r>
              <a:rPr lang="en-US" sz="1700" b="1"/>
              <a:t>2005</a:t>
            </a:r>
            <a:r>
              <a:rPr lang="en-US" sz="1700"/>
              <a:t> – An autonomous robotic car named </a:t>
            </a:r>
            <a:r>
              <a:rPr lang="en-US" sz="1700" b="1"/>
              <a:t>Stanley</a:t>
            </a:r>
            <a:r>
              <a:rPr lang="en-US" sz="1700"/>
              <a:t> won the </a:t>
            </a:r>
            <a:r>
              <a:rPr lang="en-US" sz="1700" b="1"/>
              <a:t>DARPA Grand Challenge</a:t>
            </a:r>
            <a:r>
              <a:rPr lang="en-US" sz="1700"/>
              <a:t>, proving that AI could navigate real-world environments independently.</a:t>
            </a:r>
          </a:p>
        </p:txBody>
      </p:sp>
      <p:pic>
        <p:nvPicPr>
          <p:cNvPr id="5" name="Picture 4">
            <a:extLst>
              <a:ext uri="{FF2B5EF4-FFF2-40B4-BE49-F238E27FC236}">
                <a16:creationId xmlns:a16="http://schemas.microsoft.com/office/drawing/2014/main" id="{202D6903-443F-FBE5-1ABB-558E5D96FEC5}"/>
              </a:ext>
            </a:extLst>
          </p:cNvPr>
          <p:cNvPicPr>
            <a:picLocks noChangeAspect="1"/>
          </p:cNvPicPr>
          <p:nvPr/>
        </p:nvPicPr>
        <p:blipFill>
          <a:blip r:embed="rId3"/>
          <a:stretch>
            <a:fillRect/>
          </a:stretch>
        </p:blipFill>
        <p:spPr>
          <a:xfrm>
            <a:off x="1286198" y="1718202"/>
            <a:ext cx="6562460" cy="2969514"/>
          </a:xfrm>
          <a:prstGeom prst="rect">
            <a:avLst/>
          </a:prstGeom>
        </p:spPr>
      </p:pic>
    </p:spTree>
    <p:extLst>
      <p:ext uri="{BB962C8B-B14F-4D97-AF65-F5344CB8AC3E}">
        <p14:creationId xmlns:p14="http://schemas.microsoft.com/office/powerpoint/2010/main" val="21339208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2FDD9AD-DE74-6721-8BE2-259CF8D3144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9D187C-81A2-F65F-1D2F-A0DB2903FD4C}"/>
              </a:ext>
            </a:extLst>
          </p:cNvPr>
          <p:cNvSpPr>
            <a:spLocks noGrp="1"/>
          </p:cNvSpPr>
          <p:nvPr>
            <p:ph type="title"/>
          </p:nvPr>
        </p:nvSpPr>
        <p:spPr>
          <a:xfrm>
            <a:off x="473202" y="377190"/>
            <a:ext cx="2564892" cy="1097280"/>
          </a:xfrm>
        </p:spPr>
        <p:txBody>
          <a:bodyPr anchor="ctr">
            <a:normAutofit/>
          </a:bodyPr>
          <a:lstStyle/>
          <a:p>
            <a:r>
              <a:rPr lang="en-US" sz="2000"/>
              <a:t>History and Evolution of Artificial Intelligence</a:t>
            </a:r>
          </a:p>
        </p:txBody>
      </p:sp>
      <p:sp>
        <p:nvSpPr>
          <p:cNvPr id="12"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674619" y="918972"/>
            <a:ext cx="1165860" cy="13716"/>
          </a:xfrm>
          <a:custGeom>
            <a:avLst/>
            <a:gdLst>
              <a:gd name="connsiteX0" fmla="*/ 0 w 1165860"/>
              <a:gd name="connsiteY0" fmla="*/ 0 h 13716"/>
              <a:gd name="connsiteX1" fmla="*/ 606247 w 1165860"/>
              <a:gd name="connsiteY1" fmla="*/ 0 h 13716"/>
              <a:gd name="connsiteX2" fmla="*/ 1165860 w 1165860"/>
              <a:gd name="connsiteY2" fmla="*/ 0 h 13716"/>
              <a:gd name="connsiteX3" fmla="*/ 1165860 w 1165860"/>
              <a:gd name="connsiteY3" fmla="*/ 13716 h 13716"/>
              <a:gd name="connsiteX4" fmla="*/ 594589 w 1165860"/>
              <a:gd name="connsiteY4" fmla="*/ 13716 h 13716"/>
              <a:gd name="connsiteX5" fmla="*/ 0 w 1165860"/>
              <a:gd name="connsiteY5" fmla="*/ 13716 h 13716"/>
              <a:gd name="connsiteX6" fmla="*/ 0 w 1165860"/>
              <a:gd name="connsiteY6"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5860" h="13716" fill="none" extrusionOk="0">
                <a:moveTo>
                  <a:pt x="0" y="0"/>
                </a:moveTo>
                <a:cubicBezTo>
                  <a:pt x="164196" y="4475"/>
                  <a:pt x="311417" y="-11483"/>
                  <a:pt x="606247" y="0"/>
                </a:cubicBezTo>
                <a:cubicBezTo>
                  <a:pt x="901077" y="11483"/>
                  <a:pt x="1028750" y="-4041"/>
                  <a:pt x="1165860" y="0"/>
                </a:cubicBezTo>
                <a:cubicBezTo>
                  <a:pt x="1165578" y="4434"/>
                  <a:pt x="1165988" y="8423"/>
                  <a:pt x="1165860" y="13716"/>
                </a:cubicBezTo>
                <a:cubicBezTo>
                  <a:pt x="940964" y="3888"/>
                  <a:pt x="745886" y="20893"/>
                  <a:pt x="594589" y="13716"/>
                </a:cubicBezTo>
                <a:cubicBezTo>
                  <a:pt x="443292" y="6539"/>
                  <a:pt x="119306" y="21776"/>
                  <a:pt x="0" y="13716"/>
                </a:cubicBezTo>
                <a:cubicBezTo>
                  <a:pt x="103" y="7543"/>
                  <a:pt x="-154" y="4446"/>
                  <a:pt x="0" y="0"/>
                </a:cubicBezTo>
                <a:close/>
              </a:path>
              <a:path w="1165860" h="13716" stroke="0" extrusionOk="0">
                <a:moveTo>
                  <a:pt x="0" y="0"/>
                </a:moveTo>
                <a:cubicBezTo>
                  <a:pt x="199755" y="-8614"/>
                  <a:pt x="439971" y="-19466"/>
                  <a:pt x="571271" y="0"/>
                </a:cubicBezTo>
                <a:cubicBezTo>
                  <a:pt x="702571" y="19466"/>
                  <a:pt x="922660" y="-18418"/>
                  <a:pt x="1165860" y="0"/>
                </a:cubicBezTo>
                <a:cubicBezTo>
                  <a:pt x="1165756" y="6849"/>
                  <a:pt x="1166068" y="9414"/>
                  <a:pt x="1165860" y="13716"/>
                </a:cubicBezTo>
                <a:cubicBezTo>
                  <a:pt x="981594" y="16996"/>
                  <a:pt x="788922" y="30312"/>
                  <a:pt x="582930" y="13716"/>
                </a:cubicBezTo>
                <a:cubicBezTo>
                  <a:pt x="376938" y="-2880"/>
                  <a:pt x="227474" y="40246"/>
                  <a:pt x="0" y="13716"/>
                </a:cubicBezTo>
                <a:cubicBezTo>
                  <a:pt x="469" y="7851"/>
                  <a:pt x="200" y="577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67F3C65-227D-E1D6-FD07-A32C070F71CC}"/>
              </a:ext>
            </a:extLst>
          </p:cNvPr>
          <p:cNvSpPr>
            <a:spLocks noGrp="1"/>
          </p:cNvSpPr>
          <p:nvPr>
            <p:ph idx="1"/>
          </p:nvPr>
        </p:nvSpPr>
        <p:spPr>
          <a:xfrm>
            <a:off x="3490721" y="377190"/>
            <a:ext cx="5170932" cy="1097280"/>
          </a:xfrm>
        </p:spPr>
        <p:txBody>
          <a:bodyPr anchor="ctr">
            <a:normAutofit/>
          </a:bodyPr>
          <a:lstStyle/>
          <a:p>
            <a:pPr marL="0" indent="0">
              <a:buNone/>
            </a:pPr>
            <a:r>
              <a:rPr lang="en-US" sz="1600" b="1"/>
              <a:t>2011</a:t>
            </a:r>
            <a:r>
              <a:rPr lang="en-US" sz="1600"/>
              <a:t> – </a:t>
            </a:r>
            <a:r>
              <a:rPr lang="en-US" sz="1600" b="1"/>
              <a:t>IBM’s Watson</a:t>
            </a:r>
            <a:r>
              <a:rPr lang="en-US" sz="1600"/>
              <a:t>, a question-answering AI system, defeated Jeopardy champions </a:t>
            </a:r>
            <a:r>
              <a:rPr lang="en-US" sz="1600" b="1"/>
              <a:t>Brad Rutter</a:t>
            </a:r>
            <a:r>
              <a:rPr lang="en-US" sz="1600"/>
              <a:t> and </a:t>
            </a:r>
            <a:r>
              <a:rPr lang="en-US" sz="1600" b="1"/>
              <a:t>Ken Jennings</a:t>
            </a:r>
            <a:r>
              <a:rPr lang="en-US" sz="1600"/>
              <a:t>, demonstrating AI’s ability to understand and process human language at a deep level.</a:t>
            </a:r>
          </a:p>
        </p:txBody>
      </p:sp>
      <p:pic>
        <p:nvPicPr>
          <p:cNvPr id="5" name="Picture 4">
            <a:extLst>
              <a:ext uri="{FF2B5EF4-FFF2-40B4-BE49-F238E27FC236}">
                <a16:creationId xmlns:a16="http://schemas.microsoft.com/office/drawing/2014/main" id="{4A4FD0C5-E247-7937-D8B3-263E25BA2B1D}"/>
              </a:ext>
            </a:extLst>
          </p:cNvPr>
          <p:cNvPicPr>
            <a:picLocks noChangeAspect="1"/>
          </p:cNvPicPr>
          <p:nvPr/>
        </p:nvPicPr>
        <p:blipFill>
          <a:blip r:embed="rId3"/>
          <a:stretch>
            <a:fillRect/>
          </a:stretch>
        </p:blipFill>
        <p:spPr>
          <a:xfrm>
            <a:off x="1154193" y="1718202"/>
            <a:ext cx="6826470" cy="2969514"/>
          </a:xfrm>
          <a:prstGeom prst="rect">
            <a:avLst/>
          </a:prstGeom>
        </p:spPr>
      </p:pic>
    </p:spTree>
    <p:extLst>
      <p:ext uri="{BB962C8B-B14F-4D97-AF65-F5344CB8AC3E}">
        <p14:creationId xmlns:p14="http://schemas.microsoft.com/office/powerpoint/2010/main" val="21521560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54DFD36-CDEA-4A58-ABEC-DA9CE2CB26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F938B951-7EFC-40A2-B198-E73D39DFB3F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4000" cy="5143500"/>
            <a:chOff x="0" y="0"/>
            <a:chExt cx="12192000" cy="6858000"/>
          </a:xfrm>
        </p:grpSpPr>
        <p:sp>
          <p:nvSpPr>
            <p:cNvPr id="13" name="Rectangle 12">
              <a:extLst>
                <a:ext uri="{FF2B5EF4-FFF2-40B4-BE49-F238E27FC236}">
                  <a16:creationId xmlns:a16="http://schemas.microsoft.com/office/drawing/2014/main" id="{92E4506E-6A0E-49A0-BC31-8CADBFF3EC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EED4D51-65BF-4AEE-B596-7CB61A70B9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4">
                <a:lumMod val="75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22AADB9-D274-0AE1-B1DA-81AA6E19087E}"/>
              </a:ext>
            </a:extLst>
          </p:cNvPr>
          <p:cNvSpPr>
            <a:spLocks noGrp="1"/>
          </p:cNvSpPr>
          <p:nvPr>
            <p:ph type="title"/>
          </p:nvPr>
        </p:nvSpPr>
        <p:spPr>
          <a:xfrm>
            <a:off x="413147" y="274979"/>
            <a:ext cx="8317705" cy="506581"/>
          </a:xfrm>
        </p:spPr>
        <p:txBody>
          <a:bodyPr vert="horz" wrap="square" lIns="91440" tIns="45720" rIns="91440" bIns="45720" rtlCol="0" anchor="t">
            <a:normAutofit/>
          </a:bodyPr>
          <a:lstStyle/>
          <a:p>
            <a:pPr defTabSz="914400"/>
            <a:r>
              <a:rPr lang="en-US" sz="3000" kern="1200">
                <a:solidFill>
                  <a:schemeClr val="tx1"/>
                </a:solidFill>
                <a:latin typeface="+mj-lt"/>
                <a:ea typeface="+mj-ea"/>
                <a:cs typeface="+mj-cs"/>
              </a:rPr>
              <a:t>What is Artificial Intelligence?</a:t>
            </a:r>
          </a:p>
        </p:txBody>
      </p:sp>
      <p:sp>
        <p:nvSpPr>
          <p:cNvPr id="3" name="Content Placeholder 2">
            <a:extLst>
              <a:ext uri="{FF2B5EF4-FFF2-40B4-BE49-F238E27FC236}">
                <a16:creationId xmlns:a16="http://schemas.microsoft.com/office/drawing/2014/main" id="{2ECA5618-50B4-EB7F-563B-6F55C6999BF0}"/>
              </a:ext>
            </a:extLst>
          </p:cNvPr>
          <p:cNvSpPr>
            <a:spLocks noGrp="1"/>
          </p:cNvSpPr>
          <p:nvPr>
            <p:ph idx="1"/>
          </p:nvPr>
        </p:nvSpPr>
        <p:spPr>
          <a:xfrm>
            <a:off x="413147" y="833390"/>
            <a:ext cx="8317705" cy="482440"/>
          </a:xfrm>
        </p:spPr>
        <p:txBody>
          <a:bodyPr vert="horz" wrap="square" lIns="91440" tIns="45720" rIns="91440" bIns="45720" rtlCol="0" anchor="t">
            <a:normAutofit/>
          </a:bodyPr>
          <a:lstStyle/>
          <a:p>
            <a:pPr marL="0" indent="0" defTabSz="914400">
              <a:spcBef>
                <a:spcPts val="1000"/>
              </a:spcBef>
              <a:buNone/>
            </a:pPr>
            <a:r>
              <a:rPr lang="en-US" sz="2300" kern="1200">
                <a:solidFill>
                  <a:schemeClr val="tx1">
                    <a:alpha val="60000"/>
                  </a:schemeClr>
                </a:solidFill>
                <a:latin typeface="+mn-lt"/>
                <a:ea typeface="+mn-ea"/>
                <a:cs typeface="+mn-cs"/>
              </a:rPr>
              <a:t>AI as the science and engineering of making intelligent machines</a:t>
            </a:r>
          </a:p>
        </p:txBody>
      </p:sp>
      <p:pic>
        <p:nvPicPr>
          <p:cNvPr id="5" name="Picture 4" descr="A close-up of a person&#10;&#10;AI-generated content may be incorrect.">
            <a:extLst>
              <a:ext uri="{FF2B5EF4-FFF2-40B4-BE49-F238E27FC236}">
                <a16:creationId xmlns:a16="http://schemas.microsoft.com/office/drawing/2014/main" id="{A7EB2535-89CA-920E-FAB2-58F2FA60DFA7}"/>
              </a:ext>
            </a:extLst>
          </p:cNvPr>
          <p:cNvPicPr>
            <a:picLocks noChangeAspect="1"/>
          </p:cNvPicPr>
          <p:nvPr/>
        </p:nvPicPr>
        <p:blipFill>
          <a:blip r:embed="rId2"/>
          <a:stretch>
            <a:fillRect/>
          </a:stretch>
        </p:blipFill>
        <p:spPr>
          <a:xfrm>
            <a:off x="426040" y="1600200"/>
            <a:ext cx="8291919" cy="3130200"/>
          </a:xfrm>
          <a:prstGeom prst="rect">
            <a:avLst/>
          </a:prstGeom>
          <a:effectLst>
            <a:outerShdw blurRad="508000" dist="101600" dir="5400000" algn="tl" rotWithShape="0">
              <a:prstClr val="black">
                <a:alpha val="10000"/>
              </a:prstClr>
            </a:outerShdw>
          </a:effectLst>
        </p:spPr>
      </p:pic>
    </p:spTree>
    <p:extLst>
      <p:ext uri="{BB962C8B-B14F-4D97-AF65-F5344CB8AC3E}">
        <p14:creationId xmlns:p14="http://schemas.microsoft.com/office/powerpoint/2010/main" val="15272096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E59FF9-7267-A56B-E49A-912D30D83CBE}"/>
              </a:ext>
            </a:extLst>
          </p:cNvPr>
          <p:cNvSpPr>
            <a:spLocks noGrp="1"/>
          </p:cNvSpPr>
          <p:nvPr>
            <p:ph idx="1"/>
          </p:nvPr>
        </p:nvSpPr>
        <p:spPr>
          <a:xfrm>
            <a:off x="628650" y="3409949"/>
            <a:ext cx="7886700" cy="1222773"/>
          </a:xfrm>
        </p:spPr>
        <p:txBody>
          <a:bodyPr>
            <a:normAutofit fontScale="92500" lnSpcReduction="10000"/>
          </a:bodyPr>
          <a:lstStyle/>
          <a:p>
            <a:pPr marL="0" indent="0" algn="ctr">
              <a:buNone/>
            </a:pPr>
            <a:r>
              <a:rPr lang="en-US" b="1" dirty="0"/>
              <a:t>AI can also be defined as:</a:t>
            </a:r>
          </a:p>
          <a:p>
            <a:pPr marL="0" indent="0" algn="ctr">
              <a:buNone/>
            </a:pPr>
            <a:r>
              <a:rPr lang="en-US" i="1" dirty="0"/>
              <a:t>“The development of computer systems that are capable of performing tasks that require human intelligence such as decision making, object detection, solving complex problems, and so on.”</a:t>
            </a:r>
          </a:p>
        </p:txBody>
      </p:sp>
      <p:pic>
        <p:nvPicPr>
          <p:cNvPr id="5" name="Picture 4">
            <a:extLst>
              <a:ext uri="{FF2B5EF4-FFF2-40B4-BE49-F238E27FC236}">
                <a16:creationId xmlns:a16="http://schemas.microsoft.com/office/drawing/2014/main" id="{AF179817-A148-71D4-45AF-7903802BC3E3}"/>
              </a:ext>
            </a:extLst>
          </p:cNvPr>
          <p:cNvPicPr>
            <a:picLocks noChangeAspect="1"/>
          </p:cNvPicPr>
          <p:nvPr/>
        </p:nvPicPr>
        <p:blipFill>
          <a:blip r:embed="rId3"/>
          <a:stretch>
            <a:fillRect/>
          </a:stretch>
        </p:blipFill>
        <p:spPr>
          <a:xfrm>
            <a:off x="659130" y="133350"/>
            <a:ext cx="7906853" cy="2905530"/>
          </a:xfrm>
          <a:prstGeom prst="rect">
            <a:avLst/>
          </a:prstGeom>
        </p:spPr>
      </p:pic>
    </p:spTree>
    <p:extLst>
      <p:ext uri="{BB962C8B-B14F-4D97-AF65-F5344CB8AC3E}">
        <p14:creationId xmlns:p14="http://schemas.microsoft.com/office/powerpoint/2010/main" val="185659967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EFAULTFONTSIZE" val="10"/>
  <p:tag name="DEFAULTWIDTH" val="348"/>
  <p:tag name="DEFAULTHEIGHT" val="200"/>
</p:tagLst>
</file>

<file path=ppt/theme/theme1.xml><?xml version="1.0" encoding="utf-8"?>
<a:theme xmlns:a="http://schemas.openxmlformats.org/drawingml/2006/main" name="dan-berkeley-nlp-v1">
  <a:themeElements>
    <a:clrScheme name="dan-berkeley-nlp-v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an-berkeley-nlp-v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dirty="0" err="1" smtClean="0">
            <a:latin typeface="Calibri"/>
            <a:cs typeface="Calibri"/>
          </a:defRPr>
        </a:defPPr>
      </a:lstStyle>
    </a:txDef>
  </a:objectDefaults>
  <a:extraClrSchemeLst>
    <a:extraClrScheme>
      <a:clrScheme name="dan-berkeley-nlp-v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an-berkeley-nlp-v1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an-berkeley-nlp-v1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an-berkeley-nlp-v1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an-berkeley-nlp-v1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an-berkeley-nlp-v1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an-berkeley-nlp-v1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an-berkeley-nlp-v1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an-berkeley-nlp-v1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an-berkeley-nlp-v1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an-berkeley-nlp-v1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an-berkeley-nlp-v1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dan-berkeley-nlp-v1</Template>
  <TotalTime>23820</TotalTime>
  <Words>1295</Words>
  <Application>Microsoft Office PowerPoint</Application>
  <PresentationFormat>On-screen Show (16:9)</PresentationFormat>
  <Paragraphs>137</Paragraphs>
  <Slides>29</Slides>
  <Notes>13</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29</vt:i4>
      </vt:variant>
    </vt:vector>
  </HeadingPairs>
  <TitlesOfParts>
    <vt:vector size="39" baseType="lpstr">
      <vt:lpstr>Aptos</vt:lpstr>
      <vt:lpstr>Aptos Display</vt:lpstr>
      <vt:lpstr>Arial</vt:lpstr>
      <vt:lpstr>Calibri</vt:lpstr>
      <vt:lpstr>CIDFont+F2</vt:lpstr>
      <vt:lpstr>Georgia</vt:lpstr>
      <vt:lpstr>Lucida Sans Unicode</vt:lpstr>
      <vt:lpstr>Wingdings</vt:lpstr>
      <vt:lpstr>dan-berkeley-nlp-v1</vt:lpstr>
      <vt:lpstr>Office Theme</vt:lpstr>
      <vt:lpstr>Artificial Intelligence</vt:lpstr>
      <vt:lpstr>Course administration</vt:lpstr>
      <vt:lpstr>PowerPoint Presentation</vt:lpstr>
      <vt:lpstr>Evaluation Criteria (2+1 Credit hrs)</vt:lpstr>
      <vt:lpstr>Quizzes</vt:lpstr>
      <vt:lpstr>Few Things to Remember</vt:lpstr>
      <vt:lpstr>Google Classroom</vt:lpstr>
      <vt:lpstr>Course Objective</vt:lpstr>
      <vt:lpstr>Objective: Course Learning Outcomes (CLOs)</vt:lpstr>
      <vt:lpstr>Graduate Attributes</vt:lpstr>
      <vt:lpstr>Course Information</vt:lpstr>
      <vt:lpstr>Course Overview</vt:lpstr>
      <vt:lpstr>CLO Covered in this Lecture:</vt:lpstr>
      <vt:lpstr>Why Study AI?</vt:lpstr>
      <vt:lpstr>What is Artificial Intelligence?</vt:lpstr>
      <vt:lpstr>Artificial Intelligence</vt:lpstr>
      <vt:lpstr>History and Evolution of Artificial Intelligence</vt:lpstr>
      <vt:lpstr>History and Evolution of Artificial Intelligence</vt:lpstr>
      <vt:lpstr>History and Evolution of Artificial Intelligence</vt:lpstr>
      <vt:lpstr>History and Evolution of Artificial Intelligence</vt:lpstr>
      <vt:lpstr>History and Evolution of Artificial Intelligence</vt:lpstr>
      <vt:lpstr>History and Evolution of Artificial Intelligence</vt:lpstr>
      <vt:lpstr>History and Evolution of Artificial Intelligence</vt:lpstr>
      <vt:lpstr>History and Evolution of Artificial Intelligence</vt:lpstr>
      <vt:lpstr>History and Evolution of Artificial Intelligence</vt:lpstr>
      <vt:lpstr>History and Evolution of Artificial Intelligence</vt:lpstr>
      <vt:lpstr>History and Evolution of Artificial Intelligence</vt:lpstr>
      <vt:lpstr>What is Artificial Intelligence?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294-5: Statistical Natural Language Processing</dc:title>
  <dc:creator>Preferred Customer</dc:creator>
  <cp:lastModifiedBy>Habiba Arshad</cp:lastModifiedBy>
  <cp:revision>1561</cp:revision>
  <cp:lastPrinted>2014-01-21T07:51:01Z</cp:lastPrinted>
  <dcterms:created xsi:type="dcterms:W3CDTF">2004-08-27T04:16:05Z</dcterms:created>
  <dcterms:modified xsi:type="dcterms:W3CDTF">2025-10-15T06:18:43Z</dcterms:modified>
</cp:coreProperties>
</file>